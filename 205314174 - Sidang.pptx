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2" r:id="rId7"/>
    <p:sldId id="274" r:id="rId8"/>
    <p:sldId id="266" r:id="rId9"/>
    <p:sldId id="264" r:id="rId10"/>
    <p:sldId id="283" r:id="rId11"/>
    <p:sldId id="265" r:id="rId12"/>
    <p:sldId id="267" r:id="rId13"/>
    <p:sldId id="268" r:id="rId14"/>
    <p:sldId id="269" r:id="rId15"/>
    <p:sldId id="270" r:id="rId16"/>
    <p:sldId id="261" r:id="rId17"/>
    <p:sldId id="277" r:id="rId18"/>
    <p:sldId id="275" r:id="rId19"/>
    <p:sldId id="271" r:id="rId20"/>
    <p:sldId id="263" r:id="rId21"/>
    <p:sldId id="278" r:id="rId22"/>
    <p:sldId id="276" r:id="rId23"/>
    <p:sldId id="279" r:id="rId24"/>
    <p:sldId id="272" r:id="rId25"/>
    <p:sldId id="282" r:id="rId26"/>
    <p:sldId id="281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65961" autoAdjust="0"/>
  </p:normalViewPr>
  <p:slideViewPr>
    <p:cSldViewPr snapToGrid="0">
      <p:cViewPr varScale="1">
        <p:scale>
          <a:sx n="58" d="100"/>
          <a:sy n="58" d="100"/>
        </p:scale>
        <p:origin x="119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895FE5-CEAE-48E5-B44E-4B6E36430217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D707AA-DE49-48AB-B498-D9DD8F083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7086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Selamat</a:t>
            </a:r>
            <a:r>
              <a:rPr lang="en-US" dirty="0"/>
              <a:t> </a:t>
            </a:r>
            <a:r>
              <a:rPr lang="en-US" dirty="0" err="1"/>
              <a:t>pagi</a:t>
            </a:r>
            <a:r>
              <a:rPr lang="en-US" dirty="0"/>
              <a:t> </a:t>
            </a:r>
            <a:r>
              <a:rPr lang="en-US" dirty="0" err="1"/>
              <a:t>bapak</a:t>
            </a:r>
            <a:r>
              <a:rPr lang="en-US" dirty="0"/>
              <a:t> </a:t>
            </a:r>
            <a:r>
              <a:rPr lang="en-US" dirty="0" err="1"/>
              <a:t>bapak</a:t>
            </a:r>
            <a:r>
              <a:rPr lang="en-US" dirty="0"/>
              <a:t>, </a:t>
            </a:r>
            <a:r>
              <a:rPr lang="en-US" dirty="0" err="1"/>
              <a:t>perkenalkan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saya</a:t>
            </a:r>
            <a:r>
              <a:rPr lang="en-US" dirty="0"/>
              <a:t> </a:t>
            </a:r>
            <a:r>
              <a:rPr lang="en-US" dirty="0" err="1"/>
              <a:t>mathys</a:t>
            </a:r>
            <a:r>
              <a:rPr lang="en-US" dirty="0"/>
              <a:t> </a:t>
            </a:r>
            <a:r>
              <a:rPr lang="en-US" dirty="0" err="1"/>
              <a:t>jorge</a:t>
            </a:r>
            <a:r>
              <a:rPr lang="en-US" dirty="0"/>
              <a:t> </a:t>
            </a:r>
            <a:r>
              <a:rPr lang="en-US" dirty="0" err="1"/>
              <a:t>alberino</a:t>
            </a:r>
            <a:r>
              <a:rPr lang="en-US" dirty="0"/>
              <a:t> </a:t>
            </a:r>
            <a:r>
              <a:rPr lang="en-US" dirty="0" err="1"/>
              <a:t>seilatu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nim 205314174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memaparkan</a:t>
            </a:r>
            <a:r>
              <a:rPr lang="en-US" dirty="0"/>
              <a:t> </a:t>
            </a:r>
            <a:r>
              <a:rPr lang="en-US" dirty="0" err="1"/>
              <a:t>hasil</a:t>
            </a:r>
            <a:r>
              <a:rPr lang="en-US" dirty="0"/>
              <a:t> </a:t>
            </a:r>
            <a:r>
              <a:rPr lang="en-US" dirty="0" err="1"/>
              <a:t>penelitian</a:t>
            </a:r>
            <a:r>
              <a:rPr lang="en-US" dirty="0"/>
              <a:t> </a:t>
            </a:r>
            <a:r>
              <a:rPr lang="en-US" dirty="0" err="1"/>
              <a:t>saya</a:t>
            </a:r>
            <a:r>
              <a:rPr lang="en-US" dirty="0"/>
              <a:t> </a:t>
            </a:r>
            <a:r>
              <a:rPr lang="en-US" dirty="0" err="1"/>
              <a:t>perihal</a:t>
            </a:r>
            <a:r>
              <a:rPr lang="en-US" dirty="0"/>
              <a:t> </a:t>
            </a:r>
            <a:r>
              <a:rPr lang="sv-SE" sz="1200" dirty="0"/>
              <a:t>identifikasi URL situs berbahaya menggunakan JST CNN-LSTM.</a:t>
            </a:r>
            <a:endParaRPr lang="en-US" dirty="0"/>
          </a:p>
          <a:p>
            <a:endParaRPr lang="en-US" dirty="0"/>
          </a:p>
          <a:p>
            <a:r>
              <a:rPr lang="en-US" dirty="0"/>
              <a:t>4^4 -&gt; </a:t>
            </a:r>
            <a:r>
              <a:rPr lang="en-US" dirty="0" err="1"/>
              <a:t>kombinasi</a:t>
            </a:r>
            <a:r>
              <a:rPr lang="en-US" dirty="0"/>
              <a:t> neuron layer</a:t>
            </a:r>
          </a:p>
          <a:p>
            <a:r>
              <a:rPr lang="en-US" dirty="0"/>
              <a:t>5 -&gt; </a:t>
            </a:r>
            <a:r>
              <a:rPr lang="en-US" dirty="0" err="1"/>
              <a:t>kombinasi</a:t>
            </a:r>
            <a:r>
              <a:rPr lang="en-US" dirty="0"/>
              <a:t> layer</a:t>
            </a:r>
          </a:p>
          <a:p>
            <a:r>
              <a:rPr lang="en-US" dirty="0"/>
              <a:t>3 -&gt; </a:t>
            </a:r>
            <a:r>
              <a:rPr lang="en-US" dirty="0" err="1"/>
              <a:t>kombinasi</a:t>
            </a:r>
            <a:r>
              <a:rPr lang="en-US" dirty="0"/>
              <a:t> learning rate</a:t>
            </a:r>
          </a:p>
          <a:p>
            <a:r>
              <a:rPr lang="en-US" dirty="0"/>
              <a:t>3 -&gt; </a:t>
            </a:r>
            <a:r>
              <a:rPr lang="en-US" dirty="0" err="1"/>
              <a:t>kombinasi</a:t>
            </a:r>
            <a:r>
              <a:rPr lang="en-US" dirty="0"/>
              <a:t> embedding output</a:t>
            </a:r>
          </a:p>
          <a:p>
            <a:r>
              <a:rPr lang="en-US" dirty="0"/>
              <a:t>3 -&gt; </a:t>
            </a:r>
            <a:r>
              <a:rPr lang="en-US" dirty="0" err="1"/>
              <a:t>kombinasi</a:t>
            </a:r>
            <a:r>
              <a:rPr lang="en-US" dirty="0"/>
              <a:t> </a:t>
            </a:r>
            <a:r>
              <a:rPr lang="en-US" dirty="0" err="1"/>
              <a:t>jumlah</a:t>
            </a:r>
            <a:r>
              <a:rPr lang="en-US" dirty="0"/>
              <a:t> layer</a:t>
            </a:r>
          </a:p>
          <a:p>
            <a:r>
              <a:rPr lang="en-US" dirty="0"/>
              <a:t>4^3 -&gt; </a:t>
            </a:r>
            <a:r>
              <a:rPr lang="en-US" dirty="0" err="1"/>
              <a:t>kombinasi</a:t>
            </a:r>
            <a:r>
              <a:rPr lang="en-US" dirty="0"/>
              <a:t> neuron dense</a:t>
            </a:r>
          </a:p>
          <a:p>
            <a:endParaRPr lang="en-US" dirty="0"/>
          </a:p>
          <a:p>
            <a:r>
              <a:rPr lang="en-US" dirty="0"/>
              <a:t>2.211.840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D707AA-DE49-48AB-B498-D9DD8F08359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7966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Pada </a:t>
            </a:r>
            <a:r>
              <a:rPr lang="en-US" dirty="0" err="1"/>
              <a:t>presentasi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saya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menyampaikan</a:t>
            </a:r>
            <a:r>
              <a:rPr lang="en-US" dirty="0"/>
              <a:t> </a:t>
            </a:r>
            <a:r>
              <a:rPr lang="en-US" dirty="0" err="1"/>
              <a:t>tiga</a:t>
            </a:r>
            <a:r>
              <a:rPr lang="en-US" dirty="0"/>
              <a:t> </a:t>
            </a:r>
            <a:r>
              <a:rPr lang="en-US" dirty="0" err="1"/>
              <a:t>bab</a:t>
            </a:r>
            <a:r>
              <a:rPr lang="en-US" dirty="0"/>
              <a:t> </a:t>
            </a:r>
            <a:r>
              <a:rPr lang="en-US" dirty="0" err="1"/>
              <a:t>besar</a:t>
            </a:r>
            <a:r>
              <a:rPr lang="en-US" dirty="0"/>
              <a:t> </a:t>
            </a:r>
            <a:r>
              <a:rPr lang="en-US" dirty="0" err="1"/>
              <a:t>yaitu</a:t>
            </a:r>
            <a:r>
              <a:rPr lang="en-US" dirty="0"/>
              <a:t> </a:t>
            </a:r>
            <a:r>
              <a:rPr lang="en-US" dirty="0" err="1"/>
              <a:t>Pemikiran</a:t>
            </a:r>
            <a:r>
              <a:rPr lang="en-US" dirty="0"/>
              <a:t> </a:t>
            </a:r>
            <a:r>
              <a:rPr lang="en-US" dirty="0" err="1"/>
              <a:t>dasar</a:t>
            </a:r>
            <a:r>
              <a:rPr lang="en-US" dirty="0"/>
              <a:t> </a:t>
            </a:r>
            <a:r>
              <a:rPr lang="en-US" dirty="0" err="1"/>
              <a:t>penelitian</a:t>
            </a:r>
            <a:r>
              <a:rPr lang="en-US" dirty="0"/>
              <a:t> </a:t>
            </a:r>
            <a:r>
              <a:rPr lang="en-US" dirty="0" err="1"/>
              <a:t>berisikan</a:t>
            </a:r>
            <a:r>
              <a:rPr lang="en-US" dirty="0"/>
              <a:t> …</a:t>
            </a:r>
          </a:p>
          <a:p>
            <a:r>
              <a:rPr lang="en-US" dirty="0" err="1"/>
              <a:t>Kemudian</a:t>
            </a:r>
            <a:r>
              <a:rPr lang="en-US" dirty="0"/>
              <a:t> yang </a:t>
            </a:r>
            <a:r>
              <a:rPr lang="en-US" dirty="0" err="1"/>
              <a:t>kedua</a:t>
            </a:r>
            <a:r>
              <a:rPr lang="en-US" dirty="0"/>
              <a:t> </a:t>
            </a:r>
            <a:r>
              <a:rPr lang="en-US" dirty="0" err="1"/>
              <a:t>metodologi</a:t>
            </a:r>
            <a:r>
              <a:rPr lang="en-US" dirty="0"/>
              <a:t> </a:t>
            </a:r>
            <a:r>
              <a:rPr lang="en-US" dirty="0" err="1"/>
              <a:t>penelitian</a:t>
            </a:r>
            <a:r>
              <a:rPr lang="en-US" dirty="0"/>
              <a:t> yang </a:t>
            </a:r>
            <a:r>
              <a:rPr lang="en-US" dirty="0" err="1"/>
              <a:t>berisikan</a:t>
            </a:r>
            <a:r>
              <a:rPr lang="en-US" dirty="0"/>
              <a:t> …</a:t>
            </a:r>
          </a:p>
          <a:p>
            <a:r>
              <a:rPr lang="en-US" dirty="0"/>
              <a:t>Dan </a:t>
            </a:r>
            <a:r>
              <a:rPr lang="en-US" dirty="0" err="1"/>
              <a:t>hasil</a:t>
            </a:r>
            <a:r>
              <a:rPr lang="en-US" dirty="0"/>
              <a:t> dan </a:t>
            </a:r>
            <a:r>
              <a:rPr lang="en-US" dirty="0" err="1"/>
              <a:t>analisis</a:t>
            </a:r>
            <a:r>
              <a:rPr lang="en-US" dirty="0"/>
              <a:t> </a:t>
            </a:r>
            <a:r>
              <a:rPr lang="en-US" dirty="0" err="1"/>
              <a:t>penelitian</a:t>
            </a:r>
            <a:r>
              <a:rPr lang="en-US" dirty="0"/>
              <a:t> yang </a:t>
            </a:r>
            <a:r>
              <a:rPr lang="en-US" dirty="0" err="1"/>
              <a:t>berisikan</a:t>
            </a:r>
            <a:r>
              <a:rPr lang="en-US" dirty="0"/>
              <a:t> 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D707AA-DE49-48AB-B498-D9DD8F08359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3860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==</a:t>
            </a:r>
            <a:r>
              <a:rPr lang="en-US" dirty="0" err="1"/>
              <a:t>diakibatkan</a:t>
            </a:r>
            <a:r>
              <a:rPr lang="en-US" dirty="0"/>
              <a:t> </a:t>
            </a:r>
            <a:r>
              <a:rPr lang="en-US" dirty="0" err="1"/>
              <a:t>meningkatnya</a:t>
            </a:r>
            <a:r>
              <a:rPr lang="en-US" dirty="0"/>
              <a:t> </a:t>
            </a:r>
            <a:r>
              <a:rPr lang="en-US" dirty="0" err="1"/>
              <a:t>ancaman</a:t>
            </a:r>
            <a:r>
              <a:rPr lang="en-US" dirty="0"/>
              <a:t> </a:t>
            </a:r>
            <a:r>
              <a:rPr lang="en-US" dirty="0" err="1"/>
              <a:t>keamanan</a:t>
            </a:r>
            <a:r>
              <a:rPr lang="en-US" dirty="0"/>
              <a:t> web yang </a:t>
            </a:r>
            <a:r>
              <a:rPr lang="en-US" dirty="0" err="1"/>
              <a:t>disebabkan</a:t>
            </a:r>
            <a:r>
              <a:rPr lang="en-US" dirty="0"/>
              <a:t> oleh </a:t>
            </a:r>
            <a:r>
              <a:rPr lang="en-US" dirty="0" err="1"/>
              <a:t>url</a:t>
            </a:r>
            <a:r>
              <a:rPr lang="en-US" dirty="0"/>
              <a:t> </a:t>
            </a:r>
            <a:r>
              <a:rPr lang="en-US" dirty="0" err="1"/>
              <a:t>berbahya</a:t>
            </a:r>
            <a:r>
              <a:rPr lang="en-US" dirty="0"/>
              <a:t> </a:t>
            </a:r>
            <a:r>
              <a:rPr lang="en-US" dirty="0" err="1"/>
              <a:t>seperti</a:t>
            </a:r>
            <a:r>
              <a:rPr lang="en-US" dirty="0"/>
              <a:t> </a:t>
            </a:r>
            <a:r>
              <a:rPr lang="en-US" dirty="0" err="1"/>
              <a:t>url</a:t>
            </a:r>
            <a:r>
              <a:rPr lang="en-US" dirty="0"/>
              <a:t> </a:t>
            </a:r>
            <a:r>
              <a:rPr lang="en-US" dirty="0" err="1"/>
              <a:t>phising</a:t>
            </a:r>
            <a:r>
              <a:rPr lang="en-US" dirty="0"/>
              <a:t> dan malware==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pada </a:t>
            </a:r>
            <a:r>
              <a:rPr lang="en-US" dirty="0" err="1"/>
              <a:t>waktu</a:t>
            </a:r>
            <a:r>
              <a:rPr lang="en-US" dirty="0"/>
              <a:t> </a:t>
            </a:r>
            <a:r>
              <a:rPr lang="en-US" dirty="0" err="1"/>
              <a:t>awal</a:t>
            </a:r>
            <a:r>
              <a:rPr lang="en-US" dirty="0"/>
              <a:t> </a:t>
            </a:r>
            <a:r>
              <a:rPr lang="en-US" dirty="0" err="1"/>
              <a:t>metopen</a:t>
            </a:r>
            <a:r>
              <a:rPr lang="en-US" dirty="0"/>
              <a:t> </a:t>
            </a:r>
            <a:r>
              <a:rPr lang="en-US" dirty="0" err="1"/>
              <a:t>sedang</a:t>
            </a:r>
            <a:r>
              <a:rPr lang="en-US" dirty="0"/>
              <a:t> </a:t>
            </a:r>
            <a:r>
              <a:rPr lang="en-US" dirty="0" err="1"/>
              <a:t>marak</a:t>
            </a:r>
            <a:r>
              <a:rPr lang="en-US" dirty="0"/>
              <a:t> </a:t>
            </a:r>
            <a:r>
              <a:rPr lang="en-US" dirty="0" err="1"/>
              <a:t>maraknya</a:t>
            </a:r>
            <a:r>
              <a:rPr lang="en-US" dirty="0"/>
              <a:t> </a:t>
            </a:r>
            <a:r>
              <a:rPr lang="en-US" dirty="0" err="1"/>
              <a:t>pencurian</a:t>
            </a:r>
            <a:r>
              <a:rPr lang="en-US" dirty="0"/>
              <a:t> </a:t>
            </a:r>
            <a:r>
              <a:rPr lang="en-US" dirty="0" err="1"/>
              <a:t>akun</a:t>
            </a:r>
            <a:r>
              <a:rPr lang="en-US" dirty="0"/>
              <a:t> </a:t>
            </a:r>
            <a:r>
              <a:rPr lang="en-US" dirty="0" err="1"/>
              <a:t>youtube</a:t>
            </a:r>
            <a:r>
              <a:rPr lang="en-US" dirty="0"/>
              <a:t> </a:t>
            </a:r>
            <a:r>
              <a:rPr lang="en-US" dirty="0" err="1"/>
              <a:t>kemudian</a:t>
            </a:r>
            <a:r>
              <a:rPr lang="en-US" dirty="0"/>
              <a:t> </a:t>
            </a:r>
            <a:r>
              <a:rPr lang="en-US" dirty="0" err="1"/>
              <a:t>dipergunakan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livestream </a:t>
            </a:r>
            <a:r>
              <a:rPr lang="en-US" dirty="0" err="1"/>
              <a:t>penipuan</a:t>
            </a:r>
            <a:r>
              <a:rPr lang="en-US" dirty="0"/>
              <a:t>, coin bitcoin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r>
              <a:rPr lang="en-US" dirty="0" err="1"/>
              <a:t>Maka</a:t>
            </a:r>
            <a:endParaRPr lang="en-US" dirty="0"/>
          </a:p>
          <a:p>
            <a:endParaRPr lang="en-US" dirty="0"/>
          </a:p>
          <a:p>
            <a:r>
              <a:rPr lang="en-US" dirty="0"/>
              <a:t>==</a:t>
            </a:r>
            <a:r>
              <a:rPr lang="en-US" dirty="0" err="1"/>
              <a:t>Penelitian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bertujuan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mengembangkan</a:t>
            </a:r>
            <a:r>
              <a:rPr lang="en-US" dirty="0"/>
              <a:t> </a:t>
            </a:r>
            <a:r>
              <a:rPr lang="en-US" dirty="0" err="1"/>
              <a:t>metode</a:t>
            </a:r>
            <a:r>
              <a:rPr lang="en-US" dirty="0"/>
              <a:t> </a:t>
            </a:r>
            <a:r>
              <a:rPr lang="en-US" dirty="0" err="1"/>
              <a:t>deteksi</a:t>
            </a:r>
            <a:r>
              <a:rPr lang="en-US" dirty="0"/>
              <a:t> yang </a:t>
            </a:r>
            <a:r>
              <a:rPr lang="en-US" dirty="0" err="1"/>
              <a:t>efektif</a:t>
            </a:r>
            <a:r>
              <a:rPr lang="en-US" dirty="0"/>
              <a:t> dan </a:t>
            </a:r>
            <a:r>
              <a:rPr lang="en-US" dirty="0" err="1"/>
              <a:t>akurat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mengidentifikasi</a:t>
            </a:r>
            <a:r>
              <a:rPr lang="en-US" dirty="0"/>
              <a:t> </a:t>
            </a:r>
            <a:r>
              <a:rPr lang="en-US" dirty="0" err="1"/>
              <a:t>halaman</a:t>
            </a:r>
            <a:r>
              <a:rPr lang="en-US" dirty="0"/>
              <a:t> web yang </a:t>
            </a:r>
            <a:r>
              <a:rPr lang="en-US" dirty="0" err="1"/>
              <a:t>berpotensi</a:t>
            </a:r>
            <a:r>
              <a:rPr lang="en-US" dirty="0"/>
              <a:t> </a:t>
            </a:r>
            <a:r>
              <a:rPr lang="en-US" dirty="0" err="1"/>
              <a:t>berbahaya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Machine Learning Neural Network yang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/>
              <a:t>otomatis</a:t>
            </a:r>
            <a:r>
              <a:rPr lang="en-US" dirty="0"/>
              <a:t> </a:t>
            </a:r>
            <a:r>
              <a:rPr lang="en-US" dirty="0" err="1"/>
              <a:t>mengklasifikasikan</a:t>
            </a:r>
            <a:r>
              <a:rPr lang="en-US" dirty="0"/>
              <a:t> URL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aman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berpotensi</a:t>
            </a:r>
            <a:r>
              <a:rPr lang="en-US" dirty="0"/>
              <a:t> </a:t>
            </a:r>
            <a:r>
              <a:rPr lang="en-US" dirty="0" err="1"/>
              <a:t>berbahaya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tingkat</a:t>
            </a:r>
            <a:r>
              <a:rPr lang="en-US" dirty="0"/>
              <a:t> </a:t>
            </a:r>
            <a:r>
              <a:rPr lang="en-US" dirty="0" err="1"/>
              <a:t>akurasi</a:t>
            </a:r>
            <a:r>
              <a:rPr lang="en-US" dirty="0"/>
              <a:t> yang </a:t>
            </a:r>
            <a:r>
              <a:rPr lang="en-US" dirty="0" err="1"/>
              <a:t>tinggi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Dan</a:t>
            </a:r>
          </a:p>
          <a:p>
            <a:endParaRPr lang="en-US" dirty="0"/>
          </a:p>
          <a:p>
            <a:r>
              <a:rPr lang="en-US" dirty="0"/>
              <a:t>==</a:t>
            </a:r>
            <a:r>
              <a:rPr lang="en-US" dirty="0" err="1"/>
              <a:t>diharapkan</a:t>
            </a:r>
            <a:r>
              <a:rPr lang="en-US" dirty="0"/>
              <a:t> </a:t>
            </a:r>
            <a:r>
              <a:rPr lang="en-US" dirty="0" err="1"/>
              <a:t>penelitian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b="0" i="0" dirty="0" err="1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mengurangi</a:t>
            </a:r>
            <a:r>
              <a:rPr lang="en-US" b="0" i="0" dirty="0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 </a:t>
            </a:r>
            <a:r>
              <a:rPr lang="en-US" b="0" i="0" dirty="0" err="1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risiko</a:t>
            </a:r>
            <a:r>
              <a:rPr lang="en-US" b="0" i="0" dirty="0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 </a:t>
            </a:r>
            <a:r>
              <a:rPr lang="en-US" b="0" i="0" dirty="0" err="1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serangan</a:t>
            </a:r>
            <a:r>
              <a:rPr lang="en-US" b="0" i="0" dirty="0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 </a:t>
            </a:r>
            <a:r>
              <a:rPr lang="en-US" b="0" i="0" dirty="0" err="1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melalui</a:t>
            </a:r>
            <a:r>
              <a:rPr lang="en-US" b="0" i="0" dirty="0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 URL </a:t>
            </a:r>
            <a:r>
              <a:rPr lang="en-US" b="0" i="0" dirty="0" err="1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berbahaya</a:t>
            </a:r>
            <a:r>
              <a:rPr lang="en-US" b="0" i="0" dirty="0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 </a:t>
            </a:r>
            <a:r>
              <a:rPr lang="en-US" b="0" i="0" dirty="0" err="1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bagi</a:t>
            </a:r>
            <a:r>
              <a:rPr lang="en-US" b="0" i="0" dirty="0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 </a:t>
            </a:r>
            <a:r>
              <a:rPr lang="en-US" b="0" i="0" dirty="0" err="1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pengguna</a:t>
            </a:r>
            <a:r>
              <a:rPr lang="en-US" b="0" i="0" dirty="0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 internet.</a:t>
            </a:r>
          </a:p>
          <a:p>
            <a:endParaRPr lang="en-US" b="0" i="0" dirty="0">
              <a:solidFill>
                <a:srgbClr val="ECECEC"/>
              </a:solidFill>
              <a:effectLst/>
              <a:highlight>
                <a:srgbClr val="212121"/>
              </a:highlight>
              <a:latin typeface="ui-sans-serif"/>
            </a:endParaRPr>
          </a:p>
          <a:p>
            <a:r>
              <a:rPr lang="en-US" b="0" i="0" dirty="0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Tapi </a:t>
            </a:r>
            <a:r>
              <a:rPr lang="en-US" b="0" i="0" dirty="0" err="1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karena</a:t>
            </a:r>
            <a:r>
              <a:rPr lang="en-US" b="0" i="0" dirty="0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 </a:t>
            </a:r>
            <a:r>
              <a:rPr lang="en-US" b="0" i="0" dirty="0" err="1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kebetulan</a:t>
            </a:r>
            <a:r>
              <a:rPr lang="en-US" b="0" i="0" dirty="0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 </a:t>
            </a:r>
            <a:r>
              <a:rPr lang="en-US" b="0" i="0" dirty="0" err="1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kasusnya</a:t>
            </a:r>
            <a:r>
              <a:rPr lang="en-US" b="0" i="0" dirty="0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 </a:t>
            </a:r>
            <a:r>
              <a:rPr lang="en-US" b="0" i="0" dirty="0" err="1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sudah</a:t>
            </a:r>
            <a:r>
              <a:rPr lang="en-US" b="0" i="0" dirty="0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 </a:t>
            </a:r>
            <a:r>
              <a:rPr lang="en-US" b="0" i="0" dirty="0" err="1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menurun</a:t>
            </a:r>
            <a:r>
              <a:rPr lang="en-US" b="0" i="0" dirty="0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, </a:t>
            </a:r>
            <a:r>
              <a:rPr lang="en-US" b="0" i="0" dirty="0" err="1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ini</a:t>
            </a:r>
            <a:r>
              <a:rPr lang="en-US" b="0" i="0" dirty="0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 </a:t>
            </a:r>
            <a:r>
              <a:rPr lang="en-US" b="0" i="0" dirty="0" err="1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dapat</a:t>
            </a:r>
            <a:r>
              <a:rPr lang="en-US" b="0" i="0" dirty="0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 </a:t>
            </a:r>
            <a:r>
              <a:rPr lang="en-US" b="0" i="0" dirty="0" err="1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diguanakan</a:t>
            </a:r>
            <a:r>
              <a:rPr lang="en-US" b="0" i="0" dirty="0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 juga oleh </a:t>
            </a:r>
            <a:r>
              <a:rPr lang="en-US" b="0" i="0" dirty="0" err="1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pengguna</a:t>
            </a:r>
            <a:r>
              <a:rPr lang="en-US" b="0" i="0" dirty="0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 </a:t>
            </a:r>
            <a:r>
              <a:rPr lang="en-US" b="0" i="0" dirty="0" err="1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awam</a:t>
            </a:r>
            <a:r>
              <a:rPr lang="en-US" b="0" i="0" dirty="0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 </a:t>
            </a:r>
            <a:r>
              <a:rPr lang="en-US" b="0" i="0" dirty="0" err="1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jika</a:t>
            </a:r>
            <a:r>
              <a:rPr lang="en-US" b="0" i="0" dirty="0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 </a:t>
            </a:r>
            <a:r>
              <a:rPr lang="en-US" b="0" i="0" dirty="0" err="1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ingin</a:t>
            </a:r>
            <a:r>
              <a:rPr lang="en-US" b="0" i="0" dirty="0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 download </a:t>
            </a:r>
            <a:r>
              <a:rPr lang="en-US" b="0" i="0" dirty="0" err="1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atau</a:t>
            </a:r>
            <a:r>
              <a:rPr lang="en-US" b="0" i="0" dirty="0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 </a:t>
            </a:r>
            <a:r>
              <a:rPr lang="en-US" b="0" i="0" dirty="0" err="1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buka</a:t>
            </a:r>
            <a:r>
              <a:rPr lang="en-US" b="0" i="0" dirty="0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 situs yang </a:t>
            </a:r>
            <a:r>
              <a:rPr lang="en-US" b="0" i="0" dirty="0" err="1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baru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D707AA-DE49-48AB-B498-D9DD8F08359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8917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Sumber</a:t>
            </a:r>
            <a:r>
              <a:rPr lang="en-US" dirty="0"/>
              <a:t> data yang </a:t>
            </a:r>
            <a:r>
              <a:rPr lang="en-US" dirty="0" err="1"/>
              <a:t>saya</a:t>
            </a:r>
            <a:r>
              <a:rPr lang="en-US" dirty="0"/>
              <a:t> </a:t>
            </a:r>
            <a:r>
              <a:rPr lang="en-US" dirty="0" err="1"/>
              <a:t>gunakan</a:t>
            </a:r>
            <a:r>
              <a:rPr lang="en-US" dirty="0"/>
              <a:t> </a:t>
            </a:r>
            <a:r>
              <a:rPr lang="en-US" dirty="0" err="1"/>
              <a:t>diambil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Kaggle </a:t>
            </a:r>
            <a:r>
              <a:rPr lang="en-US" b="1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zeitung"/>
              </a:rPr>
              <a:t>Malicious URLs dataset </a:t>
            </a:r>
            <a:r>
              <a:rPr lang="en-US" b="0" i="0" dirty="0" err="1">
                <a:solidFill>
                  <a:srgbClr val="202124"/>
                </a:solidFill>
                <a:effectLst/>
                <a:highlight>
                  <a:srgbClr val="FFFFFF"/>
                </a:highlight>
                <a:latin typeface="zeitung"/>
              </a:rPr>
              <a:t>milik</a:t>
            </a:r>
            <a:r>
              <a:rPr lang="en-US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zeitung"/>
              </a:rPr>
              <a:t> </a:t>
            </a:r>
            <a:r>
              <a:rPr lang="en-US" b="1" i="0" cap="all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Inter"/>
              </a:rPr>
              <a:t>MANU SIDDHARTHA </a:t>
            </a:r>
            <a:r>
              <a:rPr lang="en-US" b="0" i="0" dirty="0">
                <a:solidFill>
                  <a:srgbClr val="3C4043"/>
                </a:solidFill>
                <a:effectLst/>
                <a:highlight>
                  <a:srgbClr val="FFFFFF"/>
                </a:highlight>
                <a:latin typeface="Inter"/>
              </a:rPr>
              <a:t>yang </a:t>
            </a:r>
            <a:r>
              <a:rPr lang="en-US" b="0" i="0" dirty="0" err="1">
                <a:solidFill>
                  <a:srgbClr val="3C4043"/>
                </a:solidFill>
                <a:effectLst/>
                <a:highlight>
                  <a:srgbClr val="FFFFFF"/>
                </a:highlight>
                <a:latin typeface="Inter"/>
              </a:rPr>
              <a:t>berisikan</a:t>
            </a:r>
            <a:r>
              <a:rPr lang="en-US" b="0" i="0" dirty="0">
                <a:solidFill>
                  <a:srgbClr val="3C4043"/>
                </a:solidFill>
                <a:effectLst/>
                <a:highlight>
                  <a:srgbClr val="FFFFFF"/>
                </a:highlight>
                <a:latin typeface="Inter"/>
              </a:rPr>
              <a:t> </a:t>
            </a:r>
            <a:r>
              <a:rPr lang="en-US" b="0" i="0" dirty="0" err="1">
                <a:solidFill>
                  <a:srgbClr val="3C4043"/>
                </a:solidFill>
                <a:effectLst/>
                <a:highlight>
                  <a:srgbClr val="FFFFFF"/>
                </a:highlight>
                <a:latin typeface="Inter"/>
              </a:rPr>
              <a:t>sebanyak</a:t>
            </a:r>
            <a:r>
              <a:rPr lang="en-US" b="1" i="0" cap="all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Inter"/>
              </a:rPr>
              <a:t> </a:t>
            </a:r>
            <a:r>
              <a:rPr lang="en-US" b="0" i="0" dirty="0">
                <a:solidFill>
                  <a:srgbClr val="3C4043"/>
                </a:solidFill>
                <a:effectLst/>
                <a:highlight>
                  <a:srgbClr val="FFFFFF"/>
                </a:highlight>
                <a:latin typeface="Inter"/>
              </a:rPr>
              <a:t>651,191 URLs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 dirty="0" err="1">
                <a:solidFill>
                  <a:srgbClr val="3C4043"/>
                </a:solidFill>
                <a:effectLst/>
                <a:highlight>
                  <a:srgbClr val="FFFFFF"/>
                </a:highlight>
                <a:latin typeface="Inter"/>
              </a:rPr>
              <a:t>Terdiri</a:t>
            </a:r>
            <a:r>
              <a:rPr lang="en-US" b="0" i="0" dirty="0">
                <a:solidFill>
                  <a:srgbClr val="3C4043"/>
                </a:solidFill>
                <a:effectLst/>
                <a:highlight>
                  <a:srgbClr val="FFFFFF"/>
                </a:highlight>
                <a:latin typeface="Inter"/>
              </a:rPr>
              <a:t> </a:t>
            </a:r>
            <a:r>
              <a:rPr lang="en-US" b="0" i="0" dirty="0" err="1">
                <a:solidFill>
                  <a:srgbClr val="3C4043"/>
                </a:solidFill>
                <a:effectLst/>
                <a:highlight>
                  <a:srgbClr val="FFFFFF"/>
                </a:highlight>
                <a:latin typeface="Inter"/>
              </a:rPr>
              <a:t>dari</a:t>
            </a:r>
            <a:r>
              <a:rPr lang="en-US" b="0" i="0" dirty="0">
                <a:solidFill>
                  <a:srgbClr val="3C4043"/>
                </a:solidFill>
                <a:effectLst/>
                <a:highlight>
                  <a:srgbClr val="FFFFFF"/>
                </a:highlight>
                <a:latin typeface="Inter"/>
              </a:rPr>
              <a:t>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b="0" i="0" dirty="0">
                <a:solidFill>
                  <a:srgbClr val="3C4043"/>
                </a:solidFill>
                <a:effectLst/>
                <a:highlight>
                  <a:srgbClr val="FFFFFF"/>
                </a:highlight>
                <a:latin typeface="Inter"/>
              </a:rPr>
              <a:t>428.103 benign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b="0" i="0" dirty="0">
                <a:solidFill>
                  <a:srgbClr val="3C4043"/>
                </a:solidFill>
                <a:effectLst/>
                <a:highlight>
                  <a:srgbClr val="FFFFFF"/>
                </a:highlight>
                <a:latin typeface="Inter"/>
              </a:rPr>
              <a:t>96.457 defacement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b="0" i="0" dirty="0">
                <a:solidFill>
                  <a:srgbClr val="3C4043"/>
                </a:solidFill>
                <a:effectLst/>
                <a:highlight>
                  <a:srgbClr val="FFFFFF"/>
                </a:highlight>
                <a:latin typeface="Inter"/>
              </a:rPr>
              <a:t>94.111 phishing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b="0" i="0" dirty="0">
                <a:solidFill>
                  <a:srgbClr val="3C4043"/>
                </a:solidFill>
                <a:effectLst/>
                <a:highlight>
                  <a:srgbClr val="FFFFFF"/>
                </a:highlight>
                <a:latin typeface="Inter"/>
              </a:rPr>
              <a:t>32.520 malware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 dirty="0" err="1">
                <a:solidFill>
                  <a:srgbClr val="3C4043"/>
                </a:solidFill>
                <a:effectLst/>
                <a:highlight>
                  <a:srgbClr val="FFFFFF"/>
                </a:highlight>
                <a:latin typeface="Inter"/>
              </a:rPr>
              <a:t>Digabung</a:t>
            </a:r>
            <a:r>
              <a:rPr lang="en-US" b="0" i="0" dirty="0">
                <a:solidFill>
                  <a:srgbClr val="3C4043"/>
                </a:solidFill>
                <a:effectLst/>
                <a:highlight>
                  <a:srgbClr val="FFFFFF"/>
                </a:highlight>
                <a:latin typeface="Inter"/>
              </a:rPr>
              <a:t> </a:t>
            </a:r>
            <a:r>
              <a:rPr lang="en-US" b="0" i="0" dirty="0" err="1">
                <a:solidFill>
                  <a:srgbClr val="3C4043"/>
                </a:solidFill>
                <a:effectLst/>
                <a:highlight>
                  <a:srgbClr val="FFFFFF"/>
                </a:highlight>
                <a:latin typeface="Inter"/>
              </a:rPr>
              <a:t>dengan</a:t>
            </a:r>
            <a:r>
              <a:rPr lang="en-US" b="0" i="0" dirty="0">
                <a:solidFill>
                  <a:srgbClr val="3C4043"/>
                </a:solidFill>
                <a:effectLst/>
                <a:highlight>
                  <a:srgbClr val="FFFFFF"/>
                </a:highlight>
                <a:latin typeface="Inter"/>
              </a:rPr>
              <a:t> data whitelist </a:t>
            </a:r>
            <a:r>
              <a:rPr lang="en-US" b="0" i="0" dirty="0" err="1">
                <a:solidFill>
                  <a:srgbClr val="3C4043"/>
                </a:solidFill>
                <a:effectLst/>
                <a:highlight>
                  <a:srgbClr val="FFFFFF"/>
                </a:highlight>
                <a:latin typeface="Inter"/>
              </a:rPr>
              <a:t>dari</a:t>
            </a:r>
            <a:r>
              <a:rPr lang="en-US" b="0" i="0" dirty="0">
                <a:solidFill>
                  <a:srgbClr val="3C4043"/>
                </a:solidFill>
                <a:effectLst/>
                <a:highlight>
                  <a:srgbClr val="FFFFFF"/>
                </a:highlight>
                <a:latin typeface="Inter"/>
              </a:rPr>
              <a:t> GitHub (</a:t>
            </a:r>
            <a:r>
              <a:rPr lang="en-US" b="0" i="0" dirty="0" err="1">
                <a:solidFill>
                  <a:srgbClr val="3C4043"/>
                </a:solidFill>
                <a:effectLst/>
                <a:highlight>
                  <a:srgbClr val="FFFFFF"/>
                </a:highlight>
                <a:latin typeface="Inter"/>
              </a:rPr>
              <a:t>database.phising</a:t>
            </a:r>
            <a:r>
              <a:rPr lang="en-US" b="0" i="0" dirty="0">
                <a:solidFill>
                  <a:srgbClr val="3C4043"/>
                </a:solidFill>
                <a:effectLst/>
                <a:highlight>
                  <a:srgbClr val="FFFFFF"/>
                </a:highlight>
                <a:latin typeface="Inter"/>
              </a:rPr>
              <a:t>) </a:t>
            </a:r>
            <a:r>
              <a:rPr lang="en-US" b="0" i="0" dirty="0" err="1">
                <a:solidFill>
                  <a:srgbClr val="3C4043"/>
                </a:solidFill>
                <a:effectLst/>
                <a:highlight>
                  <a:srgbClr val="FFFFFF"/>
                </a:highlight>
                <a:latin typeface="Inter"/>
              </a:rPr>
              <a:t>mitchellkrogza</a:t>
            </a:r>
            <a:r>
              <a:rPr lang="en-US" b="0" i="0" dirty="0">
                <a:solidFill>
                  <a:srgbClr val="3C4043"/>
                </a:solidFill>
                <a:effectLst/>
                <a:highlight>
                  <a:srgbClr val="FFFFFF"/>
                </a:highlight>
                <a:latin typeface="Inter"/>
              </a:rPr>
              <a:t> (yang </a:t>
            </a:r>
            <a:r>
              <a:rPr lang="en-US" b="0" i="0" dirty="0" err="1">
                <a:solidFill>
                  <a:srgbClr val="3C4043"/>
                </a:solidFill>
                <a:effectLst/>
                <a:highlight>
                  <a:srgbClr val="FFFFFF"/>
                </a:highlight>
                <a:latin typeface="Inter"/>
              </a:rPr>
              <a:t>dikumpulkan</a:t>
            </a:r>
            <a:r>
              <a:rPr lang="en-US" b="0" i="0" dirty="0">
                <a:solidFill>
                  <a:srgbClr val="3C4043"/>
                </a:solidFill>
                <a:effectLst/>
                <a:highlight>
                  <a:srgbClr val="FFFFFF"/>
                </a:highlight>
                <a:latin typeface="Inter"/>
              </a:rPr>
              <a:t> </a:t>
            </a:r>
            <a:r>
              <a:rPr lang="en-US" b="0" i="0" dirty="0" err="1">
                <a:solidFill>
                  <a:srgbClr val="3C4043"/>
                </a:solidFill>
                <a:effectLst/>
                <a:highlight>
                  <a:srgbClr val="FFFFFF"/>
                </a:highlight>
                <a:latin typeface="Inter"/>
              </a:rPr>
              <a:t>dengan</a:t>
            </a:r>
            <a:r>
              <a:rPr lang="en-US" b="0" i="0" dirty="0">
                <a:solidFill>
                  <a:srgbClr val="3C4043"/>
                </a:solidFill>
                <a:effectLst/>
                <a:highlight>
                  <a:srgbClr val="FFFFFF"/>
                </a:highlight>
                <a:latin typeface="Inter"/>
              </a:rPr>
              <a:t> </a:t>
            </a:r>
            <a:r>
              <a:rPr lang="en-US" b="0" i="0" dirty="0" err="1">
                <a:solidFill>
                  <a:srgbClr val="3C4043"/>
                </a:solidFill>
                <a:effectLst/>
                <a:highlight>
                  <a:srgbClr val="FFFFFF"/>
                </a:highlight>
                <a:latin typeface="Inter"/>
              </a:rPr>
              <a:t>menggunakan</a:t>
            </a:r>
            <a:r>
              <a:rPr lang="en-US" b="0" i="0" dirty="0">
                <a:solidFill>
                  <a:srgbClr val="3C4043"/>
                </a:solidFill>
                <a:effectLst/>
                <a:highlight>
                  <a:srgbClr val="FFFFFF"/>
                </a:highlight>
                <a:latin typeface="Inter"/>
              </a:rPr>
              <a:t> </a:t>
            </a:r>
            <a:r>
              <a:rPr lang="en-US" b="0" i="0" dirty="0" err="1">
                <a:solidFill>
                  <a:srgbClr val="E6EDF3"/>
                </a:solidFill>
                <a:effectLst/>
                <a:highlight>
                  <a:srgbClr val="0D1117"/>
                </a:highlight>
                <a:latin typeface="-apple-system"/>
              </a:rPr>
              <a:t>PyFunceble</a:t>
            </a:r>
            <a:r>
              <a:rPr lang="en-US" b="0" i="0" dirty="0">
                <a:solidFill>
                  <a:srgbClr val="E6EDF3"/>
                </a:solidFill>
                <a:effectLst/>
                <a:highlight>
                  <a:srgbClr val="0D1117"/>
                </a:highlight>
                <a:latin typeface="-apple-system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 dirty="0">
                <a:solidFill>
                  <a:srgbClr val="E6EDF3"/>
                </a:solidFill>
                <a:effectLst/>
                <a:highlight>
                  <a:srgbClr val="0D1117"/>
                </a:highlight>
                <a:latin typeface="-apple-system"/>
              </a:rPr>
              <a:t>Yang </a:t>
            </a:r>
            <a:r>
              <a:rPr lang="en-US" b="0" i="0" dirty="0" err="1">
                <a:solidFill>
                  <a:srgbClr val="E6EDF3"/>
                </a:solidFill>
                <a:effectLst/>
                <a:highlight>
                  <a:srgbClr val="0D1117"/>
                </a:highlight>
                <a:latin typeface="-apple-system"/>
              </a:rPr>
              <a:t>terdiri</a:t>
            </a:r>
            <a:r>
              <a:rPr lang="en-US" b="0" i="0" dirty="0">
                <a:solidFill>
                  <a:srgbClr val="E6EDF3"/>
                </a:solidFill>
                <a:effectLst/>
                <a:highlight>
                  <a:srgbClr val="0D1117"/>
                </a:highlight>
                <a:latin typeface="-apple-system"/>
              </a:rPr>
              <a:t> </a:t>
            </a:r>
            <a:r>
              <a:rPr lang="en-US" b="0" i="0" dirty="0" err="1">
                <a:solidFill>
                  <a:srgbClr val="E6EDF3"/>
                </a:solidFill>
                <a:effectLst/>
                <a:highlight>
                  <a:srgbClr val="0D1117"/>
                </a:highlight>
                <a:latin typeface="-apple-system"/>
              </a:rPr>
              <a:t>dari</a:t>
            </a:r>
            <a:r>
              <a:rPr lang="en-US" b="0" i="0" dirty="0">
                <a:solidFill>
                  <a:srgbClr val="E6EDF3"/>
                </a:solidFill>
                <a:effectLst/>
                <a:highlight>
                  <a:srgbClr val="0D1117"/>
                </a:highlight>
                <a:latin typeface="-apple-system"/>
              </a:rPr>
              <a:t> </a:t>
            </a:r>
            <a:r>
              <a:rPr lang="en-US" b="0" i="0" dirty="0">
                <a:solidFill>
                  <a:srgbClr val="3C4043"/>
                </a:solidFill>
                <a:effectLst/>
                <a:highlight>
                  <a:srgbClr val="FFFFFF"/>
                </a:highlight>
                <a:latin typeface="Inter"/>
              </a:rPr>
              <a:t>602 </a:t>
            </a:r>
            <a:r>
              <a:rPr lang="en-US" b="0" i="0" dirty="0" err="1">
                <a:solidFill>
                  <a:srgbClr val="3C4043"/>
                </a:solidFill>
                <a:effectLst/>
                <a:highlight>
                  <a:srgbClr val="FFFFFF"/>
                </a:highlight>
                <a:latin typeface="Inter"/>
              </a:rPr>
              <a:t>url</a:t>
            </a:r>
            <a:r>
              <a:rPr lang="en-US" b="0" i="0" dirty="0">
                <a:solidFill>
                  <a:srgbClr val="3C4043"/>
                </a:solidFill>
                <a:effectLst/>
                <a:highlight>
                  <a:srgbClr val="FFFFFF"/>
                </a:highlight>
                <a:latin typeface="Inter"/>
              </a:rPr>
              <a:t> benign </a:t>
            </a:r>
            <a:r>
              <a:rPr lang="en-US" b="0" i="0" dirty="0" err="1">
                <a:solidFill>
                  <a:srgbClr val="3C4043"/>
                </a:solidFill>
                <a:effectLst/>
                <a:highlight>
                  <a:srgbClr val="FFFFFF"/>
                </a:highlight>
                <a:latin typeface="Inter"/>
              </a:rPr>
              <a:t>umum</a:t>
            </a:r>
            <a:r>
              <a:rPr lang="en-US" b="0" i="0" dirty="0">
                <a:solidFill>
                  <a:srgbClr val="3C4043"/>
                </a:solidFill>
                <a:effectLst/>
                <a:highlight>
                  <a:srgbClr val="FFFFFF"/>
                </a:highlight>
                <a:latin typeface="Inter"/>
              </a:rPr>
              <a:t> (google.com, youtube.com), yang </a:t>
            </a:r>
            <a:r>
              <a:rPr lang="en-US" b="0" i="0" dirty="0" err="1">
                <a:solidFill>
                  <a:srgbClr val="3C4043"/>
                </a:solidFill>
                <a:effectLst/>
                <a:highlight>
                  <a:srgbClr val="FFFFFF"/>
                </a:highlight>
                <a:latin typeface="Inter"/>
              </a:rPr>
              <a:t>diambil</a:t>
            </a:r>
            <a:r>
              <a:rPr lang="en-US" b="0" i="0" dirty="0">
                <a:solidFill>
                  <a:srgbClr val="3C4043"/>
                </a:solidFill>
                <a:effectLst/>
                <a:highlight>
                  <a:srgbClr val="FFFFFF"/>
                </a:highlight>
                <a:latin typeface="Inter"/>
              </a:rPr>
              <a:t> </a:t>
            </a:r>
            <a:r>
              <a:rPr lang="it-IT" b="0" i="0" dirty="0">
                <a:solidFill>
                  <a:srgbClr val="3C4043"/>
                </a:solidFill>
                <a:effectLst/>
                <a:highlight>
                  <a:srgbClr val="FFFFFF"/>
                </a:highlight>
                <a:latin typeface="Inter"/>
              </a:rPr>
              <a:t>di tanggal 10 Agustus 2023 di jam 18.00 (update tiap hari)</a:t>
            </a:r>
            <a:endParaRPr lang="en-US" b="0" i="0" dirty="0">
              <a:solidFill>
                <a:srgbClr val="3C4043"/>
              </a:solidFill>
              <a:effectLst/>
              <a:highlight>
                <a:srgbClr val="FFFFFF"/>
              </a:highlight>
              <a:latin typeface="Inter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en-US" b="0" i="0" dirty="0">
              <a:solidFill>
                <a:srgbClr val="202124"/>
              </a:solidFill>
              <a:effectLst/>
              <a:highlight>
                <a:srgbClr val="FFFFFF"/>
              </a:highlight>
              <a:latin typeface="zeitung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D707AA-DE49-48AB-B498-D9DD8F08359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8513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SKENARIO PENELITIAN</a:t>
            </a:r>
          </a:p>
          <a:p>
            <a:r>
              <a:rPr lang="en-US" dirty="0"/>
              <a:t>- Data yang </a:t>
            </a:r>
            <a:r>
              <a:rPr lang="en-US" dirty="0" err="1"/>
              <a:t>telah</a:t>
            </a:r>
            <a:r>
              <a:rPr lang="en-US" dirty="0"/>
              <a:t> </a:t>
            </a:r>
            <a:r>
              <a:rPr lang="en-US" dirty="0" err="1"/>
              <a:t>didapat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diperlakukan</a:t>
            </a:r>
            <a:r>
              <a:rPr lang="en-US" dirty="0"/>
              <a:t> </a:t>
            </a:r>
            <a:r>
              <a:rPr lang="en-US" dirty="0" err="1"/>
              <a:t>berbeda</a:t>
            </a:r>
            <a:r>
              <a:rPr lang="en-US" dirty="0"/>
              <a:t>, data </a:t>
            </a:r>
            <a:r>
              <a:rPr lang="en-US" dirty="0" err="1"/>
              <a:t>dari</a:t>
            </a:r>
            <a:r>
              <a:rPr lang="en-US" dirty="0"/>
              <a:t> Kaggle </a:t>
            </a:r>
            <a:r>
              <a:rPr lang="en-US" dirty="0" err="1"/>
              <a:t>karena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seimbang</a:t>
            </a:r>
            <a:r>
              <a:rPr lang="en-US" dirty="0"/>
              <a:t>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saya</a:t>
            </a:r>
            <a:r>
              <a:rPr lang="en-US" dirty="0"/>
              <a:t> </a:t>
            </a:r>
            <a:r>
              <a:rPr lang="en-US" dirty="0" err="1"/>
              <a:t>melakukan</a:t>
            </a:r>
            <a:r>
              <a:rPr lang="en-US" dirty="0"/>
              <a:t> balancing data, </a:t>
            </a:r>
            <a:r>
              <a:rPr lang="en-US" dirty="0" err="1"/>
              <a:t>setelah</a:t>
            </a:r>
            <a:r>
              <a:rPr lang="en-US" dirty="0"/>
              <a:t> </a:t>
            </a:r>
            <a:r>
              <a:rPr lang="en-US" dirty="0" err="1"/>
              <a:t>dibalancing</a:t>
            </a:r>
            <a:r>
              <a:rPr lang="en-US" dirty="0"/>
              <a:t> data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digabungkan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data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github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- </a:t>
            </a:r>
            <a:r>
              <a:rPr lang="en-US" dirty="0" err="1"/>
              <a:t>Setelah</a:t>
            </a:r>
            <a:r>
              <a:rPr lang="en-US" dirty="0"/>
              <a:t> </a:t>
            </a:r>
            <a:r>
              <a:rPr lang="en-US" dirty="0" err="1"/>
              <a:t>setelah</a:t>
            </a:r>
            <a:r>
              <a:rPr lang="en-US" dirty="0"/>
              <a:t> </a:t>
            </a:r>
            <a:r>
              <a:rPr lang="en-US" dirty="0" err="1"/>
              <a:t>pengabungan</a:t>
            </a:r>
            <a:r>
              <a:rPr lang="en-US" dirty="0"/>
              <a:t> data </a:t>
            </a:r>
            <a:r>
              <a:rPr lang="en-US" dirty="0" err="1"/>
              <a:t>saya</a:t>
            </a:r>
            <a:r>
              <a:rPr lang="en-US" dirty="0"/>
              <a:t> </a:t>
            </a:r>
            <a:r>
              <a:rPr lang="en-US" dirty="0" err="1"/>
              <a:t>ambil</a:t>
            </a:r>
            <a:r>
              <a:rPr lang="en-US" dirty="0"/>
              <a:t> 100 data </a:t>
            </a:r>
            <a:r>
              <a:rPr lang="en-US" dirty="0" err="1"/>
              <a:t>dari</a:t>
            </a:r>
            <a:r>
              <a:rPr lang="en-US" dirty="0"/>
              <a:t> masing </a:t>
            </a:r>
            <a:r>
              <a:rPr lang="en-US" dirty="0" err="1"/>
              <a:t>masing</a:t>
            </a:r>
            <a:r>
              <a:rPr lang="en-US" dirty="0"/>
              <a:t> </a:t>
            </a:r>
            <a:r>
              <a:rPr lang="en-US" dirty="0" err="1"/>
              <a:t>kelas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dijadikan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uji </a:t>
            </a:r>
            <a:r>
              <a:rPr lang="en-US" dirty="0" err="1"/>
              <a:t>performa</a:t>
            </a:r>
            <a:r>
              <a:rPr lang="en-US" dirty="0"/>
              <a:t> model </a:t>
            </a:r>
            <a:r>
              <a:rPr lang="en-US" dirty="0" err="1"/>
              <a:t>dengan</a:t>
            </a:r>
            <a:r>
              <a:rPr lang="en-US" dirty="0"/>
              <a:t> data </a:t>
            </a:r>
            <a:r>
              <a:rPr lang="en-US" dirty="0" err="1"/>
              <a:t>baru</a:t>
            </a:r>
            <a:r>
              <a:rPr lang="en-US" dirty="0"/>
              <a:t>. </a:t>
            </a:r>
            <a:r>
              <a:rPr lang="en-US" dirty="0" err="1"/>
              <a:t>kemudian</a:t>
            </a:r>
            <a:r>
              <a:rPr lang="en-US" dirty="0"/>
              <a:t> </a:t>
            </a:r>
            <a:r>
              <a:rPr lang="en-US" dirty="0" err="1"/>
              <a:t>saya</a:t>
            </a:r>
            <a:r>
              <a:rPr lang="en-US" dirty="0"/>
              <a:t> </a:t>
            </a:r>
            <a:r>
              <a:rPr lang="en-US" dirty="0" err="1"/>
              <a:t>lakukan</a:t>
            </a:r>
            <a:r>
              <a:rPr lang="en-US" dirty="0"/>
              <a:t> label encoding.</a:t>
            </a:r>
          </a:p>
          <a:p>
            <a:endParaRPr lang="en-US" dirty="0"/>
          </a:p>
          <a:p>
            <a:r>
              <a:rPr lang="en-US" dirty="0"/>
              <a:t>- </a:t>
            </a:r>
            <a:r>
              <a:rPr lang="en-US" dirty="0" err="1"/>
              <a:t>Setelah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 pada </a:t>
            </a:r>
            <a:r>
              <a:rPr lang="en-US" dirty="0" err="1"/>
              <a:t>pemrosesan</a:t>
            </a:r>
            <a:r>
              <a:rPr lang="en-US" dirty="0"/>
              <a:t> </a:t>
            </a:r>
            <a:r>
              <a:rPr lang="en-US" dirty="0" err="1"/>
              <a:t>datanya</a:t>
            </a:r>
            <a:r>
              <a:rPr lang="en-US" dirty="0"/>
              <a:t>, </a:t>
            </a:r>
            <a:r>
              <a:rPr lang="en-US" dirty="0" err="1"/>
              <a:t>melakukan</a:t>
            </a:r>
            <a:r>
              <a:rPr lang="en-US" dirty="0"/>
              <a:t> label encoding, URL </a:t>
            </a:r>
            <a:r>
              <a:rPr lang="en-US" dirty="0" err="1"/>
              <a:t>akan</a:t>
            </a:r>
            <a:r>
              <a:rPr lang="en-US" dirty="0"/>
              <a:t> di </a:t>
            </a:r>
            <a:r>
              <a:rPr lang="en-US" dirty="0" err="1"/>
              <a:t>pecah</a:t>
            </a:r>
            <a:r>
              <a:rPr lang="en-US" dirty="0"/>
              <a:t> </a:t>
            </a:r>
            <a:r>
              <a:rPr lang="en-US" dirty="0" err="1"/>
              <a:t>berdasarkan</a:t>
            </a:r>
            <a:r>
              <a:rPr lang="en-US" dirty="0"/>
              <a:t> </a:t>
            </a:r>
            <a:r>
              <a:rPr lang="en-US" dirty="0" err="1"/>
              <a:t>strukturnya</a:t>
            </a:r>
            <a:r>
              <a:rPr lang="en-US" dirty="0"/>
              <a:t>, </a:t>
            </a:r>
            <a:r>
              <a:rPr lang="en-US" dirty="0" err="1"/>
              <a:t>kemudian</a:t>
            </a:r>
            <a:r>
              <a:rPr lang="en-US" dirty="0"/>
              <a:t> </a:t>
            </a:r>
            <a:r>
              <a:rPr lang="en-US" dirty="0" err="1"/>
              <a:t>dicleaning</a:t>
            </a:r>
            <a:r>
              <a:rPr lang="en-US" dirty="0"/>
              <a:t> </a:t>
            </a:r>
            <a:r>
              <a:rPr lang="en-US" dirty="0" err="1"/>
              <a:t>pembersihan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simbol</a:t>
            </a:r>
            <a:r>
              <a:rPr lang="en-US" dirty="0"/>
              <a:t> </a:t>
            </a:r>
            <a:r>
              <a:rPr lang="en-US" dirty="0" err="1"/>
              <a:t>simbol</a:t>
            </a:r>
            <a:r>
              <a:rPr lang="en-US" dirty="0"/>
              <a:t> dan </a:t>
            </a:r>
            <a:r>
              <a:rPr lang="en-US" dirty="0" err="1"/>
              <a:t>ditokenizeing</a:t>
            </a:r>
            <a:endParaRPr lang="en-US" dirty="0"/>
          </a:p>
          <a:p>
            <a:endParaRPr lang="en-US" dirty="0"/>
          </a:p>
          <a:p>
            <a:r>
              <a:rPr lang="en-US" dirty="0"/>
              <a:t>- </a:t>
            </a:r>
            <a:r>
              <a:rPr lang="en-US" dirty="0" err="1"/>
              <a:t>Setelah</a:t>
            </a:r>
            <a:r>
              <a:rPr lang="en-US" dirty="0"/>
              <a:t> data </a:t>
            </a:r>
            <a:r>
              <a:rPr lang="en-US" dirty="0" err="1"/>
              <a:t>bersih</a:t>
            </a:r>
            <a:r>
              <a:rPr lang="en-US" dirty="0"/>
              <a:t>, data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saya</a:t>
            </a:r>
            <a:r>
              <a:rPr lang="en-US" dirty="0"/>
              <a:t> split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perbandingan</a:t>
            </a:r>
            <a:r>
              <a:rPr lang="en-US" dirty="0"/>
              <a:t> 80% </a:t>
            </a:r>
            <a:r>
              <a:rPr lang="en-US" dirty="0" err="1"/>
              <a:t>untuk</a:t>
            </a:r>
            <a:r>
              <a:rPr lang="en-US" dirty="0"/>
              <a:t> training dan 20%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validasi</a:t>
            </a:r>
            <a:r>
              <a:rPr lang="en-US" dirty="0"/>
              <a:t> </a:t>
            </a:r>
            <a:r>
              <a:rPr lang="en-US" dirty="0" err="1"/>
              <a:t>hasil</a:t>
            </a:r>
            <a:r>
              <a:rPr lang="en-US" dirty="0"/>
              <a:t> training, </a:t>
            </a:r>
            <a:r>
              <a:rPr lang="en-US" dirty="0" err="1"/>
              <a:t>kemudian</a:t>
            </a:r>
            <a:r>
              <a:rPr lang="en-US" dirty="0"/>
              <a:t> </a:t>
            </a:r>
            <a:r>
              <a:rPr lang="en-US" dirty="0" err="1"/>
              <a:t>masuk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model</a:t>
            </a:r>
          </a:p>
          <a:p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Data </a:t>
            </a:r>
            <a:r>
              <a:rPr lang="en-US" dirty="0" err="1"/>
              <a:t>dari</a:t>
            </a:r>
            <a:r>
              <a:rPr lang="en-US" dirty="0"/>
              <a:t> Kaggle </a:t>
            </a:r>
            <a:r>
              <a:rPr lang="en-US" dirty="0" err="1"/>
              <a:t>sebanyak</a:t>
            </a:r>
            <a:r>
              <a:rPr lang="en-US" dirty="0"/>
              <a:t> 641.125 </a:t>
            </a:r>
            <a:r>
              <a:rPr lang="en-US" dirty="0" err="1"/>
              <a:t>saya</a:t>
            </a:r>
            <a:r>
              <a:rPr lang="en-US" dirty="0"/>
              <a:t> </a:t>
            </a:r>
            <a:r>
              <a:rPr lang="en-US" dirty="0" err="1"/>
              <a:t>melakukan</a:t>
            </a:r>
            <a:r>
              <a:rPr lang="en-US" dirty="0"/>
              <a:t> drop </a:t>
            </a:r>
            <a:r>
              <a:rPr lang="en-US" dirty="0" err="1"/>
              <a:t>duplikasi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641.119 </a:t>
            </a:r>
            <a:r>
              <a:rPr lang="en-US" dirty="0" err="1"/>
              <a:t>kemudian</a:t>
            </a:r>
            <a:r>
              <a:rPr lang="en-US" dirty="0"/>
              <a:t>, </a:t>
            </a:r>
            <a:r>
              <a:rPr lang="en-US" dirty="0" err="1"/>
              <a:t>karena</a:t>
            </a:r>
            <a:r>
              <a:rPr lang="en-US" dirty="0"/>
              <a:t> </a:t>
            </a:r>
            <a:r>
              <a:rPr lang="en-US" dirty="0" err="1"/>
              <a:t>adanya</a:t>
            </a:r>
            <a:r>
              <a:rPr lang="en-US" dirty="0"/>
              <a:t> </a:t>
            </a:r>
            <a:r>
              <a:rPr lang="en-US" dirty="0" err="1"/>
              <a:t>ketidak</a:t>
            </a:r>
            <a:r>
              <a:rPr lang="en-US" dirty="0"/>
              <a:t> </a:t>
            </a:r>
            <a:r>
              <a:rPr lang="en-US" dirty="0" err="1"/>
              <a:t>seimbangan</a:t>
            </a:r>
            <a:r>
              <a:rPr lang="en-US" dirty="0"/>
              <a:t> </a:t>
            </a:r>
            <a:r>
              <a:rPr lang="en-US" dirty="0" err="1"/>
              <a:t>jumlah</a:t>
            </a:r>
            <a:r>
              <a:rPr lang="en-US" dirty="0"/>
              <a:t> data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kelas</a:t>
            </a:r>
            <a:r>
              <a:rPr lang="en-US" dirty="0"/>
              <a:t>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saya</a:t>
            </a:r>
            <a:r>
              <a:rPr lang="en-US" dirty="0"/>
              <a:t> </a:t>
            </a:r>
            <a:r>
              <a:rPr lang="en-US" dirty="0" err="1"/>
              <a:t>melakukan</a:t>
            </a:r>
            <a:r>
              <a:rPr lang="en-US" dirty="0"/>
              <a:t> balancing </a:t>
            </a:r>
            <a:r>
              <a:rPr lang="en-US" dirty="0" err="1"/>
              <a:t>menjadi</a:t>
            </a:r>
            <a:r>
              <a:rPr lang="en-US" dirty="0"/>
              <a:t> 23.645 </a:t>
            </a:r>
            <a:r>
              <a:rPr lang="en-US" dirty="0" err="1"/>
              <a:t>tiap</a:t>
            </a:r>
            <a:r>
              <a:rPr lang="en-US" dirty="0"/>
              <a:t> </a:t>
            </a:r>
            <a:r>
              <a:rPr lang="en-US" dirty="0" err="1"/>
              <a:t>kelas</a:t>
            </a:r>
            <a:r>
              <a:rPr lang="en-US" dirty="0"/>
              <a:t>, total 94.580</a:t>
            </a:r>
            <a:br>
              <a:rPr lang="en-US" dirty="0"/>
            </a:br>
            <a:endParaRPr lang="en-US" dirty="0"/>
          </a:p>
          <a:p>
            <a:pPr marL="0" indent="0">
              <a:buFontTx/>
              <a:buNone/>
            </a:pPr>
            <a:r>
              <a:rPr lang="en-US" dirty="0" err="1"/>
              <a:t>penggambaran</a:t>
            </a:r>
            <a:r>
              <a:rPr lang="en-US" dirty="0"/>
              <a:t> </a:t>
            </a:r>
            <a:r>
              <a:rPr lang="en-US" dirty="0" err="1"/>
              <a:t>methode</a:t>
            </a:r>
            <a:r>
              <a:rPr lang="en-US" dirty="0"/>
              <a:t> </a:t>
            </a:r>
            <a:r>
              <a:rPr lang="en-US" dirty="0" err="1"/>
              <a:t>dibenarkan</a:t>
            </a:r>
            <a:endParaRPr lang="en-US" dirty="0"/>
          </a:p>
          <a:p>
            <a:pPr marL="0" indent="0">
              <a:buFontTx/>
              <a:buNone/>
            </a:pPr>
            <a:r>
              <a:rPr lang="en-US" dirty="0" err="1"/>
              <a:t>Rumusan</a:t>
            </a:r>
            <a:r>
              <a:rPr lang="en-US" dirty="0"/>
              <a:t> </a:t>
            </a:r>
            <a:r>
              <a:rPr lang="en-US" dirty="0" err="1"/>
              <a:t>masalah</a:t>
            </a:r>
            <a:r>
              <a:rPr lang="en-US" dirty="0"/>
              <a:t> </a:t>
            </a:r>
            <a:r>
              <a:rPr lang="en-US" dirty="0" err="1"/>
              <a:t>diperjelas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D707AA-DE49-48AB-B498-D9DD8F08359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5225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Drop duplicate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D707AA-DE49-48AB-B498-D9DD8F08359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5541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Kemudian</a:t>
            </a:r>
            <a:r>
              <a:rPr lang="en-US" dirty="0"/>
              <a:t> </a:t>
            </a:r>
            <a:r>
              <a:rPr lang="en-US" dirty="0" err="1"/>
              <a:t>masuk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tahap</a:t>
            </a:r>
            <a:r>
              <a:rPr lang="en-US" dirty="0"/>
              <a:t> preprocessing, pada </a:t>
            </a:r>
            <a:r>
              <a:rPr lang="en-US" dirty="0" err="1"/>
              <a:t>tahap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hal</a:t>
            </a:r>
            <a:r>
              <a:rPr lang="en-US" dirty="0"/>
              <a:t> </a:t>
            </a:r>
            <a:r>
              <a:rPr lang="en-US" dirty="0" err="1"/>
              <a:t>pertama</a:t>
            </a:r>
            <a:r>
              <a:rPr lang="en-US" dirty="0"/>
              <a:t> yang </a:t>
            </a:r>
            <a:r>
              <a:rPr lang="en-US" dirty="0" err="1"/>
              <a:t>saya</a:t>
            </a:r>
            <a:r>
              <a:rPr lang="en-US" dirty="0"/>
              <a:t> </a:t>
            </a:r>
            <a:r>
              <a:rPr lang="en-US" dirty="0" err="1"/>
              <a:t>lakukan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label encoding, </a:t>
            </a:r>
            <a:r>
              <a:rPr lang="en-US" dirty="0" err="1"/>
              <a:t>mengubah</a:t>
            </a:r>
            <a:r>
              <a:rPr lang="en-US" dirty="0"/>
              <a:t> label categorical </a:t>
            </a:r>
            <a:r>
              <a:rPr lang="en-US" dirty="0" err="1"/>
              <a:t>ke</a:t>
            </a:r>
            <a:r>
              <a:rPr lang="en-US" dirty="0"/>
              <a:t> numerical</a:t>
            </a:r>
          </a:p>
          <a:p>
            <a:r>
              <a:rPr lang="en-US" dirty="0" err="1"/>
              <a:t>Caranya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Enumerate </a:t>
            </a:r>
            <a:r>
              <a:rPr lang="en-US" dirty="0" err="1"/>
              <a:t>uniq</a:t>
            </a:r>
            <a:r>
              <a:rPr lang="en-US" dirty="0"/>
              <a:t> value </a:t>
            </a:r>
            <a:r>
              <a:rPr lang="en-US" dirty="0" err="1"/>
              <a:t>dari</a:t>
            </a:r>
            <a:r>
              <a:rPr lang="en-US" dirty="0"/>
              <a:t> label</a:t>
            </a:r>
          </a:p>
          <a:p>
            <a:pPr marL="171450" indent="-171450">
              <a:buFontTx/>
              <a:buChar char="-"/>
            </a:pPr>
            <a:r>
              <a:rPr lang="en-US" dirty="0" err="1"/>
              <a:t>Diubah</a:t>
            </a:r>
            <a:r>
              <a:rPr lang="en-US" dirty="0"/>
              <a:t> </a:t>
            </a:r>
            <a:r>
              <a:rPr lang="en-US" dirty="0" err="1"/>
              <a:t>bersamaan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fungsi</a:t>
            </a:r>
            <a:r>
              <a:rPr lang="en-US" dirty="0"/>
              <a:t> map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D707AA-DE49-48AB-B498-D9DD8F08359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9353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 err="1"/>
              <a:t>Setelah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 </a:t>
            </a:r>
            <a:r>
              <a:rPr lang="en-US" dirty="0" err="1"/>
              <a:t>normalisasi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mengubah</a:t>
            </a:r>
            <a:r>
              <a:rPr lang="en-US" dirty="0"/>
              <a:t> </a:t>
            </a:r>
            <a:r>
              <a:rPr lang="en-US" dirty="0" err="1"/>
              <a:t>url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lower chase</a:t>
            </a:r>
          </a:p>
          <a:p>
            <a:pPr marL="171450" indent="-171450">
              <a:buFontTx/>
              <a:buChar char="-"/>
            </a:pPr>
            <a:r>
              <a:rPr lang="en-US" dirty="0" err="1"/>
              <a:t>Kemudian</a:t>
            </a:r>
            <a:r>
              <a:rPr lang="en-US" dirty="0"/>
              <a:t> cleaning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menghilangkan</a:t>
            </a:r>
            <a:r>
              <a:rPr lang="en-US" dirty="0"/>
              <a:t> </a:t>
            </a:r>
            <a:r>
              <a:rPr lang="en-US" dirty="0" err="1"/>
              <a:t>simbol</a:t>
            </a:r>
            <a:r>
              <a:rPr lang="en-US" dirty="0"/>
              <a:t> </a:t>
            </a:r>
            <a:r>
              <a:rPr lang="en-US" dirty="0" err="1"/>
              <a:t>simbol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 err="1"/>
              <a:t>Setelah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 </a:t>
            </a:r>
            <a:r>
              <a:rPr lang="en-US" dirty="0" err="1"/>
              <a:t>baru</a:t>
            </a:r>
            <a:r>
              <a:rPr lang="en-US" dirty="0"/>
              <a:t> link </a:t>
            </a:r>
            <a:r>
              <a:rPr lang="en-US" dirty="0" err="1"/>
              <a:t>dicacah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</a:t>
            </a:r>
            <a:r>
              <a:rPr lang="en-US" dirty="0" err="1"/>
              <a:t>bagian</a:t>
            </a:r>
            <a:r>
              <a:rPr lang="en-US" dirty="0"/>
              <a:t> per </a:t>
            </a:r>
            <a:r>
              <a:rPr lang="en-US" dirty="0" err="1"/>
              <a:t>bagian</a:t>
            </a:r>
            <a:r>
              <a:rPr lang="en-US" dirty="0"/>
              <a:t> </a:t>
            </a:r>
            <a:r>
              <a:rPr lang="en-US" dirty="0" err="1"/>
              <a:t>sesuai</a:t>
            </a:r>
            <a:r>
              <a:rPr lang="en-US" dirty="0"/>
              <a:t> </a:t>
            </a:r>
            <a:r>
              <a:rPr lang="en-US" dirty="0" err="1"/>
              <a:t>strukturnya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D707AA-DE49-48AB-B498-D9DD8F08359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4118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Kemudian</a:t>
            </a:r>
            <a:r>
              <a:rPr lang="en-US" dirty="0"/>
              <a:t> </a:t>
            </a:r>
            <a:r>
              <a:rPr lang="en-US" dirty="0" err="1"/>
              <a:t>mencacah</a:t>
            </a:r>
            <a:r>
              <a:rPr lang="en-US" dirty="0"/>
              <a:t> </a:t>
            </a:r>
            <a:r>
              <a:rPr lang="en-US" dirty="0" err="1"/>
              <a:t>url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</a:t>
            </a:r>
            <a:r>
              <a:rPr lang="en-US" dirty="0" err="1"/>
              <a:t>bagian</a:t>
            </a:r>
            <a:r>
              <a:rPr lang="en-US" dirty="0"/>
              <a:t> per </a:t>
            </a:r>
            <a:r>
              <a:rPr lang="en-US" dirty="0" err="1"/>
              <a:t>bagian</a:t>
            </a:r>
            <a:endParaRPr lang="en-US" dirty="0"/>
          </a:p>
          <a:p>
            <a:endParaRPr lang="en-US" dirty="0"/>
          </a:p>
          <a:p>
            <a:r>
              <a:rPr lang="en-US" dirty="0"/>
              <a:t>Bagian </a:t>
            </a:r>
            <a:r>
              <a:rPr lang="en-US" dirty="0" err="1"/>
              <a:t>perbagian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diambil</a:t>
            </a:r>
            <a:r>
              <a:rPr lang="en-US" dirty="0"/>
              <a:t> yang </a:t>
            </a:r>
            <a:r>
              <a:rPr lang="en-US" dirty="0" err="1"/>
              <a:t>berupa</a:t>
            </a:r>
            <a:r>
              <a:rPr lang="en-US" dirty="0"/>
              <a:t> </a:t>
            </a:r>
            <a:r>
              <a:rPr lang="en-US" dirty="0" err="1"/>
              <a:t>teks</a:t>
            </a:r>
            <a:r>
              <a:rPr lang="en-US" dirty="0"/>
              <a:t> </a:t>
            </a:r>
            <a:r>
              <a:rPr lang="en-US" dirty="0" err="1"/>
              <a:t>saja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D707AA-DE49-48AB-B498-D9DD8F08359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2951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hasil</a:t>
            </a:r>
            <a:r>
              <a:rPr lang="en-US" dirty="0"/>
              <a:t> </a:t>
            </a:r>
            <a:r>
              <a:rPr lang="en-US" dirty="0" err="1"/>
              <a:t>pencacahan</a:t>
            </a:r>
            <a:r>
              <a:rPr lang="en-US" dirty="0"/>
              <a:t> </a:t>
            </a:r>
            <a:r>
              <a:rPr lang="en-US" dirty="0" err="1"/>
              <a:t>teks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D707AA-DE49-48AB-B498-D9DD8F08359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1328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 err="1"/>
              <a:t>Setelah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 </a:t>
            </a:r>
            <a:r>
              <a:rPr lang="en-US" dirty="0" err="1"/>
              <a:t>baru</a:t>
            </a:r>
            <a:r>
              <a:rPr lang="en-US" dirty="0"/>
              <a:t> </a:t>
            </a:r>
            <a:r>
              <a:rPr lang="en-US" dirty="0" err="1"/>
              <a:t>dilakukan</a:t>
            </a:r>
            <a:r>
              <a:rPr lang="en-US" dirty="0"/>
              <a:t> tokenize dan </a:t>
            </a:r>
            <a:r>
              <a:rPr lang="en-US" dirty="0" err="1"/>
              <a:t>dan</a:t>
            </a:r>
            <a:r>
              <a:rPr lang="en-US" dirty="0"/>
              <a:t> padding </a:t>
            </a:r>
            <a:r>
              <a:rPr lang="en-US" dirty="0" err="1"/>
              <a:t>url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Data token yang </a:t>
            </a:r>
            <a:r>
              <a:rPr lang="en-US" dirty="0" err="1"/>
              <a:t>peneliti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 </a:t>
            </a:r>
            <a:r>
              <a:rPr lang="id-ID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116.268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ribu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D707AA-DE49-48AB-B498-D9DD8F08359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3223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hasil</a:t>
            </a:r>
            <a:r>
              <a:rPr lang="en-US" dirty="0"/>
              <a:t> </a:t>
            </a:r>
            <a:r>
              <a:rPr lang="en-US" dirty="0" err="1"/>
              <a:t>paddingnya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D707AA-DE49-48AB-B498-D9DD8F08359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2149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Setelah</a:t>
            </a:r>
            <a:r>
              <a:rPr lang="en-US" dirty="0"/>
              <a:t> data </a:t>
            </a:r>
            <a:r>
              <a:rPr lang="en-US" dirty="0" err="1"/>
              <a:t>bersih</a:t>
            </a:r>
            <a:r>
              <a:rPr lang="en-US" dirty="0"/>
              <a:t>, </a:t>
            </a:r>
            <a:r>
              <a:rPr lang="en-US" dirty="0" err="1"/>
              <a:t>pelatihan</a:t>
            </a:r>
            <a:r>
              <a:rPr lang="en-US" dirty="0"/>
              <a:t> model </a:t>
            </a:r>
            <a:r>
              <a:rPr lang="en-US" dirty="0" err="1"/>
              <a:t>baru</a:t>
            </a:r>
            <a:r>
              <a:rPr lang="en-US" dirty="0"/>
              <a:t>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dimulai</a:t>
            </a:r>
            <a:r>
              <a:rPr lang="en-US" dirty="0"/>
              <a:t>. </a:t>
            </a:r>
            <a:r>
              <a:rPr lang="en-US" dirty="0" err="1"/>
              <a:t>Susunan</a:t>
            </a:r>
            <a:r>
              <a:rPr lang="en-US" dirty="0"/>
              <a:t> layer </a:t>
            </a:r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/>
              <a:t>umum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seperti</a:t>
            </a:r>
            <a:r>
              <a:rPr lang="en-US" dirty="0"/>
              <a:t> </a:t>
            </a:r>
            <a:r>
              <a:rPr lang="en-US" dirty="0" err="1"/>
              <a:t>ini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Data </a:t>
            </a:r>
            <a:r>
              <a:rPr lang="en-US" dirty="0" err="1"/>
              <a:t>masuk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layer embedding</a:t>
            </a:r>
          </a:p>
          <a:p>
            <a:pPr marL="171450" indent="-171450">
              <a:buFontTx/>
              <a:buChar char="-"/>
            </a:pPr>
            <a:r>
              <a:rPr lang="en-US" dirty="0" err="1"/>
              <a:t>Kemudian</a:t>
            </a:r>
            <a:r>
              <a:rPr lang="en-US" dirty="0"/>
              <a:t> </a:t>
            </a:r>
            <a:r>
              <a:rPr lang="en-US" dirty="0" err="1"/>
              <a:t>masuk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layer proses yang </a:t>
            </a:r>
            <a:r>
              <a:rPr lang="en-US" dirty="0" err="1"/>
              <a:t>terdiri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kombinasi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layer CNN-LSTM total </a:t>
            </a:r>
            <a:r>
              <a:rPr lang="en-US" dirty="0" err="1"/>
              <a:t>sebanyak</a:t>
            </a:r>
            <a:r>
              <a:rPr lang="en-US" dirty="0"/>
              <a:t> 4 </a:t>
            </a:r>
            <a:r>
              <a:rPr lang="en-US" dirty="0" err="1"/>
              <a:t>buah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Jadi </a:t>
            </a:r>
            <a:r>
              <a:rPr lang="en-US" dirty="0" err="1"/>
              <a:t>nanti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100% CNN, 75% CNN 25% LSTM, </a:t>
            </a:r>
            <a:r>
              <a:rPr lang="en-US" dirty="0" err="1"/>
              <a:t>sampai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100% LSTM</a:t>
            </a:r>
          </a:p>
          <a:p>
            <a:pPr marL="171450" indent="-171450">
              <a:buFontTx/>
              <a:buChar char="-"/>
            </a:pPr>
            <a:r>
              <a:rPr lang="en-US" dirty="0" err="1"/>
              <a:t>Kemudian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layer dense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D707AA-DE49-48AB-B498-D9DD8F08359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5370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 err="1"/>
              <a:t>Kombinasi</a:t>
            </a:r>
            <a:r>
              <a:rPr lang="en-US" dirty="0"/>
              <a:t> layer</a:t>
            </a:r>
          </a:p>
          <a:p>
            <a:pPr marL="171450" indent="-171450">
              <a:buFontTx/>
              <a:buChar char="-"/>
            </a:pPr>
            <a:r>
              <a:rPr lang="en-US" dirty="0" err="1"/>
              <a:t>Kombinasi</a:t>
            </a:r>
            <a:r>
              <a:rPr lang="en-US" dirty="0"/>
              <a:t> learning rate</a:t>
            </a:r>
          </a:p>
          <a:p>
            <a:pPr marL="171450" indent="-171450">
              <a:buFontTx/>
              <a:buChar char="-"/>
            </a:pPr>
            <a:r>
              <a:rPr lang="en-US" dirty="0" err="1"/>
              <a:t>Kombinasi</a:t>
            </a:r>
            <a:r>
              <a:rPr lang="en-US" dirty="0"/>
              <a:t> </a:t>
            </a:r>
            <a:r>
              <a:rPr lang="en-US" dirty="0" err="1"/>
              <a:t>dimensi</a:t>
            </a:r>
            <a:r>
              <a:rPr lang="en-US" dirty="0"/>
              <a:t> output embedding layer</a:t>
            </a:r>
          </a:p>
          <a:p>
            <a:pPr marL="171450" indent="-171450">
              <a:buFontTx/>
              <a:buChar char="-"/>
            </a:pPr>
            <a:r>
              <a:rPr lang="en-US" dirty="0" err="1"/>
              <a:t>Kombinasi</a:t>
            </a:r>
            <a:r>
              <a:rPr lang="en-US" dirty="0"/>
              <a:t> neuron pada </a:t>
            </a:r>
            <a:r>
              <a:rPr lang="en-US" dirty="0" err="1"/>
              <a:t>tiap</a:t>
            </a:r>
            <a:r>
              <a:rPr lang="en-US" dirty="0"/>
              <a:t> layer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D707AA-DE49-48AB-B498-D9DD8F08359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2693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mendapatkan</a:t>
            </a:r>
            <a:r>
              <a:rPr lang="en-US" dirty="0"/>
              <a:t> </a:t>
            </a:r>
            <a:r>
              <a:rPr lang="en-US" dirty="0" err="1"/>
              <a:t>hasil</a:t>
            </a:r>
            <a:r>
              <a:rPr lang="en-US" dirty="0"/>
              <a:t> </a:t>
            </a:r>
            <a:r>
              <a:rPr lang="en-US" dirty="0" err="1"/>
              <a:t>terbaik</a:t>
            </a:r>
            <a:r>
              <a:rPr lang="en-US" dirty="0"/>
              <a:t>, </a:t>
            </a:r>
            <a:r>
              <a:rPr lang="en-US" dirty="0" err="1"/>
              <a:t>saya</a:t>
            </a:r>
            <a:r>
              <a:rPr lang="en-US" dirty="0"/>
              <a:t> </a:t>
            </a:r>
            <a:r>
              <a:rPr lang="en-US" dirty="0" err="1"/>
              <a:t>melakukan</a:t>
            </a:r>
            <a:r>
              <a:rPr lang="en-US" dirty="0"/>
              <a:t> uji </a:t>
            </a:r>
            <a:r>
              <a:rPr lang="en-US" dirty="0" err="1"/>
              <a:t>skenario</a:t>
            </a:r>
            <a:r>
              <a:rPr lang="en-US" dirty="0"/>
              <a:t> </a:t>
            </a:r>
            <a:r>
              <a:rPr lang="en-US" dirty="0" err="1"/>
              <a:t>tanpa</a:t>
            </a:r>
            <a:r>
              <a:rPr lang="en-US" dirty="0"/>
              <a:t> K-Fold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mencari</a:t>
            </a:r>
            <a:r>
              <a:rPr lang="en-US" dirty="0"/>
              <a:t> </a:t>
            </a:r>
            <a:r>
              <a:rPr lang="en-US" dirty="0" err="1"/>
              <a:t>kombinasi</a:t>
            </a:r>
            <a:r>
              <a:rPr lang="en-US" dirty="0"/>
              <a:t> hyperparameter </a:t>
            </a:r>
            <a:r>
              <a:rPr lang="en-US" dirty="0" err="1"/>
              <a:t>terbaik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Hal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dilakukan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mengurangi</a:t>
            </a:r>
            <a:r>
              <a:rPr lang="en-US" dirty="0"/>
              <a:t> </a:t>
            </a:r>
            <a:r>
              <a:rPr lang="en-US" dirty="0" err="1"/>
              <a:t>beban</a:t>
            </a:r>
            <a:r>
              <a:rPr lang="en-US" dirty="0"/>
              <a:t> </a:t>
            </a:r>
            <a:r>
              <a:rPr lang="en-US" dirty="0" err="1"/>
              <a:t>komputasi</a:t>
            </a:r>
            <a:r>
              <a:rPr lang="en-US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dirty="0">
              <a:solidFill>
                <a:srgbClr val="B5CEA8"/>
              </a:solidFill>
              <a:effectLst/>
              <a:highlight>
                <a:srgbClr val="1E1E1E"/>
              </a:highlight>
              <a:latin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dirty="0">
                <a:solidFill>
                  <a:srgbClr val="B5CEA8"/>
                </a:solidFill>
                <a:effectLst/>
                <a:highlight>
                  <a:srgbClr val="1E1E1E"/>
                </a:highlight>
                <a:latin typeface="Courier New" panose="02070309020205020404" pitchFamily="49" charset="0"/>
              </a:rPr>
              <a:t>Pada </a:t>
            </a:r>
            <a:r>
              <a:rPr lang="en-US" b="0" dirty="0" err="1">
                <a:solidFill>
                  <a:srgbClr val="B5CEA8"/>
                </a:solidFill>
                <a:effectLst/>
                <a:highlight>
                  <a:srgbClr val="1E1E1E"/>
                </a:highlight>
                <a:latin typeface="Courier New" panose="02070309020205020404" pitchFamily="49" charset="0"/>
              </a:rPr>
              <a:t>pengujian</a:t>
            </a:r>
            <a:r>
              <a:rPr lang="en-US" b="0" dirty="0">
                <a:solidFill>
                  <a:srgbClr val="B5CEA8"/>
                </a:solidFill>
                <a:effectLst/>
                <a:highlight>
                  <a:srgbClr val="1E1E1E"/>
                </a:highlight>
                <a:latin typeface="Courier New" panose="02070309020205020404" pitchFamily="49" charset="0"/>
              </a:rPr>
              <a:t> </a:t>
            </a:r>
            <a:r>
              <a:rPr lang="en-US" b="0" dirty="0" err="1">
                <a:solidFill>
                  <a:srgbClr val="B5CEA8"/>
                </a:solidFill>
                <a:effectLst/>
                <a:highlight>
                  <a:srgbClr val="1E1E1E"/>
                </a:highlight>
                <a:latin typeface="Courier New" panose="02070309020205020404" pitchFamily="49" charset="0"/>
              </a:rPr>
              <a:t>tanpa</a:t>
            </a:r>
            <a:r>
              <a:rPr lang="en-US" b="0" dirty="0">
                <a:solidFill>
                  <a:srgbClr val="B5CEA8"/>
                </a:solidFill>
                <a:effectLst/>
                <a:highlight>
                  <a:srgbClr val="1E1E1E"/>
                </a:highlight>
                <a:latin typeface="Courier New" panose="02070309020205020404" pitchFamily="49" charset="0"/>
              </a:rPr>
              <a:t> K-Fold data </a:t>
            </a:r>
            <a:r>
              <a:rPr lang="en-US" b="0" dirty="0" err="1">
                <a:solidFill>
                  <a:srgbClr val="B5CEA8"/>
                </a:solidFill>
                <a:effectLst/>
                <a:highlight>
                  <a:srgbClr val="1E1E1E"/>
                </a:highlight>
                <a:latin typeface="Courier New" panose="02070309020205020404" pitchFamily="49" charset="0"/>
              </a:rPr>
              <a:t>akan</a:t>
            </a:r>
            <a:r>
              <a:rPr lang="en-US" b="0" dirty="0">
                <a:solidFill>
                  <a:srgbClr val="B5CEA8"/>
                </a:solidFill>
                <a:effectLst/>
                <a:highlight>
                  <a:srgbClr val="1E1E1E"/>
                </a:highlight>
                <a:latin typeface="Courier New" panose="02070309020205020404" pitchFamily="49" charset="0"/>
              </a:rPr>
              <a:t> </a:t>
            </a:r>
            <a:r>
              <a:rPr lang="en-US" b="0" dirty="0" err="1">
                <a:solidFill>
                  <a:srgbClr val="B5CEA8"/>
                </a:solidFill>
                <a:effectLst/>
                <a:highlight>
                  <a:srgbClr val="1E1E1E"/>
                </a:highlight>
                <a:latin typeface="Courier New" panose="02070309020205020404" pitchFamily="49" charset="0"/>
              </a:rPr>
              <a:t>dibagi</a:t>
            </a:r>
            <a:r>
              <a:rPr lang="en-US" b="0" dirty="0">
                <a:solidFill>
                  <a:srgbClr val="B5CEA8"/>
                </a:solidFill>
                <a:effectLst/>
                <a:highlight>
                  <a:srgbClr val="1E1E1E"/>
                </a:highlight>
                <a:latin typeface="Courier New" panose="02070309020205020404" pitchFamily="49" charset="0"/>
              </a:rPr>
              <a:t> </a:t>
            </a:r>
            <a:r>
              <a:rPr lang="en-US" b="0" dirty="0" err="1">
                <a:solidFill>
                  <a:srgbClr val="B5CEA8"/>
                </a:solidFill>
                <a:effectLst/>
                <a:highlight>
                  <a:srgbClr val="1E1E1E"/>
                </a:highlight>
                <a:latin typeface="Courier New" panose="02070309020205020404" pitchFamily="49" charset="0"/>
              </a:rPr>
              <a:t>menjadi</a:t>
            </a:r>
            <a:r>
              <a:rPr lang="en-US" b="0" dirty="0">
                <a:solidFill>
                  <a:srgbClr val="B5CEA8"/>
                </a:solidFill>
                <a:effectLst/>
                <a:highlight>
                  <a:srgbClr val="1E1E1E"/>
                </a:highlight>
                <a:latin typeface="Courier New" panose="02070309020205020404" pitchFamily="49" charset="0"/>
              </a:rPr>
              <a:t> </a:t>
            </a:r>
            <a:r>
              <a:rPr lang="en-US" b="0" dirty="0" err="1">
                <a:solidFill>
                  <a:srgbClr val="B5CEA8"/>
                </a:solidFill>
                <a:effectLst/>
                <a:highlight>
                  <a:srgbClr val="1E1E1E"/>
                </a:highlight>
                <a:latin typeface="Courier New" panose="02070309020205020404" pitchFamily="49" charset="0"/>
              </a:rPr>
              <a:t>tiga</a:t>
            </a:r>
            <a:r>
              <a:rPr lang="en-US" b="0" dirty="0">
                <a:solidFill>
                  <a:srgbClr val="B5CEA8"/>
                </a:solidFill>
                <a:effectLst/>
                <a:highlight>
                  <a:srgbClr val="1E1E1E"/>
                </a:highlight>
                <a:latin typeface="Courier New" panose="02070309020205020404" pitchFamily="49" charset="0"/>
              </a:rPr>
              <a:t>. Total 23545 per </a:t>
            </a:r>
            <a:r>
              <a:rPr lang="en-US" b="0" dirty="0" err="1">
                <a:solidFill>
                  <a:srgbClr val="B5CEA8"/>
                </a:solidFill>
                <a:effectLst/>
                <a:highlight>
                  <a:srgbClr val="1E1E1E"/>
                </a:highlight>
                <a:latin typeface="Courier New" panose="02070309020205020404" pitchFamily="49" charset="0"/>
              </a:rPr>
              <a:t>kelas</a:t>
            </a:r>
            <a:r>
              <a:rPr lang="en-US" b="0" dirty="0">
                <a:solidFill>
                  <a:srgbClr val="B5CEA8"/>
                </a:solidFill>
                <a:effectLst/>
                <a:highlight>
                  <a:srgbClr val="1E1E1E"/>
                </a:highlight>
                <a:latin typeface="Courier New" panose="02070309020205020404" pitchFamily="49" charset="0"/>
              </a:rPr>
              <a:t> (94.782)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id-ID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Latih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80%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id-ID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data validasi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20%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id-ID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data test</a:t>
            </a:r>
            <a:r>
              <a:rPr lang="en-US" sz="1800" b="0" dirty="0">
                <a:solidFill>
                  <a:srgbClr val="B5CEA8"/>
                </a:solidFill>
                <a:effectLst/>
                <a:highlight>
                  <a:srgbClr val="1E1E1E"/>
                </a:highlight>
                <a:latin typeface="Courier New" panose="02070309020205020404" pitchFamily="49" charset="0"/>
                <a:ea typeface="Calibri" panose="020F0502020204030204" pitchFamily="34" charset="0"/>
              </a:rPr>
              <a:t>: </a:t>
            </a:r>
            <a:r>
              <a:rPr lang="en-US" b="0" dirty="0">
                <a:solidFill>
                  <a:srgbClr val="B5CEA8"/>
                </a:solidFill>
                <a:effectLst/>
                <a:highlight>
                  <a:srgbClr val="1E1E1E"/>
                </a:highlight>
                <a:latin typeface="Courier New" panose="02070309020205020404" pitchFamily="49" charset="0"/>
              </a:rPr>
              <a:t>100 per </a:t>
            </a:r>
            <a:r>
              <a:rPr lang="en-US" b="0" dirty="0" err="1">
                <a:solidFill>
                  <a:srgbClr val="B5CEA8"/>
                </a:solidFill>
                <a:effectLst/>
                <a:highlight>
                  <a:srgbClr val="1E1E1E"/>
                </a:highlight>
                <a:latin typeface="Courier New" panose="02070309020205020404" pitchFamily="49" charset="0"/>
              </a:rPr>
              <a:t>kelas</a:t>
            </a:r>
            <a:r>
              <a:rPr lang="en-US" b="0" dirty="0">
                <a:solidFill>
                  <a:srgbClr val="B5CEA8"/>
                </a:solidFill>
                <a:effectLst/>
                <a:highlight>
                  <a:srgbClr val="1E1E1E"/>
                </a:highlight>
                <a:latin typeface="Courier New" panose="02070309020205020404" pitchFamily="49" charset="0"/>
              </a:rPr>
              <a:t> </a:t>
            </a:r>
            <a:r>
              <a:rPr lang="en-US" b="0" dirty="0" err="1">
                <a:solidFill>
                  <a:srgbClr val="B5CEA8"/>
                </a:solidFill>
                <a:effectLst/>
                <a:highlight>
                  <a:srgbClr val="1E1E1E"/>
                </a:highlight>
                <a:latin typeface="Courier New" panose="02070309020205020404" pitchFamily="49" charset="0"/>
              </a:rPr>
              <a:t>untuk</a:t>
            </a:r>
            <a:r>
              <a:rPr lang="en-US" b="0" dirty="0">
                <a:solidFill>
                  <a:srgbClr val="B5CEA8"/>
                </a:solidFill>
                <a:effectLst/>
                <a:highlight>
                  <a:srgbClr val="1E1E1E"/>
                </a:highlight>
                <a:latin typeface="Courier New" panose="02070309020205020404" pitchFamily="49" charset="0"/>
              </a:rPr>
              <a:t> uji </a:t>
            </a:r>
            <a:r>
              <a:rPr lang="en-US" b="0" dirty="0" err="1">
                <a:solidFill>
                  <a:srgbClr val="B5CEA8"/>
                </a:solidFill>
                <a:effectLst/>
                <a:highlight>
                  <a:srgbClr val="1E1E1E"/>
                </a:highlight>
                <a:latin typeface="Courier New" panose="02070309020205020404" pitchFamily="49" charset="0"/>
              </a:rPr>
              <a:t>performa</a:t>
            </a:r>
            <a:r>
              <a:rPr lang="en-US" b="0" dirty="0">
                <a:solidFill>
                  <a:srgbClr val="B5CEA8"/>
                </a:solidFill>
                <a:effectLst/>
                <a:highlight>
                  <a:srgbClr val="1E1E1E"/>
                </a:highlight>
                <a:latin typeface="Courier New" panose="02070309020205020404" pitchFamily="49" charset="0"/>
              </a:rPr>
              <a:t> data </a:t>
            </a:r>
            <a:r>
              <a:rPr lang="en-US" b="0" dirty="0" err="1">
                <a:solidFill>
                  <a:srgbClr val="B5CEA8"/>
                </a:solidFill>
                <a:effectLst/>
                <a:highlight>
                  <a:srgbClr val="1E1E1E"/>
                </a:highlight>
                <a:latin typeface="Courier New" panose="02070309020205020404" pitchFamily="49" charset="0"/>
              </a:rPr>
              <a:t>baru</a:t>
            </a:r>
            <a:endParaRPr lang="en-US" b="0" dirty="0">
              <a:solidFill>
                <a:srgbClr val="D4D4D4"/>
              </a:solidFill>
              <a:effectLst/>
              <a:highlight>
                <a:srgbClr val="1E1E1E"/>
              </a:highlight>
              <a:latin typeface="Courier New" panose="02070309020205020404" pitchFamily="49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D707AA-DE49-48AB-B498-D9DD8F08359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8782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D707AA-DE49-48AB-B498-D9DD8F08359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59406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Rata </a:t>
            </a:r>
            <a:r>
              <a:rPr lang="en-US" dirty="0" err="1"/>
              <a:t>rata</a:t>
            </a:r>
            <a:r>
              <a:rPr lang="en-US" dirty="0"/>
              <a:t> model </a:t>
            </a:r>
            <a:r>
              <a:rPr lang="en-US" dirty="0" err="1"/>
              <a:t>terbaik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model </a:t>
            </a:r>
            <a:r>
              <a:rPr lang="en-US" dirty="0" err="1"/>
              <a:t>dengan</a:t>
            </a:r>
            <a:r>
              <a:rPr lang="en-US" dirty="0"/>
              <a:t> Layer LSTM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banyak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Learning rate 1e-3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Yang paling </a:t>
            </a:r>
            <a:r>
              <a:rPr lang="en-US" dirty="0" err="1"/>
              <a:t>bagus</a:t>
            </a:r>
            <a:r>
              <a:rPr lang="en-US" dirty="0"/>
              <a:t> 64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Total </a:t>
            </a:r>
            <a:r>
              <a:rPr lang="en-US" dirty="0" err="1"/>
              <a:t>waktu</a:t>
            </a:r>
            <a:r>
              <a:rPr lang="en-US" dirty="0"/>
              <a:t> LSTM </a:t>
            </a:r>
            <a:r>
              <a:rPr lang="en-US" dirty="0" err="1"/>
              <a:t>lebih</a:t>
            </a:r>
            <a:r>
              <a:rPr lang="en-US" dirty="0"/>
              <a:t> lama</a:t>
            </a:r>
          </a:p>
          <a:p>
            <a:pPr marL="171450" indent="-171450">
              <a:buFontTx/>
              <a:buChar char="-"/>
            </a:pPr>
            <a:r>
              <a:rPr lang="en-US" dirty="0"/>
              <a:t>Jika </a:t>
            </a:r>
            <a:r>
              <a:rPr lang="en-US" dirty="0" err="1"/>
              <a:t>dikombinasi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CNN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menurunkan</a:t>
            </a:r>
            <a:r>
              <a:rPr lang="en-US" dirty="0"/>
              <a:t> time </a:t>
            </a:r>
            <a:r>
              <a:rPr lang="en-US" dirty="0" err="1"/>
              <a:t>trainingnya</a:t>
            </a:r>
            <a:r>
              <a:rPr lang="en-US" dirty="0"/>
              <a:t> </a:t>
            </a:r>
            <a:r>
              <a:rPr lang="en-US" dirty="0" err="1"/>
              <a:t>jauh</a:t>
            </a:r>
            <a:r>
              <a:rPr lang="en-US" dirty="0"/>
              <a:t> </a:t>
            </a:r>
            <a:r>
              <a:rPr lang="en-US" dirty="0" err="1"/>
              <a:t>tapi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dibayar</a:t>
            </a:r>
            <a:r>
              <a:rPr lang="en-US" dirty="0"/>
              <a:t> </a:t>
            </a:r>
            <a:r>
              <a:rPr lang="en-US" dirty="0" err="1"/>
              <a:t>penurunan</a:t>
            </a:r>
            <a:r>
              <a:rPr lang="en-US" dirty="0"/>
              <a:t> </a:t>
            </a:r>
            <a:r>
              <a:rPr lang="en-US" dirty="0" err="1"/>
              <a:t>akurasi</a:t>
            </a: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 err="1"/>
              <a:t>Akurasi</a:t>
            </a:r>
            <a:r>
              <a:rPr lang="en-US" dirty="0"/>
              <a:t> paling </a:t>
            </a:r>
            <a:r>
              <a:rPr lang="en-US" dirty="0" err="1"/>
              <a:t>tinggi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di 90% </a:t>
            </a:r>
            <a:r>
              <a:rPr lang="en-US" dirty="0" err="1"/>
              <a:t>dengan</a:t>
            </a:r>
            <a:r>
              <a:rPr lang="en-US" dirty="0"/>
              <a:t> data </a:t>
            </a:r>
            <a:r>
              <a:rPr lang="en-US" dirty="0" err="1"/>
              <a:t>baru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D707AA-DE49-48AB-B498-D9DD8F08359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27267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>
                <a:effectLst/>
              </a:rPr>
              <a:t>K-Fold </a:t>
            </a:r>
            <a:r>
              <a:rPr lang="en-US" b="0" dirty="0" err="1">
                <a:effectLst/>
              </a:rPr>
              <a:t>dari</a:t>
            </a:r>
            <a:r>
              <a:rPr lang="en-US" b="0" dirty="0">
                <a:effectLst/>
              </a:rPr>
              <a:t> </a:t>
            </a:r>
            <a:r>
              <a:rPr lang="en-US" b="0" dirty="0" err="1">
                <a:effectLst/>
              </a:rPr>
              <a:t>sklearn</a:t>
            </a:r>
            <a:endParaRPr lang="en-US" b="0" dirty="0">
              <a:effectLst/>
            </a:endParaRPr>
          </a:p>
          <a:p>
            <a:endParaRPr lang="en-US" b="0" dirty="0">
              <a:effectLst/>
            </a:endParaRPr>
          </a:p>
          <a:p>
            <a:pPr marL="171450" indent="-171450">
              <a:buFontTx/>
              <a:buChar char="-"/>
            </a:pPr>
            <a:r>
              <a:rPr lang="en-US" b="0" dirty="0" err="1">
                <a:effectLst/>
              </a:rPr>
              <a:t>Pengujian</a:t>
            </a:r>
            <a:r>
              <a:rPr lang="en-US" b="0" dirty="0">
                <a:effectLst/>
              </a:rPr>
              <a:t> </a:t>
            </a:r>
            <a:r>
              <a:rPr lang="en-US" b="0" dirty="0" err="1">
                <a:effectLst/>
              </a:rPr>
              <a:t>dengan</a:t>
            </a:r>
            <a:r>
              <a:rPr lang="en-US" b="0" dirty="0">
                <a:effectLst/>
              </a:rPr>
              <a:t> k-fold </a:t>
            </a:r>
            <a:r>
              <a:rPr lang="en-US" b="0" dirty="0" err="1">
                <a:effectLst/>
              </a:rPr>
              <a:t>dilaukan</a:t>
            </a:r>
            <a:r>
              <a:rPr lang="en-US" b="0" dirty="0">
                <a:effectLst/>
              </a:rPr>
              <a:t> </a:t>
            </a:r>
            <a:r>
              <a:rPr lang="en-US" b="0" dirty="0" err="1">
                <a:effectLst/>
              </a:rPr>
              <a:t>berdasarkan</a:t>
            </a:r>
            <a:r>
              <a:rPr lang="en-US" b="0" dirty="0">
                <a:effectLst/>
              </a:rPr>
              <a:t> </a:t>
            </a:r>
            <a:r>
              <a:rPr lang="en-US" b="0" dirty="0" err="1">
                <a:effectLst/>
              </a:rPr>
              <a:t>arsitektur</a:t>
            </a:r>
            <a:r>
              <a:rPr lang="en-US" b="0" dirty="0">
                <a:effectLst/>
              </a:rPr>
              <a:t> </a:t>
            </a:r>
            <a:r>
              <a:rPr lang="en-US" b="0" dirty="0" err="1">
                <a:effectLst/>
              </a:rPr>
              <a:t>dengan</a:t>
            </a:r>
            <a:r>
              <a:rPr lang="en-US" b="0" dirty="0">
                <a:effectLst/>
              </a:rPr>
              <a:t> </a:t>
            </a:r>
            <a:r>
              <a:rPr lang="en-US" b="0" dirty="0" err="1">
                <a:effectLst/>
              </a:rPr>
              <a:t>akurasi</a:t>
            </a:r>
            <a:r>
              <a:rPr lang="en-US" b="0" dirty="0">
                <a:effectLst/>
              </a:rPr>
              <a:t> </a:t>
            </a:r>
            <a:r>
              <a:rPr lang="en-US" b="0" dirty="0" err="1">
                <a:effectLst/>
              </a:rPr>
              <a:t>terbaik</a:t>
            </a:r>
            <a:r>
              <a:rPr lang="en-US" b="0" dirty="0">
                <a:effectLst/>
              </a:rPr>
              <a:t> </a:t>
            </a:r>
            <a:r>
              <a:rPr lang="en-US" b="0" dirty="0" err="1">
                <a:effectLst/>
              </a:rPr>
              <a:t>dari</a:t>
            </a:r>
            <a:r>
              <a:rPr lang="en-US" b="0" dirty="0">
                <a:effectLst/>
              </a:rPr>
              <a:t> </a:t>
            </a:r>
            <a:r>
              <a:rPr lang="en-US" b="0" dirty="0" err="1">
                <a:effectLst/>
              </a:rPr>
              <a:t>pengujian</a:t>
            </a:r>
            <a:r>
              <a:rPr lang="en-US" b="0" dirty="0">
                <a:effectLst/>
              </a:rPr>
              <a:t> </a:t>
            </a:r>
            <a:r>
              <a:rPr lang="en-US" b="0" dirty="0" err="1">
                <a:effectLst/>
              </a:rPr>
              <a:t>tanpa</a:t>
            </a:r>
            <a:r>
              <a:rPr lang="en-US" b="0" dirty="0">
                <a:effectLst/>
              </a:rPr>
              <a:t> k-fold</a:t>
            </a:r>
          </a:p>
          <a:p>
            <a:pPr marL="171450" indent="-171450">
              <a:buFontTx/>
              <a:buChar char="-"/>
            </a:pPr>
            <a:r>
              <a:rPr lang="en-US" b="0" dirty="0">
                <a:effectLst/>
              </a:rPr>
              <a:t>Split </a:t>
            </a:r>
            <a:r>
              <a:rPr lang="en-US" b="0" dirty="0" err="1">
                <a:effectLst/>
              </a:rPr>
              <a:t>datanya</a:t>
            </a:r>
            <a:r>
              <a:rPr lang="en-US" b="0" dirty="0">
                <a:effectLst/>
              </a:rPr>
              <a:t> </a:t>
            </a:r>
            <a:r>
              <a:rPr lang="en-US" b="0" dirty="0" err="1">
                <a:effectLst/>
              </a:rPr>
              <a:t>dibagi</a:t>
            </a:r>
            <a:r>
              <a:rPr lang="en-US" b="0" dirty="0">
                <a:effectLst/>
              </a:rPr>
              <a:t> per </a:t>
            </a:r>
            <a:r>
              <a:rPr lang="en-US" b="0" dirty="0" err="1">
                <a:effectLst/>
              </a:rPr>
              <a:t>kelasnya</a:t>
            </a:r>
            <a:r>
              <a:rPr lang="en-US" b="0" dirty="0">
                <a:effectLst/>
              </a:rPr>
              <a:t> </a:t>
            </a:r>
          </a:p>
          <a:p>
            <a:endParaRPr lang="en-US" b="0" dirty="0">
              <a:effectLst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D707AA-DE49-48AB-B498-D9DD8F08359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07796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Rata </a:t>
            </a:r>
            <a:r>
              <a:rPr lang="en-US" dirty="0" err="1"/>
              <a:t>rata</a:t>
            </a:r>
            <a:r>
              <a:rPr lang="en-US" dirty="0"/>
              <a:t> model </a:t>
            </a:r>
            <a:r>
              <a:rPr lang="en-US" dirty="0" err="1"/>
              <a:t>terbaik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model </a:t>
            </a:r>
            <a:r>
              <a:rPr lang="en-US" dirty="0" err="1"/>
              <a:t>dengan</a:t>
            </a:r>
            <a:r>
              <a:rPr lang="en-US" dirty="0"/>
              <a:t> Layer LSTM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banyak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Learning rate 1e-3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Yang paling </a:t>
            </a:r>
            <a:r>
              <a:rPr lang="en-US" dirty="0" err="1"/>
              <a:t>bagus</a:t>
            </a:r>
            <a:r>
              <a:rPr lang="en-US" dirty="0"/>
              <a:t> 64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Total </a:t>
            </a:r>
            <a:r>
              <a:rPr lang="en-US" dirty="0" err="1"/>
              <a:t>waktu</a:t>
            </a:r>
            <a:r>
              <a:rPr lang="en-US" dirty="0"/>
              <a:t> LSTM </a:t>
            </a:r>
            <a:r>
              <a:rPr lang="en-US" dirty="0" err="1"/>
              <a:t>lebih</a:t>
            </a:r>
            <a:r>
              <a:rPr lang="en-US" dirty="0"/>
              <a:t> lama</a:t>
            </a:r>
          </a:p>
          <a:p>
            <a:pPr marL="171450" indent="-171450">
              <a:buFontTx/>
              <a:buChar char="-"/>
            </a:pPr>
            <a:r>
              <a:rPr lang="en-US" dirty="0"/>
              <a:t>Jika </a:t>
            </a:r>
            <a:r>
              <a:rPr lang="en-US" dirty="0" err="1"/>
              <a:t>dikombinasi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CNN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menurunkan</a:t>
            </a:r>
            <a:r>
              <a:rPr lang="en-US" dirty="0"/>
              <a:t> time </a:t>
            </a:r>
            <a:r>
              <a:rPr lang="en-US" dirty="0" err="1"/>
              <a:t>trainingnya</a:t>
            </a:r>
            <a:r>
              <a:rPr lang="en-US" dirty="0"/>
              <a:t> </a:t>
            </a:r>
            <a:r>
              <a:rPr lang="en-US" dirty="0" err="1"/>
              <a:t>jauh</a:t>
            </a:r>
            <a:r>
              <a:rPr lang="en-US" dirty="0"/>
              <a:t> </a:t>
            </a:r>
            <a:r>
              <a:rPr lang="en-US" dirty="0" err="1"/>
              <a:t>tapi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dibayar</a:t>
            </a:r>
            <a:r>
              <a:rPr lang="en-US" dirty="0"/>
              <a:t> </a:t>
            </a:r>
            <a:r>
              <a:rPr lang="en-US" dirty="0" err="1"/>
              <a:t>penurunan</a:t>
            </a:r>
            <a:r>
              <a:rPr lang="en-US" dirty="0"/>
              <a:t> </a:t>
            </a:r>
            <a:r>
              <a:rPr lang="en-US" dirty="0" err="1"/>
              <a:t>akurasi</a:t>
            </a: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 err="1"/>
              <a:t>Akurasi</a:t>
            </a:r>
            <a:r>
              <a:rPr lang="en-US" dirty="0"/>
              <a:t> rata </a:t>
            </a:r>
            <a:r>
              <a:rPr lang="en-US" dirty="0" err="1"/>
              <a:t>rata</a:t>
            </a:r>
            <a:r>
              <a:rPr lang="en-US" dirty="0"/>
              <a:t> </a:t>
            </a:r>
            <a:r>
              <a:rPr lang="en-US" dirty="0" err="1"/>
              <a:t>tiap</a:t>
            </a:r>
            <a:r>
              <a:rPr lang="en-US" dirty="0"/>
              <a:t> fold paling </a:t>
            </a:r>
            <a:r>
              <a:rPr lang="en-US" dirty="0" err="1"/>
              <a:t>tinggi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di 92%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/>
              <a:t>Rata </a:t>
            </a:r>
            <a:r>
              <a:rPr lang="en-US" dirty="0" err="1"/>
              <a:t>rata</a:t>
            </a:r>
            <a:r>
              <a:rPr lang="en-US" dirty="0"/>
              <a:t> peak fold </a:t>
            </a:r>
            <a:r>
              <a:rPr lang="en-US" dirty="0" err="1"/>
              <a:t>ada</a:t>
            </a:r>
            <a:r>
              <a:rPr lang="en-US" dirty="0"/>
              <a:t> di 9-fold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D707AA-DE49-48AB-B498-D9DD8F08359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93952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Uji model</a:t>
            </a:r>
          </a:p>
          <a:p>
            <a:endParaRPr lang="en-US" dirty="0"/>
          </a:p>
          <a:p>
            <a:r>
              <a:rPr lang="en-US" dirty="0" err="1"/>
              <a:t>Masalah</a:t>
            </a:r>
            <a:r>
              <a:rPr lang="en-US" dirty="0"/>
              <a:t>:</a:t>
            </a:r>
          </a:p>
          <a:p>
            <a:pPr marL="171450" indent="-171450">
              <a:buFontTx/>
              <a:buChar char="-"/>
            </a:pPr>
            <a:r>
              <a:rPr lang="en-US" dirty="0"/>
              <a:t>Bias </a:t>
            </a:r>
            <a:r>
              <a:rPr lang="en-US" dirty="0" err="1"/>
              <a:t>pediksi</a:t>
            </a:r>
            <a:r>
              <a:rPr lang="en-US" dirty="0"/>
              <a:t> </a:t>
            </a:r>
            <a:r>
              <a:rPr lang="en-US" dirty="0" err="1"/>
              <a:t>url</a:t>
            </a:r>
            <a:r>
              <a:rPr lang="en-US" dirty="0"/>
              <a:t> </a:t>
            </a:r>
            <a:r>
              <a:rPr lang="en-US" dirty="0" err="1"/>
              <a:t>baru</a:t>
            </a:r>
            <a:r>
              <a:rPr lang="en-US" dirty="0"/>
              <a:t> </a:t>
            </a:r>
            <a:r>
              <a:rPr lang="en-US" dirty="0" err="1"/>
              <a:t>masih</a:t>
            </a:r>
            <a:r>
              <a:rPr lang="en-US" dirty="0"/>
              <a:t> </a:t>
            </a:r>
            <a:r>
              <a:rPr lang="en-US" dirty="0" err="1"/>
              <a:t>tinggi</a:t>
            </a:r>
            <a:r>
              <a:rPr lang="en-US" dirty="0"/>
              <a:t> </a:t>
            </a:r>
            <a:r>
              <a:rPr lang="en-US" dirty="0" err="1"/>
              <a:t>walaupun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pengujian</a:t>
            </a:r>
            <a:r>
              <a:rPr lang="en-US" dirty="0"/>
              <a:t> </a:t>
            </a:r>
            <a:r>
              <a:rPr lang="en-US" dirty="0" err="1"/>
              <a:t>tanpa</a:t>
            </a:r>
            <a:r>
              <a:rPr lang="en-US" dirty="0"/>
              <a:t> k-fold yang 400 data di </a:t>
            </a:r>
            <a:r>
              <a:rPr lang="en-US" dirty="0" err="1"/>
              <a:t>prediksi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baik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Bias defacement, phishing, benign </a:t>
            </a:r>
            <a:r>
              <a:rPr lang="en-US" dirty="0" err="1"/>
              <a:t>cukup</a:t>
            </a:r>
            <a:r>
              <a:rPr lang="en-US" dirty="0"/>
              <a:t> </a:t>
            </a:r>
            <a:r>
              <a:rPr lang="en-US" dirty="0" err="1"/>
              <a:t>tinggi</a:t>
            </a:r>
            <a:r>
              <a:rPr lang="en-US" dirty="0"/>
              <a:t> </a:t>
            </a:r>
            <a:r>
              <a:rPr lang="en-US" dirty="0" err="1"/>
              <a:t>karena</a:t>
            </a:r>
            <a:r>
              <a:rPr lang="en-US" dirty="0"/>
              <a:t> </a:t>
            </a:r>
            <a:r>
              <a:rPr lang="en-US" dirty="0" err="1"/>
              <a:t>mirip</a:t>
            </a:r>
            <a:r>
              <a:rPr lang="en-US" dirty="0"/>
              <a:t> </a:t>
            </a:r>
            <a:r>
              <a:rPr lang="en-US" dirty="0" err="1"/>
              <a:t>mirip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Defacement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didrop</a:t>
            </a:r>
            <a:r>
              <a:rPr lang="en-US" dirty="0"/>
              <a:t> </a:t>
            </a:r>
            <a:r>
              <a:rPr lang="en-US" dirty="0" err="1"/>
              <a:t>aja</a:t>
            </a:r>
            <a:r>
              <a:rPr lang="en-US" dirty="0"/>
              <a:t> </a:t>
            </a:r>
            <a:r>
              <a:rPr lang="en-US" dirty="0" err="1"/>
              <a:t>karena</a:t>
            </a:r>
            <a:r>
              <a:rPr lang="en-US" dirty="0"/>
              <a:t> </a:t>
            </a:r>
            <a:r>
              <a:rPr lang="en-US" dirty="0" err="1"/>
              <a:t>mirip</a:t>
            </a:r>
            <a:r>
              <a:rPr lang="en-US" dirty="0"/>
              <a:t> </a:t>
            </a:r>
            <a:r>
              <a:rPr lang="en-US" dirty="0" err="1"/>
              <a:t>sama</a:t>
            </a:r>
            <a:r>
              <a:rPr lang="en-US" dirty="0"/>
              <a:t> benign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kontentnya</a:t>
            </a:r>
            <a:r>
              <a:rPr lang="en-US" dirty="0"/>
              <a:t> yang </a:t>
            </a:r>
            <a:r>
              <a:rPr lang="en-US" dirty="0" err="1"/>
              <a:t>sudah</a:t>
            </a:r>
            <a:r>
              <a:rPr lang="en-US" dirty="0"/>
              <a:t> di </a:t>
            </a:r>
            <a:r>
              <a:rPr lang="en-US" dirty="0" err="1"/>
              <a:t>retas</a:t>
            </a:r>
            <a:endParaRPr lang="en-US" dirty="0"/>
          </a:p>
          <a:p>
            <a:pPr marL="0" indent="0">
              <a:buFontTx/>
              <a:buNone/>
            </a:pPr>
            <a:endParaRPr lang="en-US" dirty="0"/>
          </a:p>
          <a:p>
            <a:pPr marL="0" indent="0">
              <a:buFontTx/>
              <a:buNone/>
            </a:pPr>
            <a:r>
              <a:rPr lang="en-US" dirty="0"/>
              <a:t>Saran:</a:t>
            </a:r>
          </a:p>
          <a:p>
            <a:pPr marL="171450" indent="-171450">
              <a:buFontTx/>
              <a:buChar char="-"/>
            </a:pPr>
            <a:r>
              <a:rPr lang="en-US" dirty="0" err="1"/>
              <a:t>Bobot</a:t>
            </a:r>
            <a:r>
              <a:rPr lang="en-US" dirty="0"/>
              <a:t> </a:t>
            </a:r>
            <a:r>
              <a:rPr lang="en-US" dirty="0" err="1"/>
              <a:t>url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kalimat</a:t>
            </a:r>
            <a:r>
              <a:rPr lang="en-US" dirty="0"/>
              <a:t> yang </a:t>
            </a:r>
            <a:r>
              <a:rPr lang="en-US" dirty="0" err="1"/>
              <a:t>ada</a:t>
            </a:r>
            <a:r>
              <a:rPr lang="en-US" dirty="0"/>
              <a:t> di whitelist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ditambah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Bisa </a:t>
            </a:r>
            <a:r>
              <a:rPr lang="en-US" dirty="0" err="1"/>
              <a:t>ambil</a:t>
            </a:r>
            <a:r>
              <a:rPr lang="en-US" dirty="0"/>
              <a:t> data blacklist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url</a:t>
            </a:r>
            <a:r>
              <a:rPr lang="en-US" dirty="0"/>
              <a:t> yang </a:t>
            </a:r>
            <a:r>
              <a:rPr lang="en-US" dirty="0" err="1"/>
              <a:t>pasti</a:t>
            </a:r>
            <a:r>
              <a:rPr lang="en-US" dirty="0"/>
              <a:t> malicious/phishing </a:t>
            </a:r>
            <a:r>
              <a:rPr lang="en-US" dirty="0" err="1"/>
              <a:t>kemudian</a:t>
            </a:r>
            <a:r>
              <a:rPr lang="en-US" dirty="0"/>
              <a:t> </a:t>
            </a:r>
            <a:r>
              <a:rPr lang="en-US" dirty="0" err="1"/>
              <a:t>diterapkan</a:t>
            </a:r>
            <a:r>
              <a:rPr lang="en-US" dirty="0"/>
              <a:t> </a:t>
            </a:r>
            <a:r>
              <a:rPr lang="en-US" dirty="0" err="1"/>
              <a:t>pembobotan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malicious/phishing</a:t>
            </a:r>
          </a:p>
          <a:p>
            <a:pPr marL="171450" indent="-171450">
              <a:buFontTx/>
              <a:buChar char="-"/>
            </a:pPr>
            <a:r>
              <a:rPr lang="en-US" dirty="0" err="1"/>
              <a:t>Paddingnya</a:t>
            </a:r>
            <a:r>
              <a:rPr lang="en-US" dirty="0"/>
              <a:t> padding </a:t>
            </a:r>
            <a:r>
              <a:rPr lang="en-US" dirty="0" err="1"/>
              <a:t>kiri</a:t>
            </a:r>
            <a:r>
              <a:rPr lang="en-US" dirty="0"/>
              <a:t> </a:t>
            </a:r>
            <a:r>
              <a:rPr lang="en-US" dirty="0" err="1"/>
              <a:t>aja</a:t>
            </a:r>
            <a:r>
              <a:rPr lang="en-US" dirty="0"/>
              <a:t> </a:t>
            </a:r>
            <a:r>
              <a:rPr lang="en-US" dirty="0" err="1"/>
              <a:t>karena</a:t>
            </a:r>
            <a:r>
              <a:rPr lang="en-US" dirty="0"/>
              <a:t> </a:t>
            </a:r>
            <a:r>
              <a:rPr lang="en-US" dirty="0" err="1"/>
              <a:t>struktur</a:t>
            </a:r>
            <a:r>
              <a:rPr lang="en-US" dirty="0"/>
              <a:t> link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kiri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D707AA-DE49-48AB-B498-D9DD8F08359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00548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Standar</a:t>
            </a:r>
            <a:r>
              <a:rPr lang="en-US" dirty="0"/>
              <a:t> </a:t>
            </a:r>
            <a:r>
              <a:rPr lang="en-US" dirty="0" err="1"/>
              <a:t>closs</a:t>
            </a:r>
            <a:r>
              <a:rPr lang="en-US" dirty="0"/>
              <a:t> </a:t>
            </a:r>
            <a:r>
              <a:rPr lang="en-US" dirty="0" err="1"/>
              <a:t>val</a:t>
            </a:r>
            <a:r>
              <a:rPr lang="en-US" dirty="0"/>
              <a:t> </a:t>
            </a:r>
            <a:r>
              <a:rPr lang="en-US" dirty="0" err="1"/>
              <a:t>membagi</a:t>
            </a:r>
            <a:r>
              <a:rPr lang="en-US" dirty="0"/>
              <a:t> data test </a:t>
            </a:r>
            <a:r>
              <a:rPr lang="en-US" dirty="0" err="1"/>
              <a:t>berdasarkan</a:t>
            </a:r>
            <a:r>
              <a:rPr lang="en-US" dirty="0"/>
              <a:t> </a:t>
            </a:r>
            <a:r>
              <a:rPr lang="en-US" dirty="0" err="1"/>
              <a:t>kelas</a:t>
            </a:r>
            <a:endParaRPr lang="en-US" dirty="0"/>
          </a:p>
          <a:p>
            <a:r>
              <a:rPr lang="en-US" dirty="0"/>
              <a:t>Stratified </a:t>
            </a:r>
            <a:r>
              <a:rPr lang="en-US" dirty="0" err="1"/>
              <a:t>mengambil</a:t>
            </a:r>
            <a:r>
              <a:rPr lang="en-US" dirty="0"/>
              <a:t> data test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ukuran</a:t>
            </a:r>
            <a:r>
              <a:rPr lang="en-US" dirty="0"/>
              <a:t> </a:t>
            </a:r>
            <a:r>
              <a:rPr lang="en-US" dirty="0" err="1"/>
              <a:t>sama</a:t>
            </a:r>
            <a:r>
              <a:rPr lang="en-US" dirty="0"/>
              <a:t> pada </a:t>
            </a:r>
            <a:r>
              <a:rPr lang="en-US" dirty="0" err="1"/>
              <a:t>tiap</a:t>
            </a:r>
            <a:r>
              <a:rPr lang="en-US" dirty="0"/>
              <a:t> </a:t>
            </a:r>
            <a:r>
              <a:rPr lang="en-US" dirty="0" err="1"/>
              <a:t>kelas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D707AA-DE49-48AB-B498-D9DD8F08359C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66734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Pada layer </a:t>
            </a:r>
            <a:r>
              <a:rPr lang="en-US" dirty="0" err="1"/>
              <a:t>ini</a:t>
            </a:r>
            <a:r>
              <a:rPr lang="en-US" dirty="0"/>
              <a:t> data </a:t>
            </a:r>
            <a:r>
              <a:rPr lang="en-US" dirty="0" err="1"/>
              <a:t>dijadikan</a:t>
            </a:r>
            <a:r>
              <a:rPr lang="en-US" dirty="0"/>
              <a:t> vector </a:t>
            </a:r>
            <a:r>
              <a:rPr lang="en-US" dirty="0" err="1"/>
              <a:t>berdimensi</a:t>
            </a:r>
            <a:r>
              <a:rPr lang="en-US" dirty="0"/>
              <a:t> </a:t>
            </a:r>
            <a:r>
              <a:rPr lang="en-US" dirty="0" err="1"/>
              <a:t>tertentu</a:t>
            </a:r>
            <a:r>
              <a:rPr lang="en-US" dirty="0"/>
              <a:t>, </a:t>
            </a:r>
            <a:r>
              <a:rPr lang="en-US" dirty="0" err="1"/>
              <a:t>sesuai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dimensi</a:t>
            </a:r>
            <a:r>
              <a:rPr lang="en-US" dirty="0"/>
              <a:t> output yang </a:t>
            </a:r>
            <a:r>
              <a:rPr lang="en-US" dirty="0" err="1"/>
              <a:t>diinginkan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Gambar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dimensi</a:t>
            </a:r>
            <a:r>
              <a:rPr lang="en-US" dirty="0"/>
              <a:t> </a:t>
            </a:r>
            <a:r>
              <a:rPr lang="en-US" dirty="0" err="1"/>
              <a:t>outputnya</a:t>
            </a:r>
            <a:r>
              <a:rPr lang="en-US" dirty="0"/>
              <a:t> 4 data </a:t>
            </a:r>
            <a:r>
              <a:rPr lang="en-US" dirty="0" err="1"/>
              <a:t>inputnya</a:t>
            </a:r>
            <a:r>
              <a:rPr lang="en-US" dirty="0"/>
              <a:t> 18</a:t>
            </a:r>
          </a:p>
          <a:p>
            <a:pPr marL="171450" indent="-171450">
              <a:buFontTx/>
              <a:buChar char="-"/>
            </a:pPr>
            <a:r>
              <a:rPr lang="en-US" dirty="0"/>
              <a:t>Data input </a:t>
            </a:r>
            <a:r>
              <a:rPr lang="en-US" dirty="0" err="1"/>
              <a:t>maksudnya</a:t>
            </a:r>
            <a:r>
              <a:rPr lang="en-US" dirty="0"/>
              <a:t> data tokenize yang </a:t>
            </a:r>
            <a:r>
              <a:rPr lang="en-US" dirty="0" err="1"/>
              <a:t>masuk</a:t>
            </a:r>
            <a:r>
              <a:rPr lang="en-US" dirty="0"/>
              <a:t> 18 token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/>
              <a:t>Data token yang </a:t>
            </a:r>
            <a:r>
              <a:rPr lang="en-US" dirty="0" err="1"/>
              <a:t>peneliti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 </a:t>
            </a:r>
            <a:r>
              <a:rPr lang="id-ID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116.268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ribu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dirty="0">
              <a:effectLst/>
              <a:latin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i="0" dirty="0">
              <a:solidFill>
                <a:srgbClr val="ECECEC"/>
              </a:solidFill>
              <a:effectLst/>
              <a:highlight>
                <a:srgbClr val="212121"/>
              </a:highlight>
              <a:latin typeface="ui-sans-serif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 dirty="0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Dense:</a:t>
            </a:r>
          </a:p>
          <a:p>
            <a:pPr marL="171450" indent="-171450" algn="l">
              <a:buFontTx/>
              <a:buChar char="-"/>
            </a:pPr>
            <a:r>
              <a:rPr lang="en-US" b="0" i="0" dirty="0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A Dense layer with </a:t>
            </a:r>
            <a:r>
              <a:rPr lang="en-US" b="0" i="0" dirty="0" err="1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softmax</a:t>
            </a:r>
            <a:r>
              <a:rPr lang="en-US" b="0" i="0" dirty="0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 activation is used for classification.</a:t>
            </a:r>
          </a:p>
          <a:p>
            <a:pPr marL="171450" indent="-171450" algn="l">
              <a:buFontTx/>
              <a:buChar char="-"/>
            </a:pPr>
            <a:r>
              <a:rPr lang="en-US" b="0" i="0" dirty="0" err="1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Perkalian</a:t>
            </a:r>
            <a:r>
              <a:rPr lang="en-US" b="0" i="0" dirty="0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 </a:t>
            </a:r>
            <a:r>
              <a:rPr lang="en-US" b="0" i="0" dirty="0" err="1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bobot</a:t>
            </a:r>
            <a:r>
              <a:rPr lang="en-US" b="0" i="0" dirty="0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 </a:t>
            </a:r>
            <a:r>
              <a:rPr lang="en-US" b="0" i="0" dirty="0" err="1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ditambah</a:t>
            </a:r>
            <a:r>
              <a:rPr lang="en-US" b="0" i="0" dirty="0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 bias, </a:t>
            </a:r>
            <a:r>
              <a:rPr lang="en-US" b="0" i="0" dirty="0" err="1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dikalikan</a:t>
            </a:r>
            <a:r>
              <a:rPr lang="en-US" b="0" i="0" dirty="0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 </a:t>
            </a:r>
            <a:r>
              <a:rPr lang="en-US" b="0" i="0" dirty="0" err="1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fungsi</a:t>
            </a:r>
            <a:r>
              <a:rPr lang="en-US" b="0" i="0" dirty="0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 </a:t>
            </a:r>
            <a:r>
              <a:rPr lang="en-US" b="0" i="0" dirty="0" err="1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aktivasi</a:t>
            </a:r>
            <a:endParaRPr lang="en-US" b="0" i="0" dirty="0">
              <a:solidFill>
                <a:srgbClr val="ECECEC"/>
              </a:solidFill>
              <a:effectLst/>
              <a:highlight>
                <a:srgbClr val="212121"/>
              </a:highlight>
              <a:latin typeface="ui-sans-serif"/>
            </a:endParaRPr>
          </a:p>
          <a:p>
            <a:pPr marL="171450" indent="-171450" algn="l">
              <a:buFontTx/>
              <a:buChar char="-"/>
            </a:pPr>
            <a:endParaRPr lang="en-US" b="0" i="0" dirty="0">
              <a:solidFill>
                <a:srgbClr val="ECECEC"/>
              </a:solidFill>
              <a:effectLst/>
              <a:highlight>
                <a:srgbClr val="212121"/>
              </a:highlight>
              <a:latin typeface="ui-sans-serif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D707AA-DE49-48AB-B498-D9DD8F08359C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90296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Loss </a:t>
            </a:r>
            <a:r>
              <a:rPr lang="en-US" dirty="0" err="1"/>
              <a:t>itu</a:t>
            </a:r>
            <a:r>
              <a:rPr lang="en-US" dirty="0"/>
              <a:t> error</a:t>
            </a:r>
          </a:p>
          <a:p>
            <a:pPr marL="171450" indent="-171450">
              <a:buFontTx/>
              <a:buChar char="-"/>
            </a:pPr>
            <a:r>
              <a:rPr lang="en-US" dirty="0" err="1"/>
              <a:t>Tiap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epoch </a:t>
            </a:r>
            <a:r>
              <a:rPr lang="en-US" dirty="0" err="1"/>
              <a:t>berarti</a:t>
            </a:r>
            <a:r>
              <a:rPr lang="en-US" dirty="0"/>
              <a:t> model </a:t>
            </a:r>
            <a:r>
              <a:rPr lang="en-US" dirty="0" err="1"/>
              <a:t>sudah</a:t>
            </a:r>
            <a:r>
              <a:rPr lang="en-US" dirty="0"/>
              <a:t> </a:t>
            </a:r>
            <a:r>
              <a:rPr lang="en-US" dirty="0" err="1"/>
              <a:t>menguji</a:t>
            </a:r>
            <a:r>
              <a:rPr lang="en-US" dirty="0"/>
              <a:t> </a:t>
            </a:r>
            <a:r>
              <a:rPr lang="en-US" dirty="0" err="1"/>
              <a:t>semua</a:t>
            </a:r>
            <a:r>
              <a:rPr lang="en-US" dirty="0"/>
              <a:t> data</a:t>
            </a:r>
          </a:p>
          <a:p>
            <a:pPr marL="171450" indent="-171450">
              <a:buFontTx/>
              <a:buChar char="-"/>
            </a:pPr>
            <a:r>
              <a:rPr lang="en-US" dirty="0"/>
              <a:t>Yang di adjust </a:t>
            </a:r>
            <a:r>
              <a:rPr lang="en-US" dirty="0" err="1"/>
              <a:t>tiap</a:t>
            </a:r>
            <a:r>
              <a:rPr lang="en-US" dirty="0"/>
              <a:t> epoch </a:t>
            </a:r>
            <a:r>
              <a:rPr lang="en-US" dirty="0" err="1"/>
              <a:t>itu</a:t>
            </a:r>
            <a:r>
              <a:rPr lang="en-US" dirty="0"/>
              <a:t> </a:t>
            </a:r>
            <a:r>
              <a:rPr lang="en-US" dirty="0" err="1"/>
              <a:t>bobot</a:t>
            </a:r>
            <a:r>
              <a:rPr lang="en-US" dirty="0"/>
              <a:t> dan bias</a:t>
            </a:r>
          </a:p>
          <a:p>
            <a:pPr marL="171450" indent="-171450">
              <a:buFontTx/>
              <a:buChar char="-"/>
            </a:pPr>
            <a:r>
              <a:rPr lang="en-US" dirty="0"/>
              <a:t>Adam adaptive learning rate </a:t>
            </a:r>
            <a:r>
              <a:rPr lang="en-US" dirty="0" err="1"/>
              <a:t>menggunakan</a:t>
            </a:r>
            <a:r>
              <a:rPr lang="en-US" dirty="0"/>
              <a:t> gradient decent </a:t>
            </a:r>
            <a:r>
              <a:rPr lang="en-US" dirty="0" err="1"/>
              <a:t>sama</a:t>
            </a:r>
            <a:r>
              <a:rPr lang="en-US" dirty="0"/>
              <a:t> </a:t>
            </a:r>
            <a:r>
              <a:rPr lang="en-US" dirty="0" err="1"/>
              <a:t>RMSProp</a:t>
            </a: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Times New Roman" panose="02020603050405020304" pitchFamily="18" charset="0"/>
              </a:rPr>
              <a:t>Conv1D: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b="0" i="0" dirty="0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Conv1D layer meng </a:t>
            </a:r>
            <a:r>
              <a:rPr lang="en-US" b="0" i="0" dirty="0" err="1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ektraksi</a:t>
            </a:r>
            <a:r>
              <a:rPr lang="en-US" b="0" i="0" dirty="0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 features </a:t>
            </a:r>
            <a:r>
              <a:rPr lang="en-US" b="0" i="0" dirty="0" err="1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dari</a:t>
            </a:r>
            <a:r>
              <a:rPr lang="en-US" b="0" i="0" dirty="0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 input yang </a:t>
            </a:r>
            <a:r>
              <a:rPr lang="en-US" b="0" i="0" dirty="0" err="1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berupa</a:t>
            </a:r>
            <a:r>
              <a:rPr lang="en-US" b="0" i="0" dirty="0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 data sequence </a:t>
            </a:r>
            <a:r>
              <a:rPr lang="en-US" b="0" i="0" dirty="0" err="1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menggunakan</a:t>
            </a:r>
            <a:r>
              <a:rPr lang="en-US" b="0" i="0" dirty="0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 convolutional filters.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b="0" i="0" dirty="0" err="1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Melakukan</a:t>
            </a:r>
            <a:r>
              <a:rPr lang="en-US" b="0" i="0" dirty="0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 </a:t>
            </a:r>
            <a:r>
              <a:rPr lang="en-US" b="0" i="0" dirty="0" err="1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perkalian</a:t>
            </a:r>
            <a:r>
              <a:rPr lang="en-US" b="0" i="0" dirty="0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 </a:t>
            </a:r>
            <a:r>
              <a:rPr lang="en-US" b="0" i="0" dirty="0" err="1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bobot</a:t>
            </a:r>
            <a:r>
              <a:rPr lang="en-US" b="0" i="0" dirty="0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 </a:t>
            </a:r>
            <a:r>
              <a:rPr lang="en-US" b="0" i="0" dirty="0" err="1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antar</a:t>
            </a:r>
            <a:r>
              <a:rPr lang="en-US" b="0" i="0" dirty="0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 </a:t>
            </a:r>
            <a:r>
              <a:rPr lang="en-US" b="0" i="0" dirty="0" err="1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blok</a:t>
            </a:r>
            <a:r>
              <a:rPr lang="en-US" b="0" i="0" dirty="0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 </a:t>
            </a:r>
            <a:r>
              <a:rPr lang="en-US" b="0" i="0" dirty="0" err="1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sehingga</a:t>
            </a:r>
            <a:r>
              <a:rPr lang="en-US" b="0" i="0" dirty="0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 </a:t>
            </a:r>
            <a:r>
              <a:rPr lang="en-US" b="0" i="0" dirty="0" err="1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menghasilkan</a:t>
            </a:r>
            <a:r>
              <a:rPr lang="en-US" b="0" i="0" dirty="0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 </a:t>
            </a:r>
            <a:r>
              <a:rPr lang="en-US" b="0" i="0" dirty="0" err="1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informasi</a:t>
            </a:r>
            <a:r>
              <a:rPr lang="en-US" b="0" i="0" dirty="0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 </a:t>
            </a:r>
            <a:r>
              <a:rPr lang="en-US" b="0" i="0" dirty="0" err="1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baru</a:t>
            </a:r>
            <a:r>
              <a:rPr lang="en-US" b="0" i="0" dirty="0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, </a:t>
            </a:r>
            <a:r>
              <a:rPr lang="en-US" b="0" i="0" dirty="0" err="1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banya</a:t>
            </a:r>
            <a:r>
              <a:rPr lang="en-US" b="0" i="0" dirty="0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 </a:t>
            </a:r>
            <a:r>
              <a:rPr lang="en-US" b="0" i="0" dirty="0" err="1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blok</a:t>
            </a:r>
            <a:r>
              <a:rPr lang="en-US" b="0" i="0" dirty="0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 yang </a:t>
            </a:r>
            <a:r>
              <a:rPr lang="en-US" b="0" i="0" dirty="0" err="1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dikalikan</a:t>
            </a:r>
            <a:r>
              <a:rPr lang="en-US" b="0" i="0" dirty="0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 </a:t>
            </a:r>
            <a:r>
              <a:rPr lang="en-US" b="0" i="0" dirty="0" err="1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bergantung</a:t>
            </a:r>
            <a:r>
              <a:rPr lang="en-US" b="0" i="0" dirty="0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 </a:t>
            </a:r>
            <a:r>
              <a:rPr lang="en-US" b="0" i="0" dirty="0" err="1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dengan</a:t>
            </a:r>
            <a:r>
              <a:rPr lang="en-US" b="0" i="0" dirty="0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 </a:t>
            </a:r>
            <a:r>
              <a:rPr lang="en-US" b="0" i="0" dirty="0" err="1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permintaan</a:t>
            </a:r>
            <a:r>
              <a:rPr lang="en-US" b="0" i="0" dirty="0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 </a:t>
            </a:r>
            <a:r>
              <a:rPr lang="en-US" b="0" i="0" dirty="0" err="1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kita</a:t>
            </a:r>
            <a:endParaRPr lang="en-US" b="0" i="0" dirty="0">
              <a:solidFill>
                <a:srgbClr val="ECECEC"/>
              </a:solidFill>
              <a:effectLst/>
              <a:highlight>
                <a:srgbClr val="212121"/>
              </a:highlight>
              <a:latin typeface="ui-sans-serif"/>
            </a:endParaRPr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D707AA-DE49-48AB-B498-D9DD8F08359C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23678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 dirty="0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LSTM: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b="0" i="0" dirty="0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LSTM layer </a:t>
            </a:r>
            <a:r>
              <a:rPr lang="en-US" b="0" i="0" dirty="0" err="1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memproses</a:t>
            </a:r>
            <a:r>
              <a:rPr lang="en-US" b="0" i="0" dirty="0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 features </a:t>
            </a:r>
            <a:r>
              <a:rPr lang="en-US" b="0" i="0" dirty="0" err="1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untuk</a:t>
            </a:r>
            <a:r>
              <a:rPr lang="en-US" b="0" i="0" dirty="0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 </a:t>
            </a:r>
            <a:r>
              <a:rPr lang="en-US" b="0" i="0" dirty="0" err="1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mendapatkan</a:t>
            </a:r>
            <a:r>
              <a:rPr lang="en-US" b="0" i="0" dirty="0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 temporal dependencies. Captures long-term dependencies in sequential data using a RNN structure </a:t>
            </a:r>
            <a:r>
              <a:rPr lang="en-US" b="0" i="0" dirty="0" err="1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dengan</a:t>
            </a:r>
            <a:r>
              <a:rPr lang="en-US" b="0" i="0" dirty="0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 </a:t>
            </a:r>
            <a:r>
              <a:rPr lang="en-US" b="0" i="0" dirty="0" err="1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gerbang</a:t>
            </a:r>
            <a:r>
              <a:rPr lang="en-US" b="0" i="0" dirty="0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 </a:t>
            </a:r>
            <a:r>
              <a:rPr lang="en-US" b="0" i="0" dirty="0" err="1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untuk</a:t>
            </a:r>
            <a:r>
              <a:rPr lang="en-US" b="0" i="0" dirty="0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 </a:t>
            </a:r>
            <a:r>
              <a:rPr lang="en-US" b="0" i="0" dirty="0" err="1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mengontrol</a:t>
            </a:r>
            <a:r>
              <a:rPr lang="en-US" b="0" i="0" dirty="0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 </a:t>
            </a:r>
            <a:r>
              <a:rPr lang="en-US" b="0" i="0" dirty="0" err="1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aliran</a:t>
            </a:r>
            <a:r>
              <a:rPr lang="en-US" b="0" i="0" dirty="0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 </a:t>
            </a:r>
            <a:r>
              <a:rPr lang="en-US" b="0" i="0" dirty="0" err="1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informasi</a:t>
            </a:r>
            <a:r>
              <a:rPr lang="en-US" b="0" i="0" dirty="0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b="0" i="0" dirty="0" err="1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Setelah</a:t>
            </a:r>
            <a:r>
              <a:rPr lang="en-US" b="0" i="0" dirty="0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 </a:t>
            </a:r>
            <a:r>
              <a:rPr lang="en-US" b="0" i="0" dirty="0" err="1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dihitung</a:t>
            </a:r>
            <a:r>
              <a:rPr lang="en-US" b="0" i="0" dirty="0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 </a:t>
            </a:r>
            <a:r>
              <a:rPr lang="en-US" b="0" i="0" dirty="0" err="1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bobotnya</a:t>
            </a:r>
            <a:r>
              <a:rPr lang="en-US" b="0" i="0" dirty="0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 </a:t>
            </a:r>
            <a:r>
              <a:rPr lang="en-US" b="0" i="0" dirty="0" err="1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dengan</a:t>
            </a:r>
            <a:r>
              <a:rPr lang="en-US" b="0" i="0" dirty="0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 </a:t>
            </a:r>
            <a:r>
              <a:rPr lang="en-US" b="0" i="0" dirty="0" err="1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informasi</a:t>
            </a:r>
            <a:r>
              <a:rPr lang="en-US" b="0" i="0" dirty="0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 </a:t>
            </a:r>
            <a:r>
              <a:rPr lang="en-US" b="0" i="0" dirty="0" err="1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sebelumnya</a:t>
            </a:r>
            <a:r>
              <a:rPr lang="en-US" b="0" i="0" dirty="0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, </a:t>
            </a:r>
            <a:r>
              <a:rPr lang="en-US" b="0" i="0" dirty="0" err="1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bobot</a:t>
            </a:r>
            <a:r>
              <a:rPr lang="en-US" b="0" i="0" dirty="0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 </a:t>
            </a:r>
            <a:r>
              <a:rPr lang="en-US" b="0" i="0" dirty="0" err="1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dihitung</a:t>
            </a:r>
            <a:r>
              <a:rPr lang="en-US" b="0" i="0" dirty="0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 </a:t>
            </a:r>
            <a:r>
              <a:rPr lang="en-US" b="0" i="0" dirty="0" err="1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dengan</a:t>
            </a:r>
            <a:r>
              <a:rPr lang="en-US" b="0" i="0" dirty="0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 sigmoid di forget gate. Jika </a:t>
            </a:r>
            <a:r>
              <a:rPr lang="en-US" b="0" i="0" dirty="0" err="1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menghasilkan</a:t>
            </a:r>
            <a:r>
              <a:rPr lang="en-US" b="0" i="0" dirty="0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 0 </a:t>
            </a:r>
            <a:r>
              <a:rPr lang="en-US" b="0" i="0" dirty="0" err="1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maka</a:t>
            </a:r>
            <a:r>
              <a:rPr lang="en-US" b="0" i="0" dirty="0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 data </a:t>
            </a:r>
            <a:r>
              <a:rPr lang="en-US" b="0" i="0" dirty="0" err="1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dibuang</a:t>
            </a:r>
            <a:r>
              <a:rPr lang="en-US" b="0" i="0" dirty="0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, 1 data </a:t>
            </a:r>
            <a:r>
              <a:rPr lang="en-US" b="0" i="0" dirty="0" err="1">
                <a:solidFill>
                  <a:srgbClr val="ECECEC"/>
                </a:solidFill>
                <a:effectLst/>
                <a:highlight>
                  <a:srgbClr val="212121"/>
                </a:highlight>
                <a:latin typeface="ui-sans-serif"/>
              </a:rPr>
              <a:t>disimpan</a:t>
            </a:r>
            <a:endParaRPr lang="en-US" b="0" i="0" dirty="0">
              <a:solidFill>
                <a:srgbClr val="ECECEC"/>
              </a:solidFill>
              <a:effectLst/>
              <a:highlight>
                <a:srgbClr val="212121"/>
              </a:highlight>
              <a:latin typeface="ui-sans-serif"/>
            </a:endParaRPr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D707AA-DE49-48AB-B498-D9DD8F08359C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6036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6CC06-A9D3-34FA-C572-E97BE6F9FB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3FF570-EF73-946B-2DCC-C695AF2708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42651B-DF50-B29C-35EB-E368801AF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D8A48-C36E-4863-9FA2-57CC1C2862E9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C897A2-081A-9949-F793-1E0A3C9EE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76746-2A8C-454E-8371-1A7411E97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46D2D-E95C-44B7-8902-03E19C3EF8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227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EF12A-55D2-E52C-52A1-1BD48DDC6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490F92-52A5-30C4-14F1-C054E51B2D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EC4DEE-0648-7D62-6F5D-2260A5935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D8A48-C36E-4863-9FA2-57CC1C2862E9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8BA6EA-02DD-C4ED-1CE0-9F1B3E576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CDFD27-9744-58C2-89BF-5ACDBF536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46D2D-E95C-44B7-8902-03E19C3EF8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612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111C9-C00D-88F7-BAC4-0015E8719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636ED3-CE96-A21F-046A-B9F0148ABB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C0C847-735C-1A29-51AD-74817AEA3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D8A48-C36E-4863-9FA2-57CC1C2862E9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43E3AB-DCFD-E9E2-4E31-2378C4BDA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92FA68-0B81-3331-6302-5653537F5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46D2D-E95C-44B7-8902-03E19C3EF8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3106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520BD-2634-4098-E451-431DFA0F3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E61DC0-5C82-2CA7-A12D-A3B0AE4F7B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6E2D9E-F1DD-56AF-76D9-9B7D1191F5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FD19C9-6219-0F1C-8242-FF8B6D4F4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D8A48-C36E-4863-9FA2-57CC1C2862E9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B46217-259A-BBA9-D4C6-62C199271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8C6A71-6684-CBAA-9CA0-F449C5717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46D2D-E95C-44B7-8902-03E19C3EF8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861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ED1E8-6F9E-7225-2710-03C4AC60A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A15859-8ABB-E768-1FA1-FEAC19590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25792E-C7F4-5E47-2770-A47129F87F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E4DB5E-0411-A937-3F20-56411B43B0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35F694-60BC-2675-4701-4479466396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EC94C1-A289-7B71-5307-E3CCE0564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D8A48-C36E-4863-9FA2-57CC1C2862E9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7C2C23-3E76-24A9-BB21-6801228CA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461971-8483-3988-FA2D-6644B0D7D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46D2D-E95C-44B7-8902-03E19C3EF8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408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7064D-920B-6EA3-9AAC-EC616EF4F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482D65-9BAA-99E4-B7F5-11B9D86BA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D8A48-C36E-4863-9FA2-57CC1C2862E9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321017-DB0F-CD80-E3B0-1F7CD54FD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B95A9D-2E5A-5AAC-558B-DC08236C0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46D2D-E95C-44B7-8902-03E19C3EF8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813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1E9F01-8237-E403-2349-83F6875BC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D8A48-C36E-4863-9FA2-57CC1C2862E9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B75FD8-A62B-9FCB-34A9-983071081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69BCA5-E33D-F0FE-CF07-C3D0CD6BA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46D2D-E95C-44B7-8902-03E19C3EF8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447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90DDE-F6EC-17DA-39A4-75BCA0846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138FCD-5E32-A8AC-9042-81B652ECF7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D5A874-7C5B-4A14-10F8-4D95FBAB1B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28C2F9-B185-D516-E6B3-CCE4B5E1E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D8A48-C36E-4863-9FA2-57CC1C2862E9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241EB5-75EA-030E-BC65-5F438D21C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6CB68D-4299-A03D-0BB9-0DBB551B1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46D2D-E95C-44B7-8902-03E19C3EF8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429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FC16C-FA26-B933-5080-5F3E88B80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94EF81-116E-FCFC-5727-20457F1901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5A9773-2717-0279-D2AE-3266BC3242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D17A8D-26CD-FDBB-271F-C959BA9C8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D8A48-C36E-4863-9FA2-57CC1C2862E9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727E85-AF1F-07AF-A1C9-D4BED0B39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4DD8A3-9E2E-CACB-768D-A4A64E944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46D2D-E95C-44B7-8902-03E19C3EF8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190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4FA0B-28B3-D593-AA5B-B97E009CE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B282EC-F72E-8992-F570-190A20CDB1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1708C-5946-E132-9D21-65B6440FB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D8A48-C36E-4863-9FA2-57CC1C2862E9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1812E0-4B52-C6C4-7AD0-CCED366DA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550B49-7BC4-60BA-92D5-0567FB8EB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46D2D-E95C-44B7-8902-03E19C3EF8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017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4C7227-9DEC-99E3-CE64-727CEC4038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3D3061-25B7-3B5E-5C18-EF0B790E77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4F4958-1451-3418-2D32-765D96D45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D8A48-C36E-4863-9FA2-57CC1C2862E9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61E7F9-3970-2D5D-4B29-238F529A3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E19927-03F4-B65A-C527-081E8D246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46D2D-E95C-44B7-8902-03E19C3EF8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228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A24FB9-26E6-50C4-859D-70C1F1B7A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8F3CBE-75A2-27D1-9C60-454F29EF4E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3FA8ED-088F-07C1-5CEB-DD2949892C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5D8A48-C36E-4863-9FA2-57CC1C2862E9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68D4D3-C1D8-C2DB-075B-7228F7BE64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7A9929-1129-C2C0-5059-EBA35BFCD1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E46D2D-E95C-44B7-8902-03E19C3EF8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483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6DA9DF9-31F7-4056-B42E-878CC92417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299894-08DF-1100-B74C-36D02E09B0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8" y="643467"/>
            <a:ext cx="4620584" cy="4567137"/>
          </a:xfrm>
        </p:spPr>
        <p:txBody>
          <a:bodyPr>
            <a:normAutofit/>
          </a:bodyPr>
          <a:lstStyle/>
          <a:p>
            <a:pPr algn="l"/>
            <a:r>
              <a:rPr lang="sv-SE" sz="4400" dirty="0"/>
              <a:t>IDENTIFIKASI URL SITUS BERBAHAYA MENGGUNAKAN</a:t>
            </a:r>
            <a:br>
              <a:rPr lang="sv-SE" sz="4400" dirty="0"/>
            </a:br>
            <a:r>
              <a:rPr lang="sv-SE" sz="4400" dirty="0"/>
              <a:t>JARINGAN SARAF TIRUAN CNN-LSTM</a:t>
            </a:r>
            <a:endParaRPr lang="en-US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1A020B-2925-239B-1F9B-08825D9640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3467" y="5277684"/>
            <a:ext cx="4620584" cy="775494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dirty="0"/>
              <a:t>Mathys Jorge Alberino </a:t>
            </a:r>
            <a:r>
              <a:rPr lang="en-US" dirty="0" err="1"/>
              <a:t>Seilatu</a:t>
            </a:r>
            <a:endParaRPr lang="en-US" dirty="0"/>
          </a:p>
          <a:p>
            <a:pPr algn="l"/>
            <a:r>
              <a:rPr lang="en-US" dirty="0"/>
              <a:t>205314174</a:t>
            </a:r>
          </a:p>
        </p:txBody>
      </p:sp>
      <p:pic>
        <p:nvPicPr>
          <p:cNvPr id="5" name="Picture Placeholder 7" descr="abstract image">
            <a:extLst>
              <a:ext uri="{FF2B5EF4-FFF2-40B4-BE49-F238E27FC236}">
                <a16:creationId xmlns:a16="http://schemas.microsoft.com/office/drawing/2014/main" id="{4A3E0E0D-12DF-452D-0DB5-CF36A079C92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5547" r="25545" b="-2"/>
          <a:stretch/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4672059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1293F9B-599E-4871-A414-757225FA34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21752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36ADB7-496E-799D-E75B-B933B7CAB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5739"/>
            <a:ext cx="10515600" cy="1124949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Overview</a:t>
            </a:r>
          </a:p>
        </p:txBody>
      </p:sp>
      <p:grpSp>
        <p:nvGrpSpPr>
          <p:cNvPr id="15" name="Graphic 190">
            <a:extLst>
              <a:ext uri="{FF2B5EF4-FFF2-40B4-BE49-F238E27FC236}">
                <a16:creationId xmlns:a16="http://schemas.microsoft.com/office/drawing/2014/main" id="{53883AA7-7F86-41F8-A1D8-06E9886E7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136528"/>
            <a:ext cx="1291642" cy="429215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C80ACB6-0FE0-4F10-998D-2E8D463750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C2903D5-FF18-4A00-8E9F-9335FCF1E4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1A8B53C-ED2D-4081-AC0C-F87A9D4B3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10480" y="681042"/>
            <a:ext cx="1562428" cy="1493465"/>
            <a:chOff x="3121343" y="4864099"/>
            <a:chExt cx="2085971" cy="1993901"/>
          </a:xfrm>
          <a:solidFill>
            <a:schemeClr val="bg1"/>
          </a:solidFill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E2C7D52B-9C2A-4BDB-89DC-A89BDB9F8C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38556" y="4981312"/>
              <a:ext cx="442726" cy="44272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C4B951A6-4FAF-4CBA-B55F-3AAD55758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128809" y="4871565"/>
              <a:ext cx="902626" cy="902626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FC4DABFE-3395-46F4-95C0-CA58332AAF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121343" y="4864099"/>
              <a:ext cx="1152732" cy="1152732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782225D9-CC2C-4D45-B90F-5EC7DD2652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152324" y="4894707"/>
              <a:ext cx="1321462" cy="1321838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DC31B28-21ED-494B-BA30-31CD8F9CD9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15037" y="4957793"/>
              <a:ext cx="1428975" cy="1428975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9BD8A01F-C2B9-47B6-977F-15E31A8C1D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301642" y="5044398"/>
              <a:ext cx="1490195" cy="1490195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5D562CCF-082E-4E33-BC25-3C2F3CB261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09523" y="5152279"/>
              <a:ext cx="1509607" cy="1509607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A91A36DF-6DC9-4C5F-A16E-BC6DC84292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538685" y="5279576"/>
              <a:ext cx="1488326" cy="1490192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DEF31D0-A584-489A-B972-966367742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83896" y="5426652"/>
              <a:ext cx="1429720" cy="1429720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706B7B1-0776-4349-9782-39E4AD4ED0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01021" y="5597624"/>
              <a:ext cx="1275308" cy="1260376"/>
            </a:xfrm>
            <a:custGeom>
              <a:avLst/>
              <a:gdLst>
                <a:gd name="connsiteX0" fmla="*/ 1260376 w 1275308"/>
                <a:gd name="connsiteY0" fmla="*/ 0 h 1260376"/>
                <a:gd name="connsiteX1" fmla="*/ 1275308 w 1275308"/>
                <a:gd name="connsiteY1" fmla="*/ 52634 h 1260376"/>
                <a:gd name="connsiteX2" fmla="*/ 67566 w 1275308"/>
                <a:gd name="connsiteY2" fmla="*/ 1260376 h 1260376"/>
                <a:gd name="connsiteX3" fmla="*/ 0 w 1275308"/>
                <a:gd name="connsiteY3" fmla="*/ 1260376 h 1260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5308" h="1260376">
                  <a:moveTo>
                    <a:pt x="1260376" y="0"/>
                  </a:moveTo>
                  <a:cubicBezTo>
                    <a:pt x="1265977" y="17174"/>
                    <a:pt x="1270829" y="34716"/>
                    <a:pt x="1275308" y="52634"/>
                  </a:cubicBezTo>
                  <a:lnTo>
                    <a:pt x="67566" y="1260376"/>
                  </a:lnTo>
                  <a:lnTo>
                    <a:pt x="0" y="1260376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ECC02B0-321C-499C-AB67-2DE74D4DED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141456" y="5797338"/>
              <a:ext cx="1065858" cy="1060662"/>
            </a:xfrm>
            <a:custGeom>
              <a:avLst/>
              <a:gdLst>
                <a:gd name="connsiteX0" fmla="*/ 1061006 w 1065858"/>
                <a:gd name="connsiteY0" fmla="*/ 0 h 1060662"/>
                <a:gd name="connsiteX1" fmla="*/ 1065858 w 1065858"/>
                <a:gd name="connsiteY1" fmla="*/ 62342 h 1060662"/>
                <a:gd name="connsiteX2" fmla="*/ 67196 w 1065858"/>
                <a:gd name="connsiteY2" fmla="*/ 1060662 h 1060662"/>
                <a:gd name="connsiteX3" fmla="*/ 0 w 1065858"/>
                <a:gd name="connsiteY3" fmla="*/ 1060662 h 1060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65858" h="1060662">
                  <a:moveTo>
                    <a:pt x="1061006" y="0"/>
                  </a:moveTo>
                  <a:cubicBezTo>
                    <a:pt x="1063248" y="20905"/>
                    <a:pt x="1064741" y="41809"/>
                    <a:pt x="1065858" y="62342"/>
                  </a:cubicBezTo>
                  <a:lnTo>
                    <a:pt x="67196" y="1060662"/>
                  </a:lnTo>
                  <a:lnTo>
                    <a:pt x="0" y="1060662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5B3F392-AC23-49B8-A36A-D93B0BD76D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1830" y="6039978"/>
              <a:ext cx="818022" cy="818022"/>
            </a:xfrm>
            <a:custGeom>
              <a:avLst/>
              <a:gdLst>
                <a:gd name="connsiteX0" fmla="*/ 818022 w 818022"/>
                <a:gd name="connsiteY0" fmla="*/ 0 h 818022"/>
                <a:gd name="connsiteX1" fmla="*/ 804584 w 818022"/>
                <a:gd name="connsiteY1" fmla="*/ 80632 h 818022"/>
                <a:gd name="connsiteX2" fmla="*/ 67190 w 818022"/>
                <a:gd name="connsiteY2" fmla="*/ 818022 h 818022"/>
                <a:gd name="connsiteX3" fmla="*/ 0 w 818022"/>
                <a:gd name="connsiteY3" fmla="*/ 818022 h 818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8022" h="818022">
                  <a:moveTo>
                    <a:pt x="818022" y="0"/>
                  </a:moveTo>
                  <a:cubicBezTo>
                    <a:pt x="814660" y="27250"/>
                    <a:pt x="810180" y="53755"/>
                    <a:pt x="804584" y="80632"/>
                  </a:cubicBezTo>
                  <a:lnTo>
                    <a:pt x="67190" y="818022"/>
                  </a:lnTo>
                  <a:lnTo>
                    <a:pt x="0" y="818022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A72EA58-66EE-4BA2-923C-2B66CFC42D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647375" y="6390131"/>
              <a:ext cx="442354" cy="442354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BA5941-2923-3758-A598-5B6347126DC9}"/>
              </a:ext>
            </a:extLst>
          </p:cNvPr>
          <p:cNvSpPr>
            <a:spLocks/>
          </p:cNvSpPr>
          <p:nvPr/>
        </p:nvSpPr>
        <p:spPr>
          <a:xfrm>
            <a:off x="1291469" y="2642544"/>
            <a:ext cx="3741731" cy="3534419"/>
          </a:xfrm>
          <a:prstGeom prst="rect">
            <a:avLst/>
          </a:prstGeom>
        </p:spPr>
        <p:txBody>
          <a:bodyPr/>
          <a:lstStyle/>
          <a:p>
            <a:pPr defTabSz="740664">
              <a:lnSpc>
                <a:spcPct val="90000"/>
              </a:lnSpc>
              <a:spcAft>
                <a:spcPts val="600"/>
              </a:spcAft>
            </a:pPr>
            <a:r>
              <a:rPr lang="en-US" sz="2268" dirty="0" err="1"/>
              <a:t>Pemikiran</a:t>
            </a:r>
            <a:r>
              <a:rPr lang="en-US" sz="2268" dirty="0"/>
              <a:t> </a:t>
            </a:r>
            <a:r>
              <a:rPr lang="en-US" sz="2268" dirty="0" err="1"/>
              <a:t>dasar</a:t>
            </a:r>
            <a:r>
              <a:rPr lang="en-US" sz="2268" dirty="0"/>
              <a:t> </a:t>
            </a:r>
            <a:r>
              <a:rPr lang="en-US" sz="2268" dirty="0" err="1"/>
              <a:t>penelitian</a:t>
            </a:r>
            <a:r>
              <a:rPr lang="en-US" sz="2268" dirty="0"/>
              <a:t>:</a:t>
            </a:r>
          </a:p>
          <a:p>
            <a:pPr defTabSz="740664">
              <a:lnSpc>
                <a:spcPct val="90000"/>
              </a:lnSpc>
              <a:spcAft>
                <a:spcPts val="600"/>
              </a:spcAft>
              <a:buFontTx/>
              <a:buChar char="-"/>
            </a:pPr>
            <a:r>
              <a:rPr lang="en-US" sz="2268" dirty="0" err="1"/>
              <a:t>Tujuan</a:t>
            </a:r>
            <a:r>
              <a:rPr lang="en-US" sz="2268" dirty="0"/>
              <a:t> </a:t>
            </a:r>
            <a:r>
              <a:rPr lang="en-US" sz="2268" dirty="0" err="1"/>
              <a:t>penelitian</a:t>
            </a:r>
            <a:endParaRPr lang="en-US" sz="2268" dirty="0"/>
          </a:p>
          <a:p>
            <a:pPr defTabSz="740664">
              <a:lnSpc>
                <a:spcPct val="90000"/>
              </a:lnSpc>
              <a:spcAft>
                <a:spcPts val="600"/>
              </a:spcAft>
              <a:buFontTx/>
              <a:buChar char="-"/>
            </a:pPr>
            <a:r>
              <a:rPr lang="en-US" sz="2268" dirty="0" err="1"/>
              <a:t>Masalah</a:t>
            </a:r>
            <a:r>
              <a:rPr lang="en-US" sz="2268" dirty="0"/>
              <a:t> yang </a:t>
            </a:r>
            <a:r>
              <a:rPr lang="en-US" sz="2268" dirty="0" err="1"/>
              <a:t>akan</a:t>
            </a:r>
            <a:r>
              <a:rPr lang="en-US" sz="2268" dirty="0"/>
              <a:t> </a:t>
            </a:r>
            <a:r>
              <a:rPr lang="en-US" sz="2268" dirty="0" err="1"/>
              <a:t>dipecahkan</a:t>
            </a:r>
            <a:endParaRPr lang="en-US" sz="2268" dirty="0"/>
          </a:p>
          <a:p>
            <a:pPr defTabSz="740664">
              <a:lnSpc>
                <a:spcPct val="90000"/>
              </a:lnSpc>
              <a:spcAft>
                <a:spcPts val="600"/>
              </a:spcAft>
              <a:buFontTx/>
              <a:buChar char="-"/>
            </a:pPr>
            <a:r>
              <a:rPr lang="en-US" sz="2268" dirty="0" err="1"/>
              <a:t>Luaran</a:t>
            </a:r>
            <a:r>
              <a:rPr lang="en-US" sz="2268" dirty="0"/>
              <a:t> yang </a:t>
            </a:r>
            <a:r>
              <a:rPr lang="en-US" sz="2268" dirty="0" err="1"/>
              <a:t>dihasilkan</a:t>
            </a:r>
            <a:endParaRPr lang="en-US" sz="2268" dirty="0"/>
          </a:p>
          <a:p>
            <a:pPr defTabSz="740664">
              <a:lnSpc>
                <a:spcPct val="90000"/>
              </a:lnSpc>
              <a:spcAft>
                <a:spcPts val="600"/>
              </a:spcAft>
              <a:buFontTx/>
              <a:buChar char="-"/>
            </a:pPr>
            <a:r>
              <a:rPr lang="en-US" sz="2268" dirty="0" err="1"/>
              <a:t>Manfaat</a:t>
            </a:r>
            <a:r>
              <a:rPr lang="en-US" sz="2268" dirty="0"/>
              <a:t> </a:t>
            </a:r>
            <a:r>
              <a:rPr lang="en-US" sz="2268" dirty="0" err="1"/>
              <a:t>penelitian</a:t>
            </a:r>
            <a:endParaRPr lang="en-US" sz="2268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B623A0A-F461-94F5-ACAC-C8B5ADF49105}"/>
              </a:ext>
            </a:extLst>
          </p:cNvPr>
          <p:cNvSpPr txBox="1">
            <a:spLocks/>
          </p:cNvSpPr>
          <p:nvPr/>
        </p:nvSpPr>
        <p:spPr>
          <a:xfrm>
            <a:off x="5162615" y="2639965"/>
            <a:ext cx="2937163" cy="35344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740664">
              <a:spcBef>
                <a:spcPts val="810"/>
              </a:spcBef>
              <a:buNone/>
            </a:pPr>
            <a:r>
              <a:rPr lang="en-US" sz="2268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Metodologi</a:t>
            </a:r>
            <a:r>
              <a:rPr lang="en-US" sz="2268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</a:t>
            </a:r>
          </a:p>
          <a:p>
            <a:pPr marL="185166" indent="-185166" defTabSz="740664">
              <a:spcBef>
                <a:spcPts val="810"/>
              </a:spcBef>
              <a:buFontTx/>
              <a:buChar char="-"/>
            </a:pPr>
            <a:r>
              <a:rPr lang="en-US" sz="2268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Penjelasan</a:t>
            </a:r>
            <a:r>
              <a:rPr lang="en-US" sz="2268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data</a:t>
            </a:r>
          </a:p>
          <a:p>
            <a:pPr marL="185166" indent="-185166" defTabSz="740664">
              <a:spcBef>
                <a:spcPts val="810"/>
              </a:spcBef>
              <a:buFontTx/>
              <a:buChar char="-"/>
            </a:pPr>
            <a:r>
              <a:rPr lang="en-US" sz="2268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Metode</a:t>
            </a:r>
            <a:r>
              <a:rPr lang="en-US" sz="2268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yang </a:t>
            </a:r>
            <a:r>
              <a:rPr lang="en-US" sz="2268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akan</a:t>
            </a:r>
            <a:r>
              <a:rPr lang="en-US" sz="2268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268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digunakan</a:t>
            </a:r>
            <a:endParaRPr lang="en-US" sz="2268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185166" indent="-185166" defTabSz="740664">
              <a:spcBef>
                <a:spcPts val="810"/>
              </a:spcBef>
              <a:buFontTx/>
              <a:buChar char="-"/>
            </a:pPr>
            <a:r>
              <a:rPr lang="fi-FI" sz="2268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Tata cara dan urut-urutan penelitian</a:t>
            </a:r>
            <a:endParaRPr lang="en-US" sz="2268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185166" indent="-185166" defTabSz="740664">
              <a:spcBef>
                <a:spcPts val="810"/>
              </a:spcBef>
              <a:buFontTx/>
              <a:buChar char="-"/>
            </a:pPr>
            <a:r>
              <a:rPr lang="en-US" sz="2268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Skenario</a:t>
            </a:r>
            <a:r>
              <a:rPr lang="en-US" sz="2268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268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penelitian</a:t>
            </a:r>
            <a:endParaRPr lang="en-US" sz="2268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185166" indent="-185166" defTabSz="740664">
              <a:spcBef>
                <a:spcPts val="810"/>
              </a:spcBef>
              <a:buFontTx/>
              <a:buChar char="-"/>
            </a:pPr>
            <a:endParaRPr lang="en-US" sz="2268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buFontTx/>
              <a:buChar char="-"/>
            </a:pP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E095024-59D7-95FF-1192-2CC640AEA0E0}"/>
              </a:ext>
            </a:extLst>
          </p:cNvPr>
          <p:cNvSpPr txBox="1">
            <a:spLocks/>
          </p:cNvSpPr>
          <p:nvPr/>
        </p:nvSpPr>
        <p:spPr>
          <a:xfrm>
            <a:off x="8099779" y="2639965"/>
            <a:ext cx="2548917" cy="35344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740664">
              <a:spcBef>
                <a:spcPts val="810"/>
              </a:spcBef>
              <a:buNone/>
            </a:pPr>
            <a:r>
              <a:rPr lang="en-US" sz="2268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Hasil dan </a:t>
            </a:r>
            <a:r>
              <a:rPr lang="en-US" sz="2268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analisis</a:t>
            </a:r>
            <a:r>
              <a:rPr lang="en-US" sz="2268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</a:t>
            </a:r>
          </a:p>
          <a:p>
            <a:pPr marL="185166" indent="-185166" defTabSz="740664">
              <a:spcBef>
                <a:spcPts val="810"/>
              </a:spcBef>
              <a:buFontTx/>
              <a:buChar char="-"/>
            </a:pPr>
            <a:r>
              <a:rPr lang="en-US" sz="2268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Rekap</a:t>
            </a:r>
            <a:r>
              <a:rPr lang="en-US" sz="2268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268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hasil</a:t>
            </a:r>
            <a:endParaRPr lang="en-US" sz="2268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185166" indent="-185166" defTabSz="740664">
              <a:spcBef>
                <a:spcPts val="810"/>
              </a:spcBef>
              <a:buFontTx/>
              <a:buChar char="-"/>
            </a:pPr>
            <a:r>
              <a:rPr lang="en-US" sz="2268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Keterbatasan</a:t>
            </a:r>
            <a:endParaRPr lang="en-US" sz="2268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185166" indent="-185166" defTabSz="740664">
              <a:spcBef>
                <a:spcPts val="810"/>
              </a:spcBef>
              <a:buFontTx/>
              <a:buChar char="-"/>
            </a:pPr>
            <a:r>
              <a:rPr lang="fi-FI" sz="2268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Kesimpulan</a:t>
            </a:r>
            <a:endParaRPr lang="en-US" sz="2268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185166" indent="-185166" defTabSz="740664">
              <a:spcBef>
                <a:spcPts val="810"/>
              </a:spcBef>
              <a:buFontTx/>
              <a:buChar char="-"/>
            </a:pPr>
            <a:endParaRPr lang="en-US" sz="2268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64269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5A11D-55AB-74D2-E13F-FA048BA0B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Pemikiran</a:t>
            </a:r>
            <a:r>
              <a:rPr lang="en-US" dirty="0"/>
              <a:t> </a:t>
            </a:r>
            <a:r>
              <a:rPr lang="en-US" dirty="0" err="1"/>
              <a:t>dasar</a:t>
            </a:r>
            <a:r>
              <a:rPr lang="en-US" dirty="0"/>
              <a:t> </a:t>
            </a:r>
            <a:r>
              <a:rPr lang="en-US" dirty="0" err="1"/>
              <a:t>penelitian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61ACF9-768E-F372-1903-6BD4822874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825" y="1690688"/>
            <a:ext cx="10515600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	</a:t>
            </a:r>
            <a:r>
              <a:rPr lang="en-US" dirty="0" err="1"/>
              <a:t>Akibat</a:t>
            </a:r>
            <a:r>
              <a:rPr lang="en-US" dirty="0"/>
              <a:t> </a:t>
            </a:r>
            <a:r>
              <a:rPr lang="en-US" dirty="0" err="1"/>
              <a:t>meningkatnya</a:t>
            </a:r>
            <a:r>
              <a:rPr lang="en-US" dirty="0"/>
              <a:t> </a:t>
            </a:r>
            <a:r>
              <a:rPr lang="en-US" dirty="0" err="1"/>
              <a:t>ancaman</a:t>
            </a:r>
            <a:r>
              <a:rPr lang="en-US" dirty="0"/>
              <a:t> </a:t>
            </a:r>
            <a:r>
              <a:rPr lang="en-US" dirty="0" err="1"/>
              <a:t>keamanan</a:t>
            </a:r>
            <a:r>
              <a:rPr lang="en-US" dirty="0"/>
              <a:t> web yang </a:t>
            </a:r>
            <a:r>
              <a:rPr lang="en-US" dirty="0" err="1"/>
              <a:t>disebabkan</a:t>
            </a:r>
            <a:r>
              <a:rPr lang="en-US" dirty="0"/>
              <a:t> oleh </a:t>
            </a:r>
            <a:r>
              <a:rPr lang="en-US" dirty="0" err="1"/>
              <a:t>url</a:t>
            </a:r>
            <a:r>
              <a:rPr lang="en-US" dirty="0"/>
              <a:t> </a:t>
            </a:r>
            <a:r>
              <a:rPr lang="en-US" dirty="0" err="1"/>
              <a:t>berbahya</a:t>
            </a:r>
            <a:r>
              <a:rPr lang="en-US" dirty="0"/>
              <a:t> </a:t>
            </a:r>
            <a:r>
              <a:rPr lang="en-US" dirty="0" err="1"/>
              <a:t>seperti</a:t>
            </a:r>
            <a:r>
              <a:rPr lang="en-US" dirty="0"/>
              <a:t> </a:t>
            </a:r>
            <a:r>
              <a:rPr lang="en-US" dirty="0" err="1"/>
              <a:t>url</a:t>
            </a:r>
            <a:r>
              <a:rPr lang="en-US" dirty="0"/>
              <a:t> </a:t>
            </a:r>
            <a:r>
              <a:rPr lang="en-US" dirty="0" err="1"/>
              <a:t>phising</a:t>
            </a:r>
            <a:r>
              <a:rPr lang="en-US" dirty="0"/>
              <a:t> dan malware. </a:t>
            </a:r>
            <a:r>
              <a:rPr lang="en-US" dirty="0" err="1"/>
              <a:t>Penelitian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ditujukan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mengembangkan</a:t>
            </a:r>
            <a:r>
              <a:rPr lang="en-US" dirty="0"/>
              <a:t> </a:t>
            </a:r>
            <a:r>
              <a:rPr lang="en-US" dirty="0" err="1"/>
              <a:t>metode</a:t>
            </a:r>
            <a:r>
              <a:rPr lang="en-US" dirty="0"/>
              <a:t> </a:t>
            </a:r>
            <a:r>
              <a:rPr lang="en-US" dirty="0" err="1"/>
              <a:t>deteksi</a:t>
            </a:r>
            <a:r>
              <a:rPr lang="en-US" dirty="0"/>
              <a:t> yang </a:t>
            </a:r>
            <a:r>
              <a:rPr lang="en-US" dirty="0" err="1"/>
              <a:t>efektif</a:t>
            </a:r>
            <a:r>
              <a:rPr lang="en-US" dirty="0"/>
              <a:t> dan </a:t>
            </a:r>
            <a:r>
              <a:rPr lang="en-US" dirty="0" err="1"/>
              <a:t>akurat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mengidentifikasi</a:t>
            </a:r>
            <a:r>
              <a:rPr lang="en-US" dirty="0"/>
              <a:t> </a:t>
            </a:r>
            <a:r>
              <a:rPr lang="en-US" dirty="0" err="1"/>
              <a:t>halaman</a:t>
            </a:r>
            <a:r>
              <a:rPr lang="en-US" dirty="0"/>
              <a:t> web yang </a:t>
            </a:r>
            <a:r>
              <a:rPr lang="en-US" dirty="0" err="1"/>
              <a:t>berpotensi</a:t>
            </a:r>
            <a:r>
              <a:rPr lang="en-US" dirty="0"/>
              <a:t> </a:t>
            </a:r>
            <a:r>
              <a:rPr lang="en-US" dirty="0" err="1"/>
              <a:t>berbahaya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307752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9D47016-023F-44BD-981C-50E7A10A6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BE7630-EC20-B29E-476E-F5F6191EE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57200"/>
            <a:ext cx="4343400" cy="1929384"/>
          </a:xfrm>
        </p:spPr>
        <p:txBody>
          <a:bodyPr anchor="ctr">
            <a:normAutofit/>
          </a:bodyPr>
          <a:lstStyle/>
          <a:p>
            <a:r>
              <a:rPr lang="en-US" sz="4800"/>
              <a:t>Sumber Data</a:t>
            </a:r>
          </a:p>
        </p:txBody>
      </p:sp>
      <p:sp>
        <p:nvSpPr>
          <p:cNvPr id="14" name="sketchy line">
            <a:extLst>
              <a:ext uri="{FF2B5EF4-FFF2-40B4-BE49-F238E27FC236}">
                <a16:creationId xmlns:a16="http://schemas.microsoft.com/office/drawing/2014/main" id="{6D8B37B0-0682-433E-BC8D-498C04ABD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471415" y="1412748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39919-5CF8-17D9-EDDE-5A54122E04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1263" y="457200"/>
            <a:ext cx="6007608" cy="192938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200" dirty="0"/>
              <a:t>428.103 benign</a:t>
            </a:r>
          </a:p>
          <a:p>
            <a:pPr marL="0" indent="0">
              <a:buNone/>
            </a:pPr>
            <a:r>
              <a:rPr lang="en-US" sz="2200" dirty="0"/>
              <a:t>96.457 defacement</a:t>
            </a:r>
          </a:p>
          <a:p>
            <a:pPr marL="0" indent="0">
              <a:buNone/>
            </a:pPr>
            <a:r>
              <a:rPr lang="en-US" sz="2200" dirty="0"/>
              <a:t>94.111 phishing</a:t>
            </a:r>
          </a:p>
          <a:p>
            <a:pPr marL="0" indent="0">
              <a:buNone/>
            </a:pPr>
            <a:r>
              <a:rPr lang="en-US" sz="2200" dirty="0"/>
              <a:t>32.520 malware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6660CAD-F8F3-DBCB-7970-ACB476C150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4470" y="2569464"/>
            <a:ext cx="3591860" cy="367893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4306B35-3ED5-3375-F3BA-C1B0E70139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4496" y="2631795"/>
            <a:ext cx="5468112" cy="3554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336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diagram of a software development process&#10;&#10;Description automatically generated">
            <a:extLst>
              <a:ext uri="{FF2B5EF4-FFF2-40B4-BE49-F238E27FC236}">
                <a16:creationId xmlns:a16="http://schemas.microsoft.com/office/drawing/2014/main" id="{D1598F43-69CD-3849-3FE0-1877A45509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537" y="716142"/>
            <a:ext cx="9334926" cy="54257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012114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6288D7D-B0F3-1518-9BB8-976995329F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438" y="2831703"/>
            <a:ext cx="9961123" cy="20063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6B099FB-5092-4348-8C21-4C90AE4C26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9722" y="1579551"/>
            <a:ext cx="5776239" cy="11172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A38E226-2C38-3F77-D729-B993671D0F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9722" y="4825840"/>
            <a:ext cx="5347629" cy="89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7835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D2B266D-3625-4584-A5C3-7D3F672CFF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5D2A5D1-BA0D-47D3-B051-DA7743C46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219825"/>
          </a:xfrm>
          <a:custGeom>
            <a:avLst/>
            <a:gdLst>
              <a:gd name="connsiteX0" fmla="*/ 6789701 w 12192000"/>
              <a:gd name="connsiteY0" fmla="*/ 6151588 h 6219825"/>
              <a:gd name="connsiteX1" fmla="*/ 6788702 w 12192000"/>
              <a:gd name="connsiteY1" fmla="*/ 6151666 h 6219825"/>
              <a:gd name="connsiteX2" fmla="*/ 6788476 w 12192000"/>
              <a:gd name="connsiteY2" fmla="*/ 6152200 h 6219825"/>
              <a:gd name="connsiteX3" fmla="*/ 9834 w 12192000"/>
              <a:gd name="connsiteY3" fmla="*/ 0 h 6219825"/>
              <a:gd name="connsiteX4" fmla="*/ 12357 w 12192000"/>
              <a:gd name="connsiteY4" fmla="*/ 1 h 6219825"/>
              <a:gd name="connsiteX5" fmla="*/ 12192000 w 12192000"/>
              <a:gd name="connsiteY5" fmla="*/ 1 h 6219825"/>
              <a:gd name="connsiteX6" fmla="*/ 12192000 w 12192000"/>
              <a:gd name="connsiteY6" fmla="*/ 5105401 h 6219825"/>
              <a:gd name="connsiteX7" fmla="*/ 12191716 w 12192000"/>
              <a:gd name="connsiteY7" fmla="*/ 5105401 h 6219825"/>
              <a:gd name="connsiteX8" fmla="*/ 12192000 w 12192000"/>
              <a:gd name="connsiteY8" fmla="*/ 5256977 h 6219825"/>
              <a:gd name="connsiteX9" fmla="*/ 12061096 w 12192000"/>
              <a:gd name="connsiteY9" fmla="*/ 5296034 h 6219825"/>
              <a:gd name="connsiteX10" fmla="*/ 11676800 w 12192000"/>
              <a:gd name="connsiteY10" fmla="*/ 5399652 h 6219825"/>
              <a:gd name="connsiteX11" fmla="*/ 10425355 w 12192000"/>
              <a:gd name="connsiteY11" fmla="*/ 5683310 h 6219825"/>
              <a:gd name="connsiteX12" fmla="*/ 9424022 w 12192000"/>
              <a:gd name="connsiteY12" fmla="*/ 5858546 h 6219825"/>
              <a:gd name="connsiteX13" fmla="*/ 8458419 w 12192000"/>
              <a:gd name="connsiteY13" fmla="*/ 5992303 h 6219825"/>
              <a:gd name="connsiteX14" fmla="*/ 7715970 w 12192000"/>
              <a:gd name="connsiteY14" fmla="*/ 6072283 h 6219825"/>
              <a:gd name="connsiteX15" fmla="*/ 6951716 w 12192000"/>
              <a:gd name="connsiteY15" fmla="*/ 6138091 h 6219825"/>
              <a:gd name="connsiteX16" fmla="*/ 6936303 w 12192000"/>
              <a:gd name="connsiteY16" fmla="*/ 6140163 h 6219825"/>
              <a:gd name="connsiteX17" fmla="*/ 6790448 w 12192000"/>
              <a:gd name="connsiteY17" fmla="*/ 6151529 h 6219825"/>
              <a:gd name="connsiteX18" fmla="*/ 6799941 w 12192000"/>
              <a:gd name="connsiteY18" fmla="*/ 6153349 h 6219825"/>
              <a:gd name="connsiteX19" fmla="*/ 6835432 w 12192000"/>
              <a:gd name="connsiteY19" fmla="*/ 6151642 h 6219825"/>
              <a:gd name="connsiteX20" fmla="*/ 6884003 w 12192000"/>
              <a:gd name="connsiteY20" fmla="*/ 6148662 h 6219825"/>
              <a:gd name="connsiteX21" fmla="*/ 7578771 w 12192000"/>
              <a:gd name="connsiteY21" fmla="*/ 6116122 h 6219825"/>
              <a:gd name="connsiteX22" fmla="*/ 8623845 w 12192000"/>
              <a:gd name="connsiteY22" fmla="*/ 6029188 h 6219825"/>
              <a:gd name="connsiteX23" fmla="*/ 9479970 w 12192000"/>
              <a:gd name="connsiteY23" fmla="*/ 5925239 h 6219825"/>
              <a:gd name="connsiteX24" fmla="*/ 10629308 w 12192000"/>
              <a:gd name="connsiteY24" fmla="*/ 5731000 h 6219825"/>
              <a:gd name="connsiteX25" fmla="*/ 11998498 w 12192000"/>
              <a:gd name="connsiteY25" fmla="*/ 5404869 h 6219825"/>
              <a:gd name="connsiteX26" fmla="*/ 12192000 w 12192000"/>
              <a:gd name="connsiteY26" fmla="*/ 5347846 h 6219825"/>
              <a:gd name="connsiteX27" fmla="*/ 12192000 w 12192000"/>
              <a:gd name="connsiteY27" fmla="*/ 5402606 h 6219825"/>
              <a:gd name="connsiteX28" fmla="*/ 11829257 w 12192000"/>
              <a:gd name="connsiteY28" fmla="*/ 5507950 h 6219825"/>
              <a:gd name="connsiteX29" fmla="*/ 10939183 w 12192000"/>
              <a:gd name="connsiteY29" fmla="*/ 5722555 h 6219825"/>
              <a:gd name="connsiteX30" fmla="*/ 9985530 w 12192000"/>
              <a:gd name="connsiteY30" fmla="*/ 5902635 h 6219825"/>
              <a:gd name="connsiteX31" fmla="*/ 9186882 w 12192000"/>
              <a:gd name="connsiteY31" fmla="*/ 6018631 h 6219825"/>
              <a:gd name="connsiteX32" fmla="*/ 8578198 w 12192000"/>
              <a:gd name="connsiteY32" fmla="*/ 6088179 h 6219825"/>
              <a:gd name="connsiteX33" fmla="*/ 7864358 w 12192000"/>
              <a:gd name="connsiteY33" fmla="*/ 6149656 h 6219825"/>
              <a:gd name="connsiteX34" fmla="*/ 6935502 w 12192000"/>
              <a:gd name="connsiteY34" fmla="*/ 6201071 h 6219825"/>
              <a:gd name="connsiteX35" fmla="*/ 6477750 w 12192000"/>
              <a:gd name="connsiteY35" fmla="*/ 6214980 h 6219825"/>
              <a:gd name="connsiteX36" fmla="*/ 6362294 w 12192000"/>
              <a:gd name="connsiteY36" fmla="*/ 6219825 h 6219825"/>
              <a:gd name="connsiteX37" fmla="*/ 6057129 w 12192000"/>
              <a:gd name="connsiteY37" fmla="*/ 6219825 h 6219825"/>
              <a:gd name="connsiteX38" fmla="*/ 5977784 w 12192000"/>
              <a:gd name="connsiteY38" fmla="*/ 6215229 h 6219825"/>
              <a:gd name="connsiteX39" fmla="*/ 5265087 w 12192000"/>
              <a:gd name="connsiteY39" fmla="*/ 6178965 h 6219825"/>
              <a:gd name="connsiteX40" fmla="*/ 4346277 w 12192000"/>
              <a:gd name="connsiteY40" fmla="*/ 6116869 h 6219825"/>
              <a:gd name="connsiteX41" fmla="*/ 3373045 w 12192000"/>
              <a:gd name="connsiteY41" fmla="*/ 6018259 h 6219825"/>
              <a:gd name="connsiteX42" fmla="*/ 2362173 w 12192000"/>
              <a:gd name="connsiteY42" fmla="*/ 5899282 h 6219825"/>
              <a:gd name="connsiteX43" fmla="*/ 1233178 w 12192000"/>
              <a:gd name="connsiteY43" fmla="*/ 5726033 h 6219825"/>
              <a:gd name="connsiteX44" fmla="*/ 68500 w 12192000"/>
              <a:gd name="connsiteY44" fmla="*/ 5486226 h 6219825"/>
              <a:gd name="connsiteX45" fmla="*/ 0 w 12192000"/>
              <a:gd name="connsiteY45" fmla="*/ 5468863 h 6219825"/>
              <a:gd name="connsiteX46" fmla="*/ 0 w 12192000"/>
              <a:gd name="connsiteY46" fmla="*/ 5412351 h 6219825"/>
              <a:gd name="connsiteX47" fmla="*/ 72441 w 12192000"/>
              <a:gd name="connsiteY47" fmla="*/ 5431135 h 6219825"/>
              <a:gd name="connsiteX48" fmla="*/ 600716 w 12192000"/>
              <a:gd name="connsiteY48" fmla="*/ 5549555 h 6219825"/>
              <a:gd name="connsiteX49" fmla="*/ 1769512 w 12192000"/>
              <a:gd name="connsiteY49" fmla="*/ 5759811 h 6219825"/>
              <a:gd name="connsiteX50" fmla="*/ 2613554 w 12192000"/>
              <a:gd name="connsiteY50" fmla="*/ 5876802 h 6219825"/>
              <a:gd name="connsiteX51" fmla="*/ 2581134 w 12192000"/>
              <a:gd name="connsiteY51" fmla="*/ 5866867 h 6219825"/>
              <a:gd name="connsiteX52" fmla="*/ 1112635 w 12192000"/>
              <a:gd name="connsiteY52" fmla="*/ 5534031 h 6219825"/>
              <a:gd name="connsiteX53" fmla="*/ 420412 w 12192000"/>
              <a:gd name="connsiteY53" fmla="*/ 5334514 h 6219825"/>
              <a:gd name="connsiteX54" fmla="*/ 0 w 12192000"/>
              <a:gd name="connsiteY54" fmla="*/ 5195539 h 6219825"/>
              <a:gd name="connsiteX55" fmla="*/ 60 w 12192000"/>
              <a:gd name="connsiteY55" fmla="*/ 5105401 h 6219825"/>
              <a:gd name="connsiteX56" fmla="*/ 0 w 12192000"/>
              <a:gd name="connsiteY56" fmla="*/ 5105401 h 6219825"/>
              <a:gd name="connsiteX57" fmla="*/ 0 w 12192000"/>
              <a:gd name="connsiteY57" fmla="*/ 1 h 6219825"/>
              <a:gd name="connsiteX58" fmla="*/ 9834 w 12192000"/>
              <a:gd name="connsiteY58" fmla="*/ 1 h 6219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12192000" h="6219825">
                <a:moveTo>
                  <a:pt x="6789701" y="6151588"/>
                </a:moveTo>
                <a:lnTo>
                  <a:pt x="6788702" y="6151666"/>
                </a:lnTo>
                <a:cubicBezTo>
                  <a:pt x="6788627" y="6151844"/>
                  <a:pt x="6788551" y="6152022"/>
                  <a:pt x="6788476" y="6152200"/>
                </a:cubicBezTo>
                <a:close/>
                <a:moveTo>
                  <a:pt x="9834" y="0"/>
                </a:moveTo>
                <a:lnTo>
                  <a:pt x="12357" y="1"/>
                </a:lnTo>
                <a:lnTo>
                  <a:pt x="12192000" y="1"/>
                </a:lnTo>
                <a:lnTo>
                  <a:pt x="12192000" y="5105401"/>
                </a:lnTo>
                <a:lnTo>
                  <a:pt x="12191716" y="5105401"/>
                </a:lnTo>
                <a:lnTo>
                  <a:pt x="12192000" y="5256977"/>
                </a:lnTo>
                <a:lnTo>
                  <a:pt x="12061096" y="5296034"/>
                </a:lnTo>
                <a:cubicBezTo>
                  <a:pt x="11933500" y="5332263"/>
                  <a:pt x="11805390" y="5366806"/>
                  <a:pt x="11676800" y="5399652"/>
                </a:cubicBezTo>
                <a:cubicBezTo>
                  <a:pt x="11262789" y="5507204"/>
                  <a:pt x="10845343" y="5600846"/>
                  <a:pt x="10425355" y="5683310"/>
                </a:cubicBezTo>
                <a:cubicBezTo>
                  <a:pt x="10092810" y="5748549"/>
                  <a:pt x="9759033" y="5806970"/>
                  <a:pt x="9424022" y="5858546"/>
                </a:cubicBezTo>
                <a:cubicBezTo>
                  <a:pt x="9102997" y="5908224"/>
                  <a:pt x="8781133" y="5952809"/>
                  <a:pt x="8458419" y="5992303"/>
                </a:cubicBezTo>
                <a:cubicBezTo>
                  <a:pt x="8211360" y="6022481"/>
                  <a:pt x="7963792" y="6048065"/>
                  <a:pt x="7715970" y="6072283"/>
                </a:cubicBezTo>
                <a:lnTo>
                  <a:pt x="6951716" y="6138091"/>
                </a:lnTo>
                <a:lnTo>
                  <a:pt x="6936303" y="6140163"/>
                </a:lnTo>
                <a:lnTo>
                  <a:pt x="6790448" y="6151529"/>
                </a:lnTo>
                <a:lnTo>
                  <a:pt x="6799941" y="6153349"/>
                </a:lnTo>
                <a:cubicBezTo>
                  <a:pt x="6811623" y="6153816"/>
                  <a:pt x="6823734" y="6151642"/>
                  <a:pt x="6835432" y="6151642"/>
                </a:cubicBezTo>
                <a:cubicBezTo>
                  <a:pt x="6851580" y="6151642"/>
                  <a:pt x="6867729" y="6149034"/>
                  <a:pt x="6884003" y="6148662"/>
                </a:cubicBezTo>
                <a:cubicBezTo>
                  <a:pt x="7115805" y="6143198"/>
                  <a:pt x="7347351" y="6131026"/>
                  <a:pt x="7578771" y="6116122"/>
                </a:cubicBezTo>
                <a:cubicBezTo>
                  <a:pt x="7927552" y="6093644"/>
                  <a:pt x="8276080" y="6065453"/>
                  <a:pt x="8623845" y="6029188"/>
                </a:cubicBezTo>
                <a:cubicBezTo>
                  <a:pt x="8909939" y="5999878"/>
                  <a:pt x="9195310" y="5965228"/>
                  <a:pt x="9479970" y="5925239"/>
                </a:cubicBezTo>
                <a:cubicBezTo>
                  <a:pt x="9864901" y="5870842"/>
                  <a:pt x="10248014" y="5806101"/>
                  <a:pt x="10629308" y="5731000"/>
                </a:cubicBezTo>
                <a:cubicBezTo>
                  <a:pt x="11090114" y="5639842"/>
                  <a:pt x="11546975" y="5532291"/>
                  <a:pt x="11998498" y="5404869"/>
                </a:cubicBezTo>
                <a:lnTo>
                  <a:pt x="12192000" y="5347846"/>
                </a:lnTo>
                <a:lnTo>
                  <a:pt x="12192000" y="5402606"/>
                </a:lnTo>
                <a:lnTo>
                  <a:pt x="11829257" y="5507950"/>
                </a:lnTo>
                <a:cubicBezTo>
                  <a:pt x="11534769" y="5587680"/>
                  <a:pt x="11238120" y="5658596"/>
                  <a:pt x="10939183" y="5722555"/>
                </a:cubicBezTo>
                <a:cubicBezTo>
                  <a:pt x="10622824" y="5790365"/>
                  <a:pt x="10304941" y="5850387"/>
                  <a:pt x="9985530" y="5902635"/>
                </a:cubicBezTo>
                <a:cubicBezTo>
                  <a:pt x="9720036" y="5946102"/>
                  <a:pt x="9453814" y="5984764"/>
                  <a:pt x="9186882" y="6018631"/>
                </a:cubicBezTo>
                <a:cubicBezTo>
                  <a:pt x="8984197" y="6044216"/>
                  <a:pt x="8781514" y="6068309"/>
                  <a:pt x="8578198" y="6088179"/>
                </a:cubicBezTo>
                <a:lnTo>
                  <a:pt x="7864358" y="6149656"/>
                </a:lnTo>
                <a:cubicBezTo>
                  <a:pt x="7554994" y="6172009"/>
                  <a:pt x="7245502" y="6189895"/>
                  <a:pt x="6935502" y="6201071"/>
                </a:cubicBezTo>
                <a:lnTo>
                  <a:pt x="6477750" y="6214980"/>
                </a:lnTo>
                <a:cubicBezTo>
                  <a:pt x="6439195" y="6212895"/>
                  <a:pt x="6400529" y="6214521"/>
                  <a:pt x="6362294" y="6219825"/>
                </a:cubicBezTo>
                <a:lnTo>
                  <a:pt x="6057129" y="6219825"/>
                </a:lnTo>
                <a:lnTo>
                  <a:pt x="5977784" y="6215229"/>
                </a:lnTo>
                <a:lnTo>
                  <a:pt x="5265087" y="6178965"/>
                </a:lnTo>
                <a:cubicBezTo>
                  <a:pt x="4958267" y="6166544"/>
                  <a:pt x="4651826" y="6146055"/>
                  <a:pt x="4346277" y="6116869"/>
                </a:cubicBezTo>
                <a:lnTo>
                  <a:pt x="3373045" y="6018259"/>
                </a:lnTo>
                <a:cubicBezTo>
                  <a:pt x="3035412" y="5983982"/>
                  <a:pt x="2698456" y="5944327"/>
                  <a:pt x="2362173" y="5899282"/>
                </a:cubicBezTo>
                <a:cubicBezTo>
                  <a:pt x="1984692" y="5849108"/>
                  <a:pt x="1608364" y="5791358"/>
                  <a:pt x="1233178" y="5726033"/>
                </a:cubicBezTo>
                <a:cubicBezTo>
                  <a:pt x="842181" y="5657291"/>
                  <a:pt x="453758" y="5578770"/>
                  <a:pt x="68500" y="5486226"/>
                </a:cubicBezTo>
                <a:lnTo>
                  <a:pt x="0" y="5468863"/>
                </a:lnTo>
                <a:lnTo>
                  <a:pt x="0" y="5412351"/>
                </a:lnTo>
                <a:lnTo>
                  <a:pt x="72441" y="5431135"/>
                </a:lnTo>
                <a:cubicBezTo>
                  <a:pt x="247961" y="5473331"/>
                  <a:pt x="424164" y="5512608"/>
                  <a:pt x="600716" y="5549555"/>
                </a:cubicBezTo>
                <a:cubicBezTo>
                  <a:pt x="988279" y="5630403"/>
                  <a:pt x="1378133" y="5699330"/>
                  <a:pt x="1769512" y="5759811"/>
                </a:cubicBezTo>
                <a:cubicBezTo>
                  <a:pt x="2052426" y="5803406"/>
                  <a:pt x="2335725" y="5843519"/>
                  <a:pt x="2613554" y="5876802"/>
                </a:cubicBezTo>
                <a:cubicBezTo>
                  <a:pt x="2605544" y="5879410"/>
                  <a:pt x="2594611" y="5869350"/>
                  <a:pt x="2581134" y="5866867"/>
                </a:cubicBezTo>
                <a:cubicBezTo>
                  <a:pt x="2087178" y="5774877"/>
                  <a:pt x="1597684" y="5663937"/>
                  <a:pt x="1112635" y="5534031"/>
                </a:cubicBezTo>
                <a:cubicBezTo>
                  <a:pt x="880453" y="5471934"/>
                  <a:pt x="649713" y="5405428"/>
                  <a:pt x="420412" y="5334514"/>
                </a:cubicBezTo>
                <a:lnTo>
                  <a:pt x="0" y="5195539"/>
                </a:lnTo>
                <a:lnTo>
                  <a:pt x="60" y="5105401"/>
                </a:lnTo>
                <a:lnTo>
                  <a:pt x="0" y="5105401"/>
                </a:lnTo>
                <a:lnTo>
                  <a:pt x="0" y="1"/>
                </a:lnTo>
                <a:lnTo>
                  <a:pt x="983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029FDE0-C779-476C-8490-F7439851DD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5262002"/>
            <a:ext cx="6674414" cy="976353"/>
          </a:xfrm>
          <a:prstGeom prst="rect">
            <a:avLst/>
          </a:prstGeom>
        </p:spPr>
      </p:pic>
      <p:pic>
        <p:nvPicPr>
          <p:cNvPr id="19" name="Content Placeholder 18">
            <a:extLst>
              <a:ext uri="{FF2B5EF4-FFF2-40B4-BE49-F238E27FC236}">
                <a16:creationId xmlns:a16="http://schemas.microsoft.com/office/drawing/2014/main" id="{E189DB70-6E5F-4011-F84F-C013D188A4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4"/>
          <a:srcRect b="20937"/>
          <a:stretch/>
        </p:blipFill>
        <p:spPr>
          <a:xfrm>
            <a:off x="228600" y="269246"/>
            <a:ext cx="10740317" cy="2838794"/>
          </a:xfr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882310D-CD3C-0E9C-5FF7-FFDBEC2E74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3239771"/>
            <a:ext cx="9430883" cy="1847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1322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B3A2D1A-45FC-4F95-B150-1C13EF2F6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9C3C864-C625-4883-B868-9A4C470F4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291" y="3296652"/>
            <a:ext cx="12202113" cy="3561346"/>
          </a:xfrm>
          <a:custGeom>
            <a:avLst/>
            <a:gdLst>
              <a:gd name="connsiteX0" fmla="*/ 0 w 12202113"/>
              <a:gd name="connsiteY0" fmla="*/ 3188466 h 3188466"/>
              <a:gd name="connsiteX1" fmla="*/ 10116 w 12202113"/>
              <a:gd name="connsiteY1" fmla="*/ 2657641 h 3188466"/>
              <a:gd name="connsiteX2" fmla="*/ 10116 w 12202113"/>
              <a:gd name="connsiteY2" fmla="*/ 0 h 3188466"/>
              <a:gd name="connsiteX3" fmla="*/ 12202113 w 12202113"/>
              <a:gd name="connsiteY3" fmla="*/ 0 h 3188466"/>
              <a:gd name="connsiteX4" fmla="*/ 12202113 w 12202113"/>
              <a:gd name="connsiteY4" fmla="*/ 2879832 h 3188466"/>
              <a:gd name="connsiteX5" fmla="*/ 12198167 w 12202113"/>
              <a:gd name="connsiteY5" fmla="*/ 2880360 h 3188466"/>
              <a:gd name="connsiteX6" fmla="*/ 12122128 w 12202113"/>
              <a:gd name="connsiteY6" fmla="*/ 2887194 h 3188466"/>
              <a:gd name="connsiteX7" fmla="*/ 12028868 w 12202113"/>
              <a:gd name="connsiteY7" fmla="*/ 2911786 h 3188466"/>
              <a:gd name="connsiteX8" fmla="*/ 11995238 w 12202113"/>
              <a:gd name="connsiteY8" fmla="*/ 2914090 h 3188466"/>
              <a:gd name="connsiteX9" fmla="*/ 11996460 w 12202113"/>
              <a:gd name="connsiteY9" fmla="*/ 2918442 h 3188466"/>
              <a:gd name="connsiteX10" fmla="*/ 11983968 w 12202113"/>
              <a:gd name="connsiteY10" fmla="*/ 2918762 h 3188466"/>
              <a:gd name="connsiteX11" fmla="*/ 11956084 w 12202113"/>
              <a:gd name="connsiteY11" fmla="*/ 2918868 h 3188466"/>
              <a:gd name="connsiteX12" fmla="*/ 11872586 w 12202113"/>
              <a:gd name="connsiteY12" fmla="*/ 2920076 h 3188466"/>
              <a:gd name="connsiteX13" fmla="*/ 11849804 w 12202113"/>
              <a:gd name="connsiteY13" fmla="*/ 2928420 h 3188466"/>
              <a:gd name="connsiteX14" fmla="*/ 11828254 w 12202113"/>
              <a:gd name="connsiteY14" fmla="*/ 2928551 h 3188466"/>
              <a:gd name="connsiteX15" fmla="*/ 11703277 w 12202113"/>
              <a:gd name="connsiteY15" fmla="*/ 2939735 h 3188466"/>
              <a:gd name="connsiteX16" fmla="*/ 11686094 w 12202113"/>
              <a:gd name="connsiteY16" fmla="*/ 2940570 h 3188466"/>
              <a:gd name="connsiteX17" fmla="*/ 11676788 w 12202113"/>
              <a:gd name="connsiteY17" fmla="*/ 2944321 h 3188466"/>
              <a:gd name="connsiteX18" fmla="*/ 11643464 w 12202113"/>
              <a:gd name="connsiteY18" fmla="*/ 2945066 h 3188466"/>
              <a:gd name="connsiteX19" fmla="*/ 11641922 w 12202113"/>
              <a:gd name="connsiteY19" fmla="*/ 2947200 h 3188466"/>
              <a:gd name="connsiteX20" fmla="*/ 11532386 w 12202113"/>
              <a:gd name="connsiteY20" fmla="*/ 2965529 h 3188466"/>
              <a:gd name="connsiteX21" fmla="*/ 11513619 w 12202113"/>
              <a:gd name="connsiteY21" fmla="*/ 2968556 h 3188466"/>
              <a:gd name="connsiteX22" fmla="*/ 11497404 w 12202113"/>
              <a:gd name="connsiteY22" fmla="*/ 2967639 h 3188466"/>
              <a:gd name="connsiteX23" fmla="*/ 11407630 w 12202113"/>
              <a:gd name="connsiteY23" fmla="*/ 2970255 h 3188466"/>
              <a:gd name="connsiteX24" fmla="*/ 11386276 w 12202113"/>
              <a:gd name="connsiteY24" fmla="*/ 2968648 h 3188466"/>
              <a:gd name="connsiteX25" fmla="*/ 11377296 w 12202113"/>
              <a:gd name="connsiteY25" fmla="*/ 2965257 h 3188466"/>
              <a:gd name="connsiteX26" fmla="*/ 11342536 w 12202113"/>
              <a:gd name="connsiteY26" fmla="*/ 2971666 h 3188466"/>
              <a:gd name="connsiteX27" fmla="*/ 11288902 w 12202113"/>
              <a:gd name="connsiteY27" fmla="*/ 2976058 h 3188466"/>
              <a:gd name="connsiteX28" fmla="*/ 11263411 w 12202113"/>
              <a:gd name="connsiteY28" fmla="*/ 2979228 h 3188466"/>
              <a:gd name="connsiteX29" fmla="*/ 11242843 w 12202113"/>
              <a:gd name="connsiteY29" fmla="*/ 2977303 h 3188466"/>
              <a:gd name="connsiteX30" fmla="*/ 11125798 w 12202113"/>
              <a:gd name="connsiteY30" fmla="*/ 2976816 h 3188466"/>
              <a:gd name="connsiteX31" fmla="*/ 11098884 w 12202113"/>
              <a:gd name="connsiteY31" fmla="*/ 2973758 h 3188466"/>
              <a:gd name="connsiteX32" fmla="*/ 11086128 w 12202113"/>
              <a:gd name="connsiteY32" fmla="*/ 2967663 h 3188466"/>
              <a:gd name="connsiteX33" fmla="*/ 11076132 w 12202113"/>
              <a:gd name="connsiteY33" fmla="*/ 2969836 h 3188466"/>
              <a:gd name="connsiteX34" fmla="*/ 11005337 w 12202113"/>
              <a:gd name="connsiteY34" fmla="*/ 2970053 h 3188466"/>
              <a:gd name="connsiteX35" fmla="*/ 10959154 w 12202113"/>
              <a:gd name="connsiteY35" fmla="*/ 2970750 h 3188466"/>
              <a:gd name="connsiteX36" fmla="*/ 10956347 w 12202113"/>
              <a:gd name="connsiteY36" fmla="*/ 2979118 h 3188466"/>
              <a:gd name="connsiteX37" fmla="*/ 10915223 w 12202113"/>
              <a:gd name="connsiteY37" fmla="*/ 2982099 h 3188466"/>
              <a:gd name="connsiteX38" fmla="*/ 10871398 w 12202113"/>
              <a:gd name="connsiteY38" fmla="*/ 2976728 h 3188466"/>
              <a:gd name="connsiteX39" fmla="*/ 10819743 w 12202113"/>
              <a:gd name="connsiteY39" fmla="*/ 2977481 h 3188466"/>
              <a:gd name="connsiteX40" fmla="*/ 10788834 w 12202113"/>
              <a:gd name="connsiteY40" fmla="*/ 2977840 h 3188466"/>
              <a:gd name="connsiteX41" fmla="*/ 10707711 w 12202113"/>
              <a:gd name="connsiteY41" fmla="*/ 2985644 h 3188466"/>
              <a:gd name="connsiteX42" fmla="*/ 10576086 w 12202113"/>
              <a:gd name="connsiteY42" fmla="*/ 3015319 h 3188466"/>
              <a:gd name="connsiteX43" fmla="*/ 10534761 w 12202113"/>
              <a:gd name="connsiteY43" fmla="*/ 3019524 h 3188466"/>
              <a:gd name="connsiteX44" fmla="*/ 10527537 w 12202113"/>
              <a:gd name="connsiteY44" fmla="*/ 3017814 h 3188466"/>
              <a:gd name="connsiteX45" fmla="*/ 10321799 w 12202113"/>
              <a:gd name="connsiteY45" fmla="*/ 3035635 h 3188466"/>
              <a:gd name="connsiteX46" fmla="*/ 10284989 w 12202113"/>
              <a:gd name="connsiteY46" fmla="*/ 3036679 h 3188466"/>
              <a:gd name="connsiteX47" fmla="*/ 10257423 w 12202113"/>
              <a:gd name="connsiteY47" fmla="*/ 3036027 h 3188466"/>
              <a:gd name="connsiteX48" fmla="*/ 10191450 w 12202113"/>
              <a:gd name="connsiteY48" fmla="*/ 3041963 h 3188466"/>
              <a:gd name="connsiteX49" fmla="*/ 10083845 w 12202113"/>
              <a:gd name="connsiteY49" fmla="*/ 3054978 h 3188466"/>
              <a:gd name="connsiteX50" fmla="*/ 10060611 w 12202113"/>
              <a:gd name="connsiteY50" fmla="*/ 3057035 h 3188466"/>
              <a:gd name="connsiteX51" fmla="*/ 10039363 w 12202113"/>
              <a:gd name="connsiteY51" fmla="*/ 3055961 h 3188466"/>
              <a:gd name="connsiteX52" fmla="*/ 10033322 w 12202113"/>
              <a:gd name="connsiteY52" fmla="*/ 3053238 h 3188466"/>
              <a:gd name="connsiteX53" fmla="*/ 10020337 w 12202113"/>
              <a:gd name="connsiteY53" fmla="*/ 3053912 h 3188466"/>
              <a:gd name="connsiteX54" fmla="*/ 10016616 w 12202113"/>
              <a:gd name="connsiteY54" fmla="*/ 3053498 h 3188466"/>
              <a:gd name="connsiteX55" fmla="*/ 9995549 w 12202113"/>
              <a:gd name="connsiteY55" fmla="*/ 3051719 h 3188466"/>
              <a:gd name="connsiteX56" fmla="*/ 9957212 w 12202113"/>
              <a:gd name="connsiteY56" fmla="*/ 3062663 h 3188466"/>
              <a:gd name="connsiteX57" fmla="*/ 9904584 w 12202113"/>
              <a:gd name="connsiteY57" fmla="*/ 3063999 h 3188466"/>
              <a:gd name="connsiteX58" fmla="*/ 9713857 w 12202113"/>
              <a:gd name="connsiteY58" fmla="*/ 3087955 h 3188466"/>
              <a:gd name="connsiteX59" fmla="*/ 9678879 w 12202113"/>
              <a:gd name="connsiteY59" fmla="*/ 3079676 h 3188466"/>
              <a:gd name="connsiteX60" fmla="*/ 9598760 w 12202113"/>
              <a:gd name="connsiteY60" fmla="*/ 3085228 h 3188466"/>
              <a:gd name="connsiteX61" fmla="*/ 9488796 w 12202113"/>
              <a:gd name="connsiteY61" fmla="*/ 3115384 h 3188466"/>
              <a:gd name="connsiteX62" fmla="*/ 9341972 w 12202113"/>
              <a:gd name="connsiteY62" fmla="*/ 3126583 h 3188466"/>
              <a:gd name="connsiteX63" fmla="*/ 9333795 w 12202113"/>
              <a:gd name="connsiteY63" fmla="*/ 3132083 h 3188466"/>
              <a:gd name="connsiteX64" fmla="*/ 9321736 w 12202113"/>
              <a:gd name="connsiteY64" fmla="*/ 3135834 h 3188466"/>
              <a:gd name="connsiteX65" fmla="*/ 9319405 w 12202113"/>
              <a:gd name="connsiteY65" fmla="*/ 3135561 h 3188466"/>
              <a:gd name="connsiteX66" fmla="*/ 9302847 w 12202113"/>
              <a:gd name="connsiteY66" fmla="*/ 3137746 h 3188466"/>
              <a:gd name="connsiteX67" fmla="*/ 9300930 w 12202113"/>
              <a:gd name="connsiteY67" fmla="*/ 3139687 h 3188466"/>
              <a:gd name="connsiteX68" fmla="*/ 9290106 w 12202113"/>
              <a:gd name="connsiteY68" fmla="*/ 3141645 h 3188466"/>
              <a:gd name="connsiteX69" fmla="*/ 9270220 w 12202113"/>
              <a:gd name="connsiteY69" fmla="*/ 3146737 h 3188466"/>
              <a:gd name="connsiteX70" fmla="*/ 9265150 w 12202113"/>
              <a:gd name="connsiteY70" fmla="*/ 3146531 h 3188466"/>
              <a:gd name="connsiteX71" fmla="*/ 9233057 w 12202113"/>
              <a:gd name="connsiteY71" fmla="*/ 3152408 h 3188466"/>
              <a:gd name="connsiteX72" fmla="*/ 9231974 w 12202113"/>
              <a:gd name="connsiteY72" fmla="*/ 3151938 h 3188466"/>
              <a:gd name="connsiteX73" fmla="*/ 9220130 w 12202113"/>
              <a:gd name="connsiteY73" fmla="*/ 3151189 h 3188466"/>
              <a:gd name="connsiteX74" fmla="*/ 9198955 w 12202113"/>
              <a:gd name="connsiteY74" fmla="*/ 3151015 h 3188466"/>
              <a:gd name="connsiteX75" fmla="*/ 9142196 w 12202113"/>
              <a:gd name="connsiteY75" fmla="*/ 3143802 h 3188466"/>
              <a:gd name="connsiteX76" fmla="*/ 9108665 w 12202113"/>
              <a:gd name="connsiteY76" fmla="*/ 3149868 h 3188466"/>
              <a:gd name="connsiteX77" fmla="*/ 9014086 w 12202113"/>
              <a:gd name="connsiteY77" fmla="*/ 3150791 h 3188466"/>
              <a:gd name="connsiteX78" fmla="*/ 8915037 w 12202113"/>
              <a:gd name="connsiteY78" fmla="*/ 3140020 h 3188466"/>
              <a:gd name="connsiteX79" fmla="*/ 8815667 w 12202113"/>
              <a:gd name="connsiteY79" fmla="*/ 3138606 h 3188466"/>
              <a:gd name="connsiteX80" fmla="*/ 8779688 w 12202113"/>
              <a:gd name="connsiteY80" fmla="*/ 3138895 h 3188466"/>
              <a:gd name="connsiteX81" fmla="*/ 8715556 w 12202113"/>
              <a:gd name="connsiteY81" fmla="*/ 3135878 h 3188466"/>
              <a:gd name="connsiteX82" fmla="*/ 8686183 w 12202113"/>
              <a:gd name="connsiteY82" fmla="*/ 3132307 h 3188466"/>
              <a:gd name="connsiteX83" fmla="*/ 8684895 w 12202113"/>
              <a:gd name="connsiteY83" fmla="*/ 3132527 h 3188466"/>
              <a:gd name="connsiteX84" fmla="*/ 8682270 w 12202113"/>
              <a:gd name="connsiteY84" fmla="*/ 3130989 h 3188466"/>
              <a:gd name="connsiteX85" fmla="*/ 8676836 w 12202113"/>
              <a:gd name="connsiteY85" fmla="*/ 3130278 h 3188466"/>
              <a:gd name="connsiteX86" fmla="*/ 8662002 w 12202113"/>
              <a:gd name="connsiteY86" fmla="*/ 3130735 h 3188466"/>
              <a:gd name="connsiteX87" fmla="*/ 8656423 w 12202113"/>
              <a:gd name="connsiteY87" fmla="*/ 3131304 h 3188466"/>
              <a:gd name="connsiteX88" fmla="*/ 8648261 w 12202113"/>
              <a:gd name="connsiteY88" fmla="*/ 3131294 h 3188466"/>
              <a:gd name="connsiteX89" fmla="*/ 8648057 w 12202113"/>
              <a:gd name="connsiteY89" fmla="*/ 3131167 h 3188466"/>
              <a:gd name="connsiteX90" fmla="*/ 8640412 w 12202113"/>
              <a:gd name="connsiteY90" fmla="*/ 3131403 h 3188466"/>
              <a:gd name="connsiteX91" fmla="*/ 8603003 w 12202113"/>
              <a:gd name="connsiteY91" fmla="*/ 3134155 h 3188466"/>
              <a:gd name="connsiteX92" fmla="*/ 8553571 w 12202113"/>
              <a:gd name="connsiteY92" fmla="*/ 3122125 h 3188466"/>
              <a:gd name="connsiteX93" fmla="*/ 8533128 w 12202113"/>
              <a:gd name="connsiteY93" fmla="*/ 3120039 h 3188466"/>
              <a:gd name="connsiteX94" fmla="*/ 8522209 w 12202113"/>
              <a:gd name="connsiteY94" fmla="*/ 3118252 h 3188466"/>
              <a:gd name="connsiteX95" fmla="*/ 8521532 w 12202113"/>
              <a:gd name="connsiteY95" fmla="*/ 3117705 h 3188466"/>
              <a:gd name="connsiteX96" fmla="*/ 8485667 w 12202113"/>
              <a:gd name="connsiteY96" fmla="*/ 3120406 h 3188466"/>
              <a:gd name="connsiteX97" fmla="*/ 8480905 w 12202113"/>
              <a:gd name="connsiteY97" fmla="*/ 3119749 h 3188466"/>
              <a:gd name="connsiteX98" fmla="*/ 8457530 w 12202113"/>
              <a:gd name="connsiteY98" fmla="*/ 3122810 h 3188466"/>
              <a:gd name="connsiteX99" fmla="*/ 8445451 w 12202113"/>
              <a:gd name="connsiteY99" fmla="*/ 3123697 h 3188466"/>
              <a:gd name="connsiteX100" fmla="*/ 8442039 w 12202113"/>
              <a:gd name="connsiteY100" fmla="*/ 3125378 h 3188466"/>
              <a:gd name="connsiteX101" fmla="*/ 8424215 w 12202113"/>
              <a:gd name="connsiteY101" fmla="*/ 3125963 h 3188466"/>
              <a:gd name="connsiteX102" fmla="*/ 8422165 w 12202113"/>
              <a:gd name="connsiteY102" fmla="*/ 3125491 h 3188466"/>
              <a:gd name="connsiteX103" fmla="*/ 8407465 w 12202113"/>
              <a:gd name="connsiteY103" fmla="*/ 3127979 h 3188466"/>
              <a:gd name="connsiteX104" fmla="*/ 8395146 w 12202113"/>
              <a:gd name="connsiteY104" fmla="*/ 3132488 h 3188466"/>
              <a:gd name="connsiteX105" fmla="*/ 8243538 w 12202113"/>
              <a:gd name="connsiteY105" fmla="*/ 3129873 h 3188466"/>
              <a:gd name="connsiteX106" fmla="*/ 8112685 w 12202113"/>
              <a:gd name="connsiteY106" fmla="*/ 3148698 h 3188466"/>
              <a:gd name="connsiteX107" fmla="*/ 8026741 w 12202113"/>
              <a:gd name="connsiteY107" fmla="*/ 3154015 h 3188466"/>
              <a:gd name="connsiteX108" fmla="*/ 8030400 w 12202113"/>
              <a:gd name="connsiteY108" fmla="*/ 3146736 h 3188466"/>
              <a:gd name="connsiteX109" fmla="*/ 8002987 w 12202113"/>
              <a:gd name="connsiteY109" fmla="*/ 3135663 h 3188466"/>
              <a:gd name="connsiteX110" fmla="*/ 7798568 w 12202113"/>
              <a:gd name="connsiteY110" fmla="*/ 3141249 h 3188466"/>
              <a:gd name="connsiteX111" fmla="*/ 7746353 w 12202113"/>
              <a:gd name="connsiteY111" fmla="*/ 3137755 h 3188466"/>
              <a:gd name="connsiteX112" fmla="*/ 7700395 w 12202113"/>
              <a:gd name="connsiteY112" fmla="*/ 3144729 h 3188466"/>
              <a:gd name="connsiteX113" fmla="*/ 7681335 w 12202113"/>
              <a:gd name="connsiteY113" fmla="*/ 3141120 h 3188466"/>
              <a:gd name="connsiteX114" fmla="*/ 7678044 w 12202113"/>
              <a:gd name="connsiteY114" fmla="*/ 3140387 h 3188466"/>
              <a:gd name="connsiteX115" fmla="*/ 7664890 w 12202113"/>
              <a:gd name="connsiteY115" fmla="*/ 3139855 h 3188466"/>
              <a:gd name="connsiteX116" fmla="*/ 7661183 w 12202113"/>
              <a:gd name="connsiteY116" fmla="*/ 3136706 h 3188466"/>
              <a:gd name="connsiteX117" fmla="*/ 7641383 w 12202113"/>
              <a:gd name="connsiteY117" fmla="*/ 3133755 h 3188466"/>
              <a:gd name="connsiteX118" fmla="*/ 7617169 w 12202113"/>
              <a:gd name="connsiteY118" fmla="*/ 3133614 h 3188466"/>
              <a:gd name="connsiteX119" fmla="*/ 7531143 w 12202113"/>
              <a:gd name="connsiteY119" fmla="*/ 3132781 h 3188466"/>
              <a:gd name="connsiteX120" fmla="*/ 7517113 w 12202113"/>
              <a:gd name="connsiteY120" fmla="*/ 3134483 h 3188466"/>
              <a:gd name="connsiteX121" fmla="*/ 7471320 w 12202113"/>
              <a:gd name="connsiteY121" fmla="*/ 3131645 h 3188466"/>
              <a:gd name="connsiteX122" fmla="*/ 7430512 w 12202113"/>
              <a:gd name="connsiteY122" fmla="*/ 3131007 h 3188466"/>
              <a:gd name="connsiteX123" fmla="*/ 7404071 w 12202113"/>
              <a:gd name="connsiteY123" fmla="*/ 3132361 h 3188466"/>
              <a:gd name="connsiteX124" fmla="*/ 7397140 w 12202113"/>
              <a:gd name="connsiteY124" fmla="*/ 3131239 h 3188466"/>
              <a:gd name="connsiteX125" fmla="*/ 7370514 w 12202113"/>
              <a:gd name="connsiteY125" fmla="*/ 3130516 h 3188466"/>
              <a:gd name="connsiteX126" fmla="*/ 7356953 w 12202113"/>
              <a:gd name="connsiteY126" fmla="*/ 3132179 h 3188466"/>
              <a:gd name="connsiteX127" fmla="*/ 7343567 w 12202113"/>
              <a:gd name="connsiteY127" fmla="*/ 3128350 h 3188466"/>
              <a:gd name="connsiteX128" fmla="*/ 7340295 w 12202113"/>
              <a:gd name="connsiteY128" fmla="*/ 3125545 h 3188466"/>
              <a:gd name="connsiteX129" fmla="*/ 7321348 w 12202113"/>
              <a:gd name="connsiteY129" fmla="*/ 3126804 h 3188466"/>
              <a:gd name="connsiteX130" fmla="*/ 7305815 w 12202113"/>
              <a:gd name="connsiteY130" fmla="*/ 3124063 h 3188466"/>
              <a:gd name="connsiteX131" fmla="*/ 7292274 w 12202113"/>
              <a:gd name="connsiteY131" fmla="*/ 3125855 h 3188466"/>
              <a:gd name="connsiteX132" fmla="*/ 7286654 w 12202113"/>
              <a:gd name="connsiteY132" fmla="*/ 3125451 h 3188466"/>
              <a:gd name="connsiteX133" fmla="*/ 7272685 w 12202113"/>
              <a:gd name="connsiteY133" fmla="*/ 3124094 h 3188466"/>
              <a:gd name="connsiteX134" fmla="*/ 7248584 w 12202113"/>
              <a:gd name="connsiteY134" fmla="*/ 3121080 h 3188466"/>
              <a:gd name="connsiteX135" fmla="*/ 7241065 w 12202113"/>
              <a:gd name="connsiteY135" fmla="*/ 3120661 h 3188466"/>
              <a:gd name="connsiteX136" fmla="*/ 7224696 w 12202113"/>
              <a:gd name="connsiteY136" fmla="*/ 3116051 h 3188466"/>
              <a:gd name="connsiteX137" fmla="*/ 7193009 w 12202113"/>
              <a:gd name="connsiteY137" fmla="*/ 3112108 h 3188466"/>
              <a:gd name="connsiteX138" fmla="*/ 7137220 w 12202113"/>
              <a:gd name="connsiteY138" fmla="*/ 3098354 h 3188466"/>
              <a:gd name="connsiteX139" fmla="*/ 7104427 w 12202113"/>
              <a:gd name="connsiteY139" fmla="*/ 3091790 h 3188466"/>
              <a:gd name="connsiteX140" fmla="*/ 7082240 w 12202113"/>
              <a:gd name="connsiteY140" fmla="*/ 3085740 h 3188466"/>
              <a:gd name="connsiteX141" fmla="*/ 7016754 w 12202113"/>
              <a:gd name="connsiteY141" fmla="*/ 3077196 h 3188466"/>
              <a:gd name="connsiteX142" fmla="*/ 6904436 w 12202113"/>
              <a:gd name="connsiteY142" fmla="*/ 3065900 h 3188466"/>
              <a:gd name="connsiteX143" fmla="*/ 6881434 w 12202113"/>
              <a:gd name="connsiteY143" fmla="*/ 3062865 h 3188466"/>
              <a:gd name="connsiteX144" fmla="*/ 6865273 w 12202113"/>
              <a:gd name="connsiteY144" fmla="*/ 3057749 h 3188466"/>
              <a:gd name="connsiteX145" fmla="*/ 6864671 w 12202113"/>
              <a:gd name="connsiteY145" fmla="*/ 3054378 h 3188466"/>
              <a:gd name="connsiteX146" fmla="*/ 6852599 w 12202113"/>
              <a:gd name="connsiteY146" fmla="*/ 3052306 h 3188466"/>
              <a:gd name="connsiteX147" fmla="*/ 6850143 w 12202113"/>
              <a:gd name="connsiteY147" fmla="*/ 3051232 h 3188466"/>
              <a:gd name="connsiteX148" fmla="*/ 6835301 w 12202113"/>
              <a:gd name="connsiteY148" fmla="*/ 3045593 h 3188466"/>
              <a:gd name="connsiteX149" fmla="*/ 6784871 w 12202113"/>
              <a:gd name="connsiteY149" fmla="*/ 3046562 h 3188466"/>
              <a:gd name="connsiteX150" fmla="*/ 6738245 w 12202113"/>
              <a:gd name="connsiteY150" fmla="*/ 3037055 h 3188466"/>
              <a:gd name="connsiteX151" fmla="*/ 6537703 w 12202113"/>
              <a:gd name="connsiteY151" fmla="*/ 3017736 h 3188466"/>
              <a:gd name="connsiteX152" fmla="*/ 6521858 w 12202113"/>
              <a:gd name="connsiteY152" fmla="*/ 3004158 h 3188466"/>
              <a:gd name="connsiteX153" fmla="*/ 6445069 w 12202113"/>
              <a:gd name="connsiteY153" fmla="*/ 2992470 h 3188466"/>
              <a:gd name="connsiteX154" fmla="*/ 6302447 w 12202113"/>
              <a:gd name="connsiteY154" fmla="*/ 2994274 h 3188466"/>
              <a:gd name="connsiteX155" fmla="*/ 6160029 w 12202113"/>
              <a:gd name="connsiteY155" fmla="*/ 2973666 h 3188466"/>
              <a:gd name="connsiteX156" fmla="*/ 6144046 w 12202113"/>
              <a:gd name="connsiteY156" fmla="*/ 2976380 h 3188466"/>
              <a:gd name="connsiteX157" fmla="*/ 6127670 w 12202113"/>
              <a:gd name="connsiteY157" fmla="*/ 2976929 h 3188466"/>
              <a:gd name="connsiteX158" fmla="*/ 6126155 w 12202113"/>
              <a:gd name="connsiteY158" fmla="*/ 2976245 h 3188466"/>
              <a:gd name="connsiteX159" fmla="*/ 6108575 w 12202113"/>
              <a:gd name="connsiteY159" fmla="*/ 2974651 h 3188466"/>
              <a:gd name="connsiteX160" fmla="*/ 6103746 w 12202113"/>
              <a:gd name="connsiteY160" fmla="*/ 2975803 h 3188466"/>
              <a:gd name="connsiteX161" fmla="*/ 6091377 w 12202113"/>
              <a:gd name="connsiteY161" fmla="*/ 2975180 h 3188466"/>
              <a:gd name="connsiteX162" fmla="*/ 6066183 w 12202113"/>
              <a:gd name="connsiteY162" fmla="*/ 2975222 h 3188466"/>
              <a:gd name="connsiteX163" fmla="*/ 6063287 w 12202113"/>
              <a:gd name="connsiteY163" fmla="*/ 2974353 h 3188466"/>
              <a:gd name="connsiteX164" fmla="*/ 6054813 w 12202113"/>
              <a:gd name="connsiteY164" fmla="*/ 2974911 h 3188466"/>
              <a:gd name="connsiteX165" fmla="*/ 6050809 w 12202113"/>
              <a:gd name="connsiteY165" fmla="*/ 2973985 h 3188466"/>
              <a:gd name="connsiteX166" fmla="*/ 6013979 w 12202113"/>
              <a:gd name="connsiteY166" fmla="*/ 2974553 h 3188466"/>
              <a:gd name="connsiteX167" fmla="*/ 6013800 w 12202113"/>
              <a:gd name="connsiteY167" fmla="*/ 2973973 h 3188466"/>
              <a:gd name="connsiteX168" fmla="*/ 6004866 w 12202113"/>
              <a:gd name="connsiteY168" fmla="*/ 2971570 h 3188466"/>
              <a:gd name="connsiteX169" fmla="*/ 5987036 w 12202113"/>
              <a:gd name="connsiteY169" fmla="*/ 2968315 h 3188466"/>
              <a:gd name="connsiteX170" fmla="*/ 5950027 w 12202113"/>
              <a:gd name="connsiteY170" fmla="*/ 2953546 h 3188466"/>
              <a:gd name="connsiteX171" fmla="*/ 5911668 w 12202113"/>
              <a:gd name="connsiteY171" fmla="*/ 2954074 h 3188466"/>
              <a:gd name="connsiteX172" fmla="*/ 5904110 w 12202113"/>
              <a:gd name="connsiteY172" fmla="*/ 2953861 h 3188466"/>
              <a:gd name="connsiteX173" fmla="*/ 5904026 w 12202113"/>
              <a:gd name="connsiteY173" fmla="*/ 2953724 h 3188466"/>
              <a:gd name="connsiteX174" fmla="*/ 5896189 w 12202113"/>
              <a:gd name="connsiteY174" fmla="*/ 2953236 h 3188466"/>
              <a:gd name="connsiteX175" fmla="*/ 5890331 w 12202113"/>
              <a:gd name="connsiteY175" fmla="*/ 2953471 h 3188466"/>
              <a:gd name="connsiteX176" fmla="*/ 5875672 w 12202113"/>
              <a:gd name="connsiteY176" fmla="*/ 2953056 h 3188466"/>
              <a:gd name="connsiteX177" fmla="*/ 5871070 w 12202113"/>
              <a:gd name="connsiteY177" fmla="*/ 2952035 h 3188466"/>
              <a:gd name="connsiteX178" fmla="*/ 5869888 w 12202113"/>
              <a:gd name="connsiteY178" fmla="*/ 2950364 h 3188466"/>
              <a:gd name="connsiteX179" fmla="*/ 5868461 w 12202113"/>
              <a:gd name="connsiteY179" fmla="*/ 2950506 h 3188466"/>
              <a:gd name="connsiteX180" fmla="*/ 5843343 w 12202113"/>
              <a:gd name="connsiteY180" fmla="*/ 2945262 h 3188466"/>
              <a:gd name="connsiteX181" fmla="*/ 5784331 w 12202113"/>
              <a:gd name="connsiteY181" fmla="*/ 2938531 h 3188466"/>
              <a:gd name="connsiteX182" fmla="*/ 5749498 w 12202113"/>
              <a:gd name="connsiteY182" fmla="*/ 2936713 h 3188466"/>
              <a:gd name="connsiteX183" fmla="*/ 5655214 w 12202113"/>
              <a:gd name="connsiteY183" fmla="*/ 2929503 h 3188466"/>
              <a:gd name="connsiteX184" fmla="*/ 5561446 w 12202113"/>
              <a:gd name="connsiteY184" fmla="*/ 2920575 h 3188466"/>
              <a:gd name="connsiteX185" fmla="*/ 5519456 w 12202113"/>
              <a:gd name="connsiteY185" fmla="*/ 2906631 h 3188466"/>
              <a:gd name="connsiteX186" fmla="*/ 5514099 w 12202113"/>
              <a:gd name="connsiteY186" fmla="*/ 2906097 h 3188466"/>
              <a:gd name="connsiteX187" fmla="*/ 5499273 w 12202113"/>
              <a:gd name="connsiteY187" fmla="*/ 2907057 h 3188466"/>
              <a:gd name="connsiteX188" fmla="*/ 5493664 w 12202113"/>
              <a:gd name="connsiteY188" fmla="*/ 2907817 h 3188466"/>
              <a:gd name="connsiteX189" fmla="*/ 5485530 w 12202113"/>
              <a:gd name="connsiteY189" fmla="*/ 2908080 h 3188466"/>
              <a:gd name="connsiteX190" fmla="*/ 5485337 w 12202113"/>
              <a:gd name="connsiteY190" fmla="*/ 2907959 h 3188466"/>
              <a:gd name="connsiteX191" fmla="*/ 5477696 w 12202113"/>
              <a:gd name="connsiteY191" fmla="*/ 2908455 h 3188466"/>
              <a:gd name="connsiteX192" fmla="*/ 5440170 w 12202113"/>
              <a:gd name="connsiteY192" fmla="*/ 2912482 h 3188466"/>
              <a:gd name="connsiteX193" fmla="*/ 5391911 w 12202113"/>
              <a:gd name="connsiteY193" fmla="*/ 2902040 h 3188466"/>
              <a:gd name="connsiteX194" fmla="*/ 5371708 w 12202113"/>
              <a:gd name="connsiteY194" fmla="*/ 2900629 h 3188466"/>
              <a:gd name="connsiteX195" fmla="*/ 5360976 w 12202113"/>
              <a:gd name="connsiteY195" fmla="*/ 2899197 h 3188466"/>
              <a:gd name="connsiteX196" fmla="*/ 5360345 w 12202113"/>
              <a:gd name="connsiteY196" fmla="*/ 2898671 h 3188466"/>
              <a:gd name="connsiteX197" fmla="*/ 5324367 w 12202113"/>
              <a:gd name="connsiteY197" fmla="*/ 2902593 h 3188466"/>
              <a:gd name="connsiteX198" fmla="*/ 5319673 w 12202113"/>
              <a:gd name="connsiteY198" fmla="*/ 2902094 h 3188466"/>
              <a:gd name="connsiteX199" fmla="*/ 5296114 w 12202113"/>
              <a:gd name="connsiteY199" fmla="*/ 2905958 h 3188466"/>
              <a:gd name="connsiteX200" fmla="*/ 5283999 w 12202113"/>
              <a:gd name="connsiteY200" fmla="*/ 2907258 h 3188466"/>
              <a:gd name="connsiteX201" fmla="*/ 5280460 w 12202113"/>
              <a:gd name="connsiteY201" fmla="*/ 2909063 h 3188466"/>
              <a:gd name="connsiteX202" fmla="*/ 5262637 w 12202113"/>
              <a:gd name="connsiteY202" fmla="*/ 2910250 h 3188466"/>
              <a:gd name="connsiteX203" fmla="*/ 5260635 w 12202113"/>
              <a:gd name="connsiteY203" fmla="*/ 2909845 h 3188466"/>
              <a:gd name="connsiteX204" fmla="*/ 5245770 w 12202113"/>
              <a:gd name="connsiteY204" fmla="*/ 2912842 h 3188466"/>
              <a:gd name="connsiteX205" fmla="*/ 5233108 w 12202113"/>
              <a:gd name="connsiteY205" fmla="*/ 2917794 h 3188466"/>
              <a:gd name="connsiteX206" fmla="*/ 5082201 w 12202113"/>
              <a:gd name="connsiteY206" fmla="*/ 2920260 h 3188466"/>
              <a:gd name="connsiteX207" fmla="*/ 4939211 w 12202113"/>
              <a:gd name="connsiteY207" fmla="*/ 2931760 h 3188466"/>
              <a:gd name="connsiteX208" fmla="*/ 4794309 w 12202113"/>
              <a:gd name="connsiteY208" fmla="*/ 2937227 h 3188466"/>
              <a:gd name="connsiteX209" fmla="*/ 4637676 w 12202113"/>
              <a:gd name="connsiteY209" fmla="*/ 2946666 h 3188466"/>
              <a:gd name="connsiteX210" fmla="*/ 4585922 w 12202113"/>
              <a:gd name="connsiteY210" fmla="*/ 2944906 h 3188466"/>
              <a:gd name="connsiteX211" fmla="*/ 4539516 w 12202113"/>
              <a:gd name="connsiteY211" fmla="*/ 2953466 h 3188466"/>
              <a:gd name="connsiteX212" fmla="*/ 4520819 w 12202113"/>
              <a:gd name="connsiteY212" fmla="*/ 2950477 h 3188466"/>
              <a:gd name="connsiteX213" fmla="*/ 4517604 w 12202113"/>
              <a:gd name="connsiteY213" fmla="*/ 2949852 h 3188466"/>
              <a:gd name="connsiteX214" fmla="*/ 4504537 w 12202113"/>
              <a:gd name="connsiteY214" fmla="*/ 2949759 h 3188466"/>
              <a:gd name="connsiteX215" fmla="*/ 4501104 w 12202113"/>
              <a:gd name="connsiteY215" fmla="*/ 2946715 h 3188466"/>
              <a:gd name="connsiteX216" fmla="*/ 4342695 w 12202113"/>
              <a:gd name="connsiteY216" fmla="*/ 2951638 h 3188466"/>
              <a:gd name="connsiteX217" fmla="*/ 4274096 w 12202113"/>
              <a:gd name="connsiteY217" fmla="*/ 2953640 h 3188466"/>
              <a:gd name="connsiteX218" fmla="*/ 4248170 w 12202113"/>
              <a:gd name="connsiteY218" fmla="*/ 2951384 h 3188466"/>
              <a:gd name="connsiteX219" fmla="*/ 4147924 w 12202113"/>
              <a:gd name="connsiteY219" fmla="*/ 2945945 h 3188466"/>
              <a:gd name="connsiteX220" fmla="*/ 4061825 w 12202113"/>
              <a:gd name="connsiteY220" fmla="*/ 2944206 h 3188466"/>
              <a:gd name="connsiteX221" fmla="*/ 3998557 w 12202113"/>
              <a:gd name="connsiteY221" fmla="*/ 2955821 h 3188466"/>
              <a:gd name="connsiteX222" fmla="*/ 3993107 w 12202113"/>
              <a:gd name="connsiteY222" fmla="*/ 2953708 h 3188466"/>
              <a:gd name="connsiteX223" fmla="*/ 3949713 w 12202113"/>
              <a:gd name="connsiteY223" fmla="*/ 2955441 h 3188466"/>
              <a:gd name="connsiteX224" fmla="*/ 3797284 w 12202113"/>
              <a:gd name="connsiteY224" fmla="*/ 2977037 h 3188466"/>
              <a:gd name="connsiteX225" fmla="*/ 3712498 w 12202113"/>
              <a:gd name="connsiteY225" fmla="*/ 2979996 h 3188466"/>
              <a:gd name="connsiteX226" fmla="*/ 3682471 w 12202113"/>
              <a:gd name="connsiteY226" fmla="*/ 2978543 h 3188466"/>
              <a:gd name="connsiteX227" fmla="*/ 3632163 w 12202113"/>
              <a:gd name="connsiteY227" fmla="*/ 2976264 h 3188466"/>
              <a:gd name="connsiteX228" fmla="*/ 3594728 w 12202113"/>
              <a:gd name="connsiteY228" fmla="*/ 2968398 h 3188466"/>
              <a:gd name="connsiteX229" fmla="*/ 3552594 w 12202113"/>
              <a:gd name="connsiteY229" fmla="*/ 2968934 h 3188466"/>
              <a:gd name="connsiteX230" fmla="*/ 3542589 w 12202113"/>
              <a:gd name="connsiteY230" fmla="*/ 2977031 h 3188466"/>
              <a:gd name="connsiteX231" fmla="*/ 3497591 w 12202113"/>
              <a:gd name="connsiteY231" fmla="*/ 2975018 h 3188466"/>
              <a:gd name="connsiteX232" fmla="*/ 3429352 w 12202113"/>
              <a:gd name="connsiteY232" fmla="*/ 2971090 h 3188466"/>
              <a:gd name="connsiteX233" fmla="*/ 3389938 w 12202113"/>
              <a:gd name="connsiteY233" fmla="*/ 2970884 h 3188466"/>
              <a:gd name="connsiteX234" fmla="*/ 3282344 w 12202113"/>
              <a:gd name="connsiteY234" fmla="*/ 2968084 h 3188466"/>
              <a:gd name="connsiteX235" fmla="*/ 3174624 w 12202113"/>
              <a:gd name="connsiteY235" fmla="*/ 2963576 h 3188466"/>
              <a:gd name="connsiteX236" fmla="*/ 3111077 w 12202113"/>
              <a:gd name="connsiteY236" fmla="*/ 2951285 h 3188466"/>
              <a:gd name="connsiteX237" fmla="*/ 3022501 w 12202113"/>
              <a:gd name="connsiteY237" fmla="*/ 2948619 h 3188466"/>
              <a:gd name="connsiteX238" fmla="*/ 3007714 w 12202113"/>
              <a:gd name="connsiteY238" fmla="*/ 2946762 h 3188466"/>
              <a:gd name="connsiteX239" fmla="*/ 2903098 w 12202113"/>
              <a:gd name="connsiteY239" fmla="*/ 2940576 h 3188466"/>
              <a:gd name="connsiteX240" fmla="*/ 2781591 w 12202113"/>
              <a:gd name="connsiteY240" fmla="*/ 2946394 h 3188466"/>
              <a:gd name="connsiteX241" fmla="*/ 2627942 w 12202113"/>
              <a:gd name="connsiteY241" fmla="*/ 2919996 h 3188466"/>
              <a:gd name="connsiteX242" fmla="*/ 2354959 w 12202113"/>
              <a:gd name="connsiteY242" fmla="*/ 2882080 h 3188466"/>
              <a:gd name="connsiteX243" fmla="*/ 2063184 w 12202113"/>
              <a:gd name="connsiteY243" fmla="*/ 2879109 h 3188466"/>
              <a:gd name="connsiteX244" fmla="*/ 1986946 w 12202113"/>
              <a:gd name="connsiteY244" fmla="*/ 2887619 h 3188466"/>
              <a:gd name="connsiteX245" fmla="*/ 1763479 w 12202113"/>
              <a:gd name="connsiteY245" fmla="*/ 2909077 h 3188466"/>
              <a:gd name="connsiteX246" fmla="*/ 1537980 w 12202113"/>
              <a:gd name="connsiteY246" fmla="*/ 2960398 h 3188466"/>
              <a:gd name="connsiteX247" fmla="*/ 1395229 w 12202113"/>
              <a:gd name="connsiteY247" fmla="*/ 2975625 h 3188466"/>
              <a:gd name="connsiteX248" fmla="*/ 1327834 w 12202113"/>
              <a:gd name="connsiteY248" fmla="*/ 2989485 h 3188466"/>
              <a:gd name="connsiteX249" fmla="*/ 1280757 w 12202113"/>
              <a:gd name="connsiteY249" fmla="*/ 2992959 h 3188466"/>
              <a:gd name="connsiteX250" fmla="*/ 1252582 w 12202113"/>
              <a:gd name="connsiteY250" fmla="*/ 2995877 h 3188466"/>
              <a:gd name="connsiteX251" fmla="*/ 1204670 w 12202113"/>
              <a:gd name="connsiteY251" fmla="*/ 3014826 h 3188466"/>
              <a:gd name="connsiteX252" fmla="*/ 1020457 w 12202113"/>
              <a:gd name="connsiteY252" fmla="*/ 3031603 h 3188466"/>
              <a:gd name="connsiteX253" fmla="*/ 843248 w 12202113"/>
              <a:gd name="connsiteY253" fmla="*/ 3026954 h 3188466"/>
              <a:gd name="connsiteX254" fmla="*/ 583517 w 12202113"/>
              <a:gd name="connsiteY254" fmla="*/ 3089095 h 3188466"/>
              <a:gd name="connsiteX255" fmla="*/ 556836 w 12202113"/>
              <a:gd name="connsiteY255" fmla="*/ 3094374 h 3188466"/>
              <a:gd name="connsiteX256" fmla="*/ 412089 w 12202113"/>
              <a:gd name="connsiteY256" fmla="*/ 3121334 h 3188466"/>
              <a:gd name="connsiteX257" fmla="*/ 83929 w 12202113"/>
              <a:gd name="connsiteY257" fmla="*/ 3150566 h 3188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</a:cxnLst>
            <a:rect l="l" t="t" r="r" b="b"/>
            <a:pathLst>
              <a:path w="12202113" h="3188466">
                <a:moveTo>
                  <a:pt x="0" y="3188466"/>
                </a:moveTo>
                <a:lnTo>
                  <a:pt x="10116" y="2657641"/>
                </a:lnTo>
                <a:lnTo>
                  <a:pt x="10116" y="0"/>
                </a:lnTo>
                <a:lnTo>
                  <a:pt x="12202113" y="0"/>
                </a:lnTo>
                <a:lnTo>
                  <a:pt x="12202113" y="2879832"/>
                </a:lnTo>
                <a:lnTo>
                  <a:pt x="12198167" y="2880360"/>
                </a:lnTo>
                <a:cubicBezTo>
                  <a:pt x="12163116" y="2884349"/>
                  <a:pt x="12143771" y="2884544"/>
                  <a:pt x="12122128" y="2887194"/>
                </a:cubicBezTo>
                <a:cubicBezTo>
                  <a:pt x="12087086" y="2893347"/>
                  <a:pt x="12050015" y="2907304"/>
                  <a:pt x="12028868" y="2911786"/>
                </a:cubicBezTo>
                <a:lnTo>
                  <a:pt x="11995238" y="2914090"/>
                </a:lnTo>
                <a:lnTo>
                  <a:pt x="11996460" y="2918442"/>
                </a:lnTo>
                <a:lnTo>
                  <a:pt x="11983968" y="2918762"/>
                </a:lnTo>
                <a:lnTo>
                  <a:pt x="11956084" y="2918868"/>
                </a:lnTo>
                <a:cubicBezTo>
                  <a:pt x="11938684" y="2919526"/>
                  <a:pt x="11890300" y="2918483"/>
                  <a:pt x="11872586" y="2920076"/>
                </a:cubicBezTo>
                <a:cubicBezTo>
                  <a:pt x="11867476" y="2924717"/>
                  <a:pt x="11859589" y="2927247"/>
                  <a:pt x="11849804" y="2928420"/>
                </a:cubicBezTo>
                <a:lnTo>
                  <a:pt x="11828254" y="2928551"/>
                </a:lnTo>
                <a:lnTo>
                  <a:pt x="11703277" y="2939735"/>
                </a:lnTo>
                <a:lnTo>
                  <a:pt x="11686094" y="2940570"/>
                </a:lnTo>
                <a:lnTo>
                  <a:pt x="11676788" y="2944321"/>
                </a:lnTo>
                <a:cubicBezTo>
                  <a:pt x="11669684" y="2945069"/>
                  <a:pt x="11649276" y="2944585"/>
                  <a:pt x="11643464" y="2945066"/>
                </a:cubicBezTo>
                <a:lnTo>
                  <a:pt x="11641922" y="2947200"/>
                </a:lnTo>
                <a:cubicBezTo>
                  <a:pt x="11623408" y="2950611"/>
                  <a:pt x="11553770" y="2961969"/>
                  <a:pt x="11532386" y="2965529"/>
                </a:cubicBezTo>
                <a:cubicBezTo>
                  <a:pt x="11528114" y="2962248"/>
                  <a:pt x="11518548" y="2967430"/>
                  <a:pt x="11513619" y="2968556"/>
                </a:cubicBezTo>
                <a:cubicBezTo>
                  <a:pt x="11512856" y="2966346"/>
                  <a:pt x="11500924" y="2965672"/>
                  <a:pt x="11497404" y="2967639"/>
                </a:cubicBezTo>
                <a:cubicBezTo>
                  <a:pt x="11413522" y="2978420"/>
                  <a:pt x="11455510" y="2956141"/>
                  <a:pt x="11407630" y="2970255"/>
                </a:cubicBezTo>
                <a:cubicBezTo>
                  <a:pt x="11399160" y="2971190"/>
                  <a:pt x="11392296" y="2970299"/>
                  <a:pt x="11386276" y="2968648"/>
                </a:cubicBezTo>
                <a:lnTo>
                  <a:pt x="11377296" y="2965257"/>
                </a:lnTo>
                <a:lnTo>
                  <a:pt x="11342536" y="2971666"/>
                </a:lnTo>
                <a:cubicBezTo>
                  <a:pt x="11325414" y="2973900"/>
                  <a:pt x="11307393" y="2975381"/>
                  <a:pt x="11288902" y="2976058"/>
                </a:cubicBezTo>
                <a:cubicBezTo>
                  <a:pt x="11284753" y="2971542"/>
                  <a:pt x="11270239" y="2977957"/>
                  <a:pt x="11263411" y="2979228"/>
                </a:cubicBezTo>
                <a:cubicBezTo>
                  <a:pt x="11263340" y="2976278"/>
                  <a:pt x="11248212" y="2974865"/>
                  <a:pt x="11242843" y="2977303"/>
                </a:cubicBezTo>
                <a:cubicBezTo>
                  <a:pt x="11130019" y="2987845"/>
                  <a:pt x="11193504" y="2960297"/>
                  <a:pt x="11125798" y="2976816"/>
                </a:cubicBezTo>
                <a:cubicBezTo>
                  <a:pt x="11114472" y="2977677"/>
                  <a:pt x="11105974" y="2976199"/>
                  <a:pt x="11098884" y="2973758"/>
                </a:cubicBezTo>
                <a:lnTo>
                  <a:pt x="11086128" y="2967663"/>
                </a:lnTo>
                <a:lnTo>
                  <a:pt x="11076132" y="2969836"/>
                </a:lnTo>
                <a:cubicBezTo>
                  <a:pt x="11038408" y="2970007"/>
                  <a:pt x="11027285" y="2963760"/>
                  <a:pt x="11005337" y="2970053"/>
                </a:cubicBezTo>
                <a:cubicBezTo>
                  <a:pt x="10972902" y="2956973"/>
                  <a:pt x="10983824" y="2968749"/>
                  <a:pt x="10959154" y="2970750"/>
                </a:cubicBezTo>
                <a:cubicBezTo>
                  <a:pt x="10939692" y="2973358"/>
                  <a:pt x="10975422" y="2978377"/>
                  <a:pt x="10956347" y="2979118"/>
                </a:cubicBezTo>
                <a:cubicBezTo>
                  <a:pt x="10935712" y="2975741"/>
                  <a:pt x="10936682" y="2986229"/>
                  <a:pt x="10915223" y="2982099"/>
                </a:cubicBezTo>
                <a:cubicBezTo>
                  <a:pt x="10920436" y="2974198"/>
                  <a:pt x="10872877" y="2983630"/>
                  <a:pt x="10871398" y="2976728"/>
                </a:cubicBezTo>
                <a:cubicBezTo>
                  <a:pt x="10853171" y="2986599"/>
                  <a:pt x="10844013" y="2974439"/>
                  <a:pt x="10819743" y="2977481"/>
                </a:cubicBezTo>
                <a:cubicBezTo>
                  <a:pt x="10808314" y="2981215"/>
                  <a:pt x="10800068" y="2981856"/>
                  <a:pt x="10788834" y="2977840"/>
                </a:cubicBezTo>
                <a:cubicBezTo>
                  <a:pt x="10736185" y="2996020"/>
                  <a:pt x="10756982" y="2978653"/>
                  <a:pt x="10707711" y="2985644"/>
                </a:cubicBezTo>
                <a:cubicBezTo>
                  <a:pt x="10665262" y="2992997"/>
                  <a:pt x="10617142" y="2997767"/>
                  <a:pt x="10576086" y="3015319"/>
                </a:cubicBezTo>
                <a:cubicBezTo>
                  <a:pt x="10568550" y="3020292"/>
                  <a:pt x="10550046" y="3022174"/>
                  <a:pt x="10534761" y="3019524"/>
                </a:cubicBezTo>
                <a:cubicBezTo>
                  <a:pt x="10532134" y="3019067"/>
                  <a:pt x="10529698" y="3018490"/>
                  <a:pt x="10527537" y="3017814"/>
                </a:cubicBezTo>
                <a:cubicBezTo>
                  <a:pt x="10492044" y="3020498"/>
                  <a:pt x="10362224" y="3032491"/>
                  <a:pt x="10321799" y="3035635"/>
                </a:cubicBezTo>
                <a:cubicBezTo>
                  <a:pt x="10318526" y="3029246"/>
                  <a:pt x="10298084" y="3040774"/>
                  <a:pt x="10284989" y="3036679"/>
                </a:cubicBezTo>
                <a:cubicBezTo>
                  <a:pt x="10275610" y="3033085"/>
                  <a:pt x="10267220" y="3035744"/>
                  <a:pt x="10257423" y="3036027"/>
                </a:cubicBezTo>
                <a:cubicBezTo>
                  <a:pt x="10244517" y="3033202"/>
                  <a:pt x="10202424" y="3038304"/>
                  <a:pt x="10191450" y="3041963"/>
                </a:cubicBezTo>
                <a:cubicBezTo>
                  <a:pt x="10165225" y="3054679"/>
                  <a:pt x="10105634" y="3045236"/>
                  <a:pt x="10083845" y="3054978"/>
                </a:cubicBezTo>
                <a:cubicBezTo>
                  <a:pt x="10075939" y="3056408"/>
                  <a:pt x="10068203" y="3056986"/>
                  <a:pt x="10060611" y="3057035"/>
                </a:cubicBezTo>
                <a:lnTo>
                  <a:pt x="10039363" y="3055961"/>
                </a:lnTo>
                <a:lnTo>
                  <a:pt x="10033322" y="3053238"/>
                </a:lnTo>
                <a:lnTo>
                  <a:pt x="10020337" y="3053912"/>
                </a:lnTo>
                <a:lnTo>
                  <a:pt x="10016616" y="3053498"/>
                </a:lnTo>
                <a:cubicBezTo>
                  <a:pt x="10009508" y="3052695"/>
                  <a:pt x="10002492" y="3051995"/>
                  <a:pt x="9995549" y="3051719"/>
                </a:cubicBezTo>
                <a:cubicBezTo>
                  <a:pt x="10004680" y="3065377"/>
                  <a:pt x="9937988" y="3051618"/>
                  <a:pt x="9957212" y="3062663"/>
                </a:cubicBezTo>
                <a:cubicBezTo>
                  <a:pt x="9920646" y="3063519"/>
                  <a:pt x="9948538" y="3073806"/>
                  <a:pt x="9904584" y="3063999"/>
                </a:cubicBezTo>
                <a:cubicBezTo>
                  <a:pt x="9847813" y="3075166"/>
                  <a:pt x="9758323" y="3071010"/>
                  <a:pt x="9713857" y="3087955"/>
                </a:cubicBezTo>
                <a:cubicBezTo>
                  <a:pt x="9719380" y="3081485"/>
                  <a:pt x="9695453" y="3076466"/>
                  <a:pt x="9678879" y="3079676"/>
                </a:cubicBezTo>
                <a:cubicBezTo>
                  <a:pt x="9698255" y="3054291"/>
                  <a:pt x="9613348" y="3102551"/>
                  <a:pt x="9598760" y="3085228"/>
                </a:cubicBezTo>
                <a:cubicBezTo>
                  <a:pt x="9598041" y="3101310"/>
                  <a:pt x="9523758" y="3128579"/>
                  <a:pt x="9488796" y="3115384"/>
                </a:cubicBezTo>
                <a:cubicBezTo>
                  <a:pt x="9435532" y="3118605"/>
                  <a:pt x="9397815" y="3131898"/>
                  <a:pt x="9341972" y="3126583"/>
                </a:cubicBezTo>
                <a:cubicBezTo>
                  <a:pt x="9340239" y="3128735"/>
                  <a:pt x="9337399" y="3130536"/>
                  <a:pt x="9333795" y="3132083"/>
                </a:cubicBezTo>
                <a:lnTo>
                  <a:pt x="9321736" y="3135834"/>
                </a:lnTo>
                <a:lnTo>
                  <a:pt x="9319405" y="3135561"/>
                </a:lnTo>
                <a:cubicBezTo>
                  <a:pt x="9310247" y="3135512"/>
                  <a:pt x="9305558" y="3136419"/>
                  <a:pt x="9302847" y="3137746"/>
                </a:cubicBezTo>
                <a:lnTo>
                  <a:pt x="9300930" y="3139687"/>
                </a:lnTo>
                <a:lnTo>
                  <a:pt x="9290106" y="3141645"/>
                </a:lnTo>
                <a:lnTo>
                  <a:pt x="9270220" y="3146737"/>
                </a:lnTo>
                <a:lnTo>
                  <a:pt x="9265150" y="3146531"/>
                </a:lnTo>
                <a:lnTo>
                  <a:pt x="9233057" y="3152408"/>
                </a:lnTo>
                <a:lnTo>
                  <a:pt x="9231974" y="3151938"/>
                </a:lnTo>
                <a:cubicBezTo>
                  <a:pt x="9228816" y="3151020"/>
                  <a:pt x="9225099" y="3150595"/>
                  <a:pt x="9220130" y="3151189"/>
                </a:cubicBezTo>
                <a:cubicBezTo>
                  <a:pt x="9218372" y="3142213"/>
                  <a:pt x="9213458" y="3148467"/>
                  <a:pt x="9198955" y="3151015"/>
                </a:cubicBezTo>
                <a:cubicBezTo>
                  <a:pt x="9192986" y="3137641"/>
                  <a:pt x="9157451" y="3149750"/>
                  <a:pt x="9142196" y="3143802"/>
                </a:cubicBezTo>
                <a:cubicBezTo>
                  <a:pt x="9131673" y="3145976"/>
                  <a:pt x="9120437" y="3148030"/>
                  <a:pt x="9108665" y="3149868"/>
                </a:cubicBezTo>
                <a:lnTo>
                  <a:pt x="9014086" y="3150791"/>
                </a:lnTo>
                <a:lnTo>
                  <a:pt x="8915037" y="3140020"/>
                </a:lnTo>
                <a:cubicBezTo>
                  <a:pt x="8878400" y="3139785"/>
                  <a:pt x="8846675" y="3135786"/>
                  <a:pt x="8815667" y="3138606"/>
                </a:cubicBezTo>
                <a:cubicBezTo>
                  <a:pt x="8803071" y="3135495"/>
                  <a:pt x="8791199" y="3134238"/>
                  <a:pt x="8779688" y="3138895"/>
                </a:cubicBezTo>
                <a:cubicBezTo>
                  <a:pt x="8745498" y="3137342"/>
                  <a:pt x="8737221" y="3130691"/>
                  <a:pt x="8715556" y="3135878"/>
                </a:cubicBezTo>
                <a:cubicBezTo>
                  <a:pt x="8696347" y="3125121"/>
                  <a:pt x="8695210" y="3129227"/>
                  <a:pt x="8686183" y="3132307"/>
                </a:cubicBezTo>
                <a:lnTo>
                  <a:pt x="8684895" y="3132527"/>
                </a:lnTo>
                <a:lnTo>
                  <a:pt x="8682270" y="3130989"/>
                </a:lnTo>
                <a:lnTo>
                  <a:pt x="8676836" y="3130278"/>
                </a:lnTo>
                <a:lnTo>
                  <a:pt x="8662002" y="3130735"/>
                </a:lnTo>
                <a:lnTo>
                  <a:pt x="8656423" y="3131304"/>
                </a:lnTo>
                <a:cubicBezTo>
                  <a:pt x="8652581" y="3131550"/>
                  <a:pt x="8650028" y="3131521"/>
                  <a:pt x="8648261" y="3131294"/>
                </a:cubicBezTo>
                <a:lnTo>
                  <a:pt x="8648057" y="3131167"/>
                </a:lnTo>
                <a:lnTo>
                  <a:pt x="8640412" y="3131403"/>
                </a:lnTo>
                <a:cubicBezTo>
                  <a:pt x="8627510" y="3132092"/>
                  <a:pt x="8614954" y="3133035"/>
                  <a:pt x="8603003" y="3134155"/>
                </a:cubicBezTo>
                <a:cubicBezTo>
                  <a:pt x="8592897" y="3127095"/>
                  <a:pt x="8548738" y="3135435"/>
                  <a:pt x="8553571" y="3122125"/>
                </a:cubicBezTo>
                <a:cubicBezTo>
                  <a:pt x="8537450" y="3123243"/>
                  <a:pt x="8527699" y="3128769"/>
                  <a:pt x="8533128" y="3120039"/>
                </a:cubicBezTo>
                <a:cubicBezTo>
                  <a:pt x="8527821" y="3120156"/>
                  <a:pt x="8524551" y="3119414"/>
                  <a:pt x="8522209" y="3118252"/>
                </a:cubicBezTo>
                <a:lnTo>
                  <a:pt x="8521532" y="3117705"/>
                </a:lnTo>
                <a:lnTo>
                  <a:pt x="8485667" y="3120406"/>
                </a:lnTo>
                <a:lnTo>
                  <a:pt x="8480905" y="3119749"/>
                </a:lnTo>
                <a:lnTo>
                  <a:pt x="8457530" y="3122810"/>
                </a:lnTo>
                <a:lnTo>
                  <a:pt x="8445451" y="3123697"/>
                </a:lnTo>
                <a:lnTo>
                  <a:pt x="8442039" y="3125378"/>
                </a:lnTo>
                <a:cubicBezTo>
                  <a:pt x="8438355" y="3126399"/>
                  <a:pt x="8433075" y="3126839"/>
                  <a:pt x="8424215" y="3125963"/>
                </a:cubicBezTo>
                <a:lnTo>
                  <a:pt x="8422165" y="3125491"/>
                </a:lnTo>
                <a:lnTo>
                  <a:pt x="8407465" y="3127979"/>
                </a:lnTo>
                <a:cubicBezTo>
                  <a:pt x="8402731" y="3129129"/>
                  <a:pt x="8398540" y="3130592"/>
                  <a:pt x="8395146" y="3132488"/>
                </a:cubicBezTo>
                <a:cubicBezTo>
                  <a:pt x="8345093" y="3122354"/>
                  <a:pt x="8297866" y="3131626"/>
                  <a:pt x="8243538" y="3129873"/>
                </a:cubicBezTo>
                <a:cubicBezTo>
                  <a:pt x="8220052" y="3114107"/>
                  <a:pt x="8126172" y="3133411"/>
                  <a:pt x="8112685" y="3148698"/>
                </a:cubicBezTo>
                <a:cubicBezTo>
                  <a:pt x="8112380" y="3135302"/>
                  <a:pt x="8044302" y="3153542"/>
                  <a:pt x="8026741" y="3154015"/>
                </a:cubicBezTo>
                <a:cubicBezTo>
                  <a:pt x="8020887" y="3154173"/>
                  <a:pt x="8020646" y="3152357"/>
                  <a:pt x="8030400" y="3146736"/>
                </a:cubicBezTo>
                <a:cubicBezTo>
                  <a:pt x="8011739" y="3148301"/>
                  <a:pt x="7992477" y="3141339"/>
                  <a:pt x="8002987" y="3135663"/>
                </a:cubicBezTo>
                <a:cubicBezTo>
                  <a:pt x="7946297" y="3147811"/>
                  <a:pt x="7862627" y="3135732"/>
                  <a:pt x="7798568" y="3141249"/>
                </a:cubicBezTo>
                <a:cubicBezTo>
                  <a:pt x="7763645" y="3127901"/>
                  <a:pt x="7782577" y="3140251"/>
                  <a:pt x="7746353" y="3137755"/>
                </a:cubicBezTo>
                <a:cubicBezTo>
                  <a:pt x="7756261" y="3150042"/>
                  <a:pt x="7702377" y="3130861"/>
                  <a:pt x="7700395" y="3144729"/>
                </a:cubicBezTo>
                <a:cubicBezTo>
                  <a:pt x="7693866" y="3143835"/>
                  <a:pt x="7687603" y="3142532"/>
                  <a:pt x="7681335" y="3141120"/>
                </a:cubicBezTo>
                <a:lnTo>
                  <a:pt x="7678044" y="3140387"/>
                </a:lnTo>
                <a:lnTo>
                  <a:pt x="7664890" y="3139855"/>
                </a:lnTo>
                <a:lnTo>
                  <a:pt x="7661183" y="3136706"/>
                </a:lnTo>
                <a:lnTo>
                  <a:pt x="7641383" y="3133755"/>
                </a:lnTo>
                <a:cubicBezTo>
                  <a:pt x="7633967" y="3133115"/>
                  <a:pt x="7625987" y="3132967"/>
                  <a:pt x="7617169" y="3133614"/>
                </a:cubicBezTo>
                <a:cubicBezTo>
                  <a:pt x="7595475" y="3139109"/>
                  <a:pt x="7561695" y="3132374"/>
                  <a:pt x="7531143" y="3132781"/>
                </a:cubicBezTo>
                <a:lnTo>
                  <a:pt x="7517113" y="3134483"/>
                </a:lnTo>
                <a:lnTo>
                  <a:pt x="7471320" y="3131645"/>
                </a:lnTo>
                <a:cubicBezTo>
                  <a:pt x="7458285" y="3131095"/>
                  <a:pt x="7444756" y="3130805"/>
                  <a:pt x="7430512" y="3131007"/>
                </a:cubicBezTo>
                <a:lnTo>
                  <a:pt x="7404071" y="3132361"/>
                </a:lnTo>
                <a:lnTo>
                  <a:pt x="7397140" y="3131239"/>
                </a:lnTo>
                <a:cubicBezTo>
                  <a:pt x="7385068" y="3131364"/>
                  <a:pt x="7369091" y="3135313"/>
                  <a:pt x="7370514" y="3130516"/>
                </a:cubicBezTo>
                <a:lnTo>
                  <a:pt x="7356953" y="3132179"/>
                </a:lnTo>
                <a:lnTo>
                  <a:pt x="7343567" y="3128350"/>
                </a:lnTo>
                <a:cubicBezTo>
                  <a:pt x="7342101" y="3127461"/>
                  <a:pt x="7340998" y="3126514"/>
                  <a:pt x="7340295" y="3125545"/>
                </a:cubicBezTo>
                <a:lnTo>
                  <a:pt x="7321348" y="3126804"/>
                </a:lnTo>
                <a:lnTo>
                  <a:pt x="7305815" y="3124063"/>
                </a:lnTo>
                <a:lnTo>
                  <a:pt x="7292274" y="3125855"/>
                </a:lnTo>
                <a:lnTo>
                  <a:pt x="7286654" y="3125451"/>
                </a:lnTo>
                <a:lnTo>
                  <a:pt x="7272685" y="3124094"/>
                </a:lnTo>
                <a:cubicBezTo>
                  <a:pt x="7265523" y="3123143"/>
                  <a:pt x="7257508" y="3121997"/>
                  <a:pt x="7248584" y="3121080"/>
                </a:cubicBezTo>
                <a:lnTo>
                  <a:pt x="7241065" y="3120661"/>
                </a:lnTo>
                <a:lnTo>
                  <a:pt x="7224696" y="3116051"/>
                </a:lnTo>
                <a:cubicBezTo>
                  <a:pt x="7212786" y="3112566"/>
                  <a:pt x="7203412" y="3110217"/>
                  <a:pt x="7193009" y="3112108"/>
                </a:cubicBezTo>
                <a:cubicBezTo>
                  <a:pt x="7175276" y="3107606"/>
                  <a:pt x="7162888" y="3094987"/>
                  <a:pt x="7137220" y="3098354"/>
                </a:cubicBezTo>
                <a:cubicBezTo>
                  <a:pt x="7145010" y="3092637"/>
                  <a:pt x="7108715" y="3097662"/>
                  <a:pt x="7104427" y="3091790"/>
                </a:cubicBezTo>
                <a:cubicBezTo>
                  <a:pt x="7102447" y="3087061"/>
                  <a:pt x="7090976" y="3087484"/>
                  <a:pt x="7082240" y="3085740"/>
                </a:cubicBezTo>
                <a:cubicBezTo>
                  <a:pt x="7076014" y="3080911"/>
                  <a:pt x="7032058" y="3076501"/>
                  <a:pt x="7016754" y="3077196"/>
                </a:cubicBezTo>
                <a:cubicBezTo>
                  <a:pt x="6973620" y="3082001"/>
                  <a:pt x="6938923" y="3062558"/>
                  <a:pt x="6904436" y="3065900"/>
                </a:cubicBezTo>
                <a:cubicBezTo>
                  <a:pt x="6895406" y="3065445"/>
                  <a:pt x="6887919" y="3064350"/>
                  <a:pt x="6881434" y="3062865"/>
                </a:cubicBezTo>
                <a:lnTo>
                  <a:pt x="6865273" y="3057749"/>
                </a:lnTo>
                <a:cubicBezTo>
                  <a:pt x="6865072" y="3056626"/>
                  <a:pt x="6864871" y="3055502"/>
                  <a:pt x="6864671" y="3054378"/>
                </a:cubicBezTo>
                <a:lnTo>
                  <a:pt x="6852599" y="3052306"/>
                </a:lnTo>
                <a:lnTo>
                  <a:pt x="6850143" y="3051232"/>
                </a:lnTo>
                <a:cubicBezTo>
                  <a:pt x="6845470" y="3049168"/>
                  <a:pt x="6840704" y="3047206"/>
                  <a:pt x="6835301" y="3045593"/>
                </a:cubicBezTo>
                <a:cubicBezTo>
                  <a:pt x="6820447" y="3058242"/>
                  <a:pt x="6786888" y="3033956"/>
                  <a:pt x="6784871" y="3046562"/>
                </a:cubicBezTo>
                <a:cubicBezTo>
                  <a:pt x="6752593" y="3039899"/>
                  <a:pt x="6759140" y="3053646"/>
                  <a:pt x="6738245" y="3037055"/>
                </a:cubicBezTo>
                <a:cubicBezTo>
                  <a:pt x="6671880" y="3034501"/>
                  <a:pt x="6603220" y="3013245"/>
                  <a:pt x="6537703" y="3017736"/>
                </a:cubicBezTo>
                <a:cubicBezTo>
                  <a:pt x="6553051" y="3013722"/>
                  <a:pt x="6541149" y="3004943"/>
                  <a:pt x="6521858" y="3004158"/>
                </a:cubicBezTo>
                <a:cubicBezTo>
                  <a:pt x="6580141" y="2987944"/>
                  <a:pt x="6428765" y="3009117"/>
                  <a:pt x="6445069" y="2992470"/>
                </a:cubicBezTo>
                <a:cubicBezTo>
                  <a:pt x="6417897" y="3005060"/>
                  <a:pt x="6310156" y="3011743"/>
                  <a:pt x="6302447" y="2994274"/>
                </a:cubicBezTo>
                <a:cubicBezTo>
                  <a:pt x="6252173" y="2986131"/>
                  <a:pt x="6198382" y="2989085"/>
                  <a:pt x="6160029" y="2973666"/>
                </a:cubicBezTo>
                <a:cubicBezTo>
                  <a:pt x="6155014" y="2975022"/>
                  <a:pt x="6149642" y="2975878"/>
                  <a:pt x="6144046" y="2976380"/>
                </a:cubicBezTo>
                <a:lnTo>
                  <a:pt x="6127670" y="2976929"/>
                </a:lnTo>
                <a:lnTo>
                  <a:pt x="6126155" y="2976245"/>
                </a:lnTo>
                <a:cubicBezTo>
                  <a:pt x="6118509" y="2974369"/>
                  <a:pt x="6113052" y="2974144"/>
                  <a:pt x="6108575" y="2974651"/>
                </a:cubicBezTo>
                <a:lnTo>
                  <a:pt x="6103746" y="2975803"/>
                </a:lnTo>
                <a:lnTo>
                  <a:pt x="6091377" y="2975180"/>
                </a:lnTo>
                <a:lnTo>
                  <a:pt x="6066183" y="2975222"/>
                </a:lnTo>
                <a:lnTo>
                  <a:pt x="6063287" y="2974353"/>
                </a:lnTo>
                <a:lnTo>
                  <a:pt x="6054813" y="2974911"/>
                </a:lnTo>
                <a:lnTo>
                  <a:pt x="6050809" y="2973985"/>
                </a:lnTo>
                <a:lnTo>
                  <a:pt x="6013979" y="2974553"/>
                </a:lnTo>
                <a:cubicBezTo>
                  <a:pt x="6013918" y="2974361"/>
                  <a:pt x="6013860" y="2974167"/>
                  <a:pt x="6013800" y="2973973"/>
                </a:cubicBezTo>
                <a:cubicBezTo>
                  <a:pt x="6012565" y="2972689"/>
                  <a:pt x="6010070" y="2971765"/>
                  <a:pt x="6004866" y="2971570"/>
                </a:cubicBezTo>
                <a:cubicBezTo>
                  <a:pt x="6017706" y="2963268"/>
                  <a:pt x="6003515" y="2968156"/>
                  <a:pt x="5987036" y="2968315"/>
                </a:cubicBezTo>
                <a:cubicBezTo>
                  <a:pt x="6003302" y="2955458"/>
                  <a:pt x="5953573" y="2961108"/>
                  <a:pt x="5950027" y="2953546"/>
                </a:cubicBezTo>
                <a:cubicBezTo>
                  <a:pt x="5937559" y="2953953"/>
                  <a:pt x="5924668" y="2954151"/>
                  <a:pt x="5911668" y="2954074"/>
                </a:cubicBezTo>
                <a:lnTo>
                  <a:pt x="5904110" y="2953861"/>
                </a:lnTo>
                <a:cubicBezTo>
                  <a:pt x="5904082" y="2953815"/>
                  <a:pt x="5904053" y="2953769"/>
                  <a:pt x="5904026" y="2953724"/>
                </a:cubicBezTo>
                <a:cubicBezTo>
                  <a:pt x="5902528" y="2953395"/>
                  <a:pt x="5900097" y="2953219"/>
                  <a:pt x="5896189" y="2953236"/>
                </a:cubicBezTo>
                <a:lnTo>
                  <a:pt x="5890331" y="2953471"/>
                </a:lnTo>
                <a:lnTo>
                  <a:pt x="5875672" y="2953056"/>
                </a:lnTo>
                <a:lnTo>
                  <a:pt x="5871070" y="2952035"/>
                </a:lnTo>
                <a:lnTo>
                  <a:pt x="5869888" y="2950364"/>
                </a:lnTo>
                <a:lnTo>
                  <a:pt x="5868461" y="2950506"/>
                </a:lnTo>
                <a:cubicBezTo>
                  <a:pt x="5857092" y="2953019"/>
                  <a:pt x="5852416" y="2957005"/>
                  <a:pt x="5843343" y="2945262"/>
                </a:cubicBezTo>
                <a:cubicBezTo>
                  <a:pt x="5817989" y="2949116"/>
                  <a:pt x="5815840" y="2942065"/>
                  <a:pt x="5784331" y="2938531"/>
                </a:cubicBezTo>
                <a:cubicBezTo>
                  <a:pt x="5769202" y="2942455"/>
                  <a:pt x="5758885" y="2940521"/>
                  <a:pt x="5749498" y="2936713"/>
                </a:cubicBezTo>
                <a:cubicBezTo>
                  <a:pt x="5717228" y="2937683"/>
                  <a:pt x="5690227" y="2931877"/>
                  <a:pt x="5655214" y="2929503"/>
                </a:cubicBezTo>
                <a:cubicBezTo>
                  <a:pt x="5614827" y="2933899"/>
                  <a:pt x="5598877" y="2923069"/>
                  <a:pt x="5561446" y="2920575"/>
                </a:cubicBezTo>
                <a:cubicBezTo>
                  <a:pt x="5525084" y="2929276"/>
                  <a:pt x="5537471" y="2911136"/>
                  <a:pt x="5519456" y="2906631"/>
                </a:cubicBezTo>
                <a:lnTo>
                  <a:pt x="5514099" y="2906097"/>
                </a:lnTo>
                <a:lnTo>
                  <a:pt x="5499273" y="2907057"/>
                </a:lnTo>
                <a:lnTo>
                  <a:pt x="5493664" y="2907817"/>
                </a:lnTo>
                <a:cubicBezTo>
                  <a:pt x="5489815" y="2908191"/>
                  <a:pt x="5487270" y="2908250"/>
                  <a:pt x="5485530" y="2908080"/>
                </a:cubicBezTo>
                <a:lnTo>
                  <a:pt x="5485337" y="2907959"/>
                </a:lnTo>
                <a:lnTo>
                  <a:pt x="5477696" y="2908455"/>
                </a:lnTo>
                <a:cubicBezTo>
                  <a:pt x="5464775" y="2909581"/>
                  <a:pt x="5452182" y="2910951"/>
                  <a:pt x="5440170" y="2912482"/>
                </a:cubicBezTo>
                <a:cubicBezTo>
                  <a:pt x="5430698" y="2905718"/>
                  <a:pt x="5385970" y="2915593"/>
                  <a:pt x="5391911" y="2902040"/>
                </a:cubicBezTo>
                <a:cubicBezTo>
                  <a:pt x="5375744" y="2903707"/>
                  <a:pt x="5365560" y="2909594"/>
                  <a:pt x="5371708" y="2900629"/>
                </a:cubicBezTo>
                <a:cubicBezTo>
                  <a:pt x="5366408" y="2900926"/>
                  <a:pt x="5363213" y="2900288"/>
                  <a:pt x="5360976" y="2899197"/>
                </a:cubicBezTo>
                <a:lnTo>
                  <a:pt x="5360345" y="2898671"/>
                </a:lnTo>
                <a:lnTo>
                  <a:pt x="5324367" y="2902593"/>
                </a:lnTo>
                <a:lnTo>
                  <a:pt x="5319673" y="2902094"/>
                </a:lnTo>
                <a:lnTo>
                  <a:pt x="5296114" y="2905958"/>
                </a:lnTo>
                <a:lnTo>
                  <a:pt x="5283999" y="2907258"/>
                </a:lnTo>
                <a:lnTo>
                  <a:pt x="5280460" y="2909063"/>
                </a:lnTo>
                <a:cubicBezTo>
                  <a:pt x="5276699" y="2910214"/>
                  <a:pt x="5271395" y="2910834"/>
                  <a:pt x="5262637" y="2910250"/>
                </a:cubicBezTo>
                <a:lnTo>
                  <a:pt x="5260635" y="2909845"/>
                </a:lnTo>
                <a:lnTo>
                  <a:pt x="5245770" y="2912842"/>
                </a:lnTo>
                <a:cubicBezTo>
                  <a:pt x="5240955" y="2914159"/>
                  <a:pt x="5236652" y="2915770"/>
                  <a:pt x="5233108" y="2917794"/>
                </a:cubicBezTo>
                <a:cubicBezTo>
                  <a:pt x="5184071" y="2909280"/>
                  <a:pt x="5136210" y="2920197"/>
                  <a:pt x="5082201" y="2920260"/>
                </a:cubicBezTo>
                <a:lnTo>
                  <a:pt x="4939211" y="2931760"/>
                </a:lnTo>
                <a:cubicBezTo>
                  <a:pt x="4920477" y="2933960"/>
                  <a:pt x="4783353" y="2943291"/>
                  <a:pt x="4794309" y="2937227"/>
                </a:cubicBezTo>
                <a:cubicBezTo>
                  <a:pt x="4736776" y="2951353"/>
                  <a:pt x="4701995" y="2938961"/>
                  <a:pt x="4637676" y="2946666"/>
                </a:cubicBezTo>
                <a:cubicBezTo>
                  <a:pt x="4603987" y="2934412"/>
                  <a:pt x="4621816" y="2946201"/>
                  <a:pt x="4585922" y="2944906"/>
                </a:cubicBezTo>
                <a:cubicBezTo>
                  <a:pt x="4594760" y="2956935"/>
                  <a:pt x="4542663" y="2939450"/>
                  <a:pt x="4539516" y="2953466"/>
                </a:cubicBezTo>
                <a:cubicBezTo>
                  <a:pt x="4533082" y="2952789"/>
                  <a:pt x="4526953" y="2951687"/>
                  <a:pt x="4520819" y="2950477"/>
                </a:cubicBezTo>
                <a:lnTo>
                  <a:pt x="4517604" y="2949852"/>
                </a:lnTo>
                <a:lnTo>
                  <a:pt x="4504537" y="2949759"/>
                </a:lnTo>
                <a:lnTo>
                  <a:pt x="4501104" y="2946715"/>
                </a:lnTo>
                <a:lnTo>
                  <a:pt x="4342695" y="2951638"/>
                </a:lnTo>
                <a:cubicBezTo>
                  <a:pt x="4328954" y="2954609"/>
                  <a:pt x="4284038" y="2957184"/>
                  <a:pt x="4274096" y="2953640"/>
                </a:cubicBezTo>
                <a:cubicBezTo>
                  <a:pt x="4264434" y="2953346"/>
                  <a:pt x="4254047" y="2955481"/>
                  <a:pt x="4248170" y="2951384"/>
                </a:cubicBezTo>
                <a:lnTo>
                  <a:pt x="4147924" y="2945945"/>
                </a:lnTo>
                <a:cubicBezTo>
                  <a:pt x="4131656" y="2952619"/>
                  <a:pt x="4104816" y="2942907"/>
                  <a:pt x="4061825" y="2944206"/>
                </a:cubicBezTo>
                <a:cubicBezTo>
                  <a:pt x="4044045" y="2951860"/>
                  <a:pt x="4032845" y="2944993"/>
                  <a:pt x="3998557" y="2955821"/>
                </a:cubicBezTo>
                <a:cubicBezTo>
                  <a:pt x="3997072" y="2955023"/>
                  <a:pt x="3995237" y="2954313"/>
                  <a:pt x="3993107" y="2953708"/>
                </a:cubicBezTo>
                <a:cubicBezTo>
                  <a:pt x="3980729" y="2950196"/>
                  <a:pt x="3961302" y="2950972"/>
                  <a:pt x="3949713" y="2955441"/>
                </a:cubicBezTo>
                <a:cubicBezTo>
                  <a:pt x="3894925" y="2970367"/>
                  <a:pt x="3844508" y="2972262"/>
                  <a:pt x="3797284" y="2977037"/>
                </a:cubicBezTo>
                <a:cubicBezTo>
                  <a:pt x="3743822" y="2981057"/>
                  <a:pt x="3778974" y="2965129"/>
                  <a:pt x="3712498" y="2979996"/>
                </a:cubicBezTo>
                <a:cubicBezTo>
                  <a:pt x="3705202" y="2975373"/>
                  <a:pt x="3696720" y="2975524"/>
                  <a:pt x="3682471" y="2978543"/>
                </a:cubicBezTo>
                <a:cubicBezTo>
                  <a:pt x="3656488" y="2980127"/>
                  <a:pt x="3658300" y="2967587"/>
                  <a:pt x="3632163" y="2976264"/>
                </a:cubicBezTo>
                <a:cubicBezTo>
                  <a:pt x="3636766" y="2969363"/>
                  <a:pt x="3582819" y="2975892"/>
                  <a:pt x="3594728" y="2968398"/>
                </a:cubicBezTo>
                <a:cubicBezTo>
                  <a:pt x="3577705" y="2963064"/>
                  <a:pt x="3569481" y="2973476"/>
                  <a:pt x="3552594" y="2968934"/>
                </a:cubicBezTo>
                <a:cubicBezTo>
                  <a:pt x="3533613" y="2968552"/>
                  <a:pt x="3563577" y="2975594"/>
                  <a:pt x="3542589" y="2977031"/>
                </a:cubicBezTo>
                <a:cubicBezTo>
                  <a:pt x="3517131" y="2977564"/>
                  <a:pt x="3517346" y="2989828"/>
                  <a:pt x="3497591" y="2975018"/>
                </a:cubicBezTo>
                <a:lnTo>
                  <a:pt x="3429352" y="2971090"/>
                </a:lnTo>
                <a:cubicBezTo>
                  <a:pt x="3414141" y="2975624"/>
                  <a:pt x="3401904" y="2974195"/>
                  <a:pt x="3389938" y="2970884"/>
                </a:cubicBezTo>
                <a:cubicBezTo>
                  <a:pt x="3354504" y="2973297"/>
                  <a:pt x="3322178" y="2968827"/>
                  <a:pt x="3282344" y="2968084"/>
                </a:cubicBezTo>
                <a:cubicBezTo>
                  <a:pt x="3239277" y="2974224"/>
                  <a:pt x="3217192" y="2964327"/>
                  <a:pt x="3174624" y="2963576"/>
                </a:cubicBezTo>
                <a:cubicBezTo>
                  <a:pt x="3132504" y="2975210"/>
                  <a:pt x="3146911" y="2949576"/>
                  <a:pt x="3111077" y="2951285"/>
                </a:cubicBezTo>
                <a:cubicBezTo>
                  <a:pt x="3052732" y="2962418"/>
                  <a:pt x="3112543" y="2942881"/>
                  <a:pt x="3022501" y="2948619"/>
                </a:cubicBezTo>
                <a:cubicBezTo>
                  <a:pt x="3017399" y="2950352"/>
                  <a:pt x="3006521" y="2948989"/>
                  <a:pt x="3007714" y="2946762"/>
                </a:cubicBezTo>
                <a:cubicBezTo>
                  <a:pt x="2987987" y="2948105"/>
                  <a:pt x="2931270" y="2937206"/>
                  <a:pt x="2903098" y="2940576"/>
                </a:cubicBezTo>
                <a:cubicBezTo>
                  <a:pt x="2848155" y="2935894"/>
                  <a:pt x="2821430" y="2947095"/>
                  <a:pt x="2781591" y="2946394"/>
                </a:cubicBezTo>
                <a:cubicBezTo>
                  <a:pt x="2735559" y="2940279"/>
                  <a:pt x="2708563" y="2934146"/>
                  <a:pt x="2627942" y="2919996"/>
                </a:cubicBezTo>
                <a:lnTo>
                  <a:pt x="2354959" y="2882080"/>
                </a:lnTo>
                <a:cubicBezTo>
                  <a:pt x="2252426" y="2847776"/>
                  <a:pt x="2124519" y="2878188"/>
                  <a:pt x="2063184" y="2879109"/>
                </a:cubicBezTo>
                <a:cubicBezTo>
                  <a:pt x="2038620" y="2892844"/>
                  <a:pt x="2017217" y="2880735"/>
                  <a:pt x="1986946" y="2887619"/>
                </a:cubicBezTo>
                <a:cubicBezTo>
                  <a:pt x="1919067" y="2894646"/>
                  <a:pt x="1852404" y="2912737"/>
                  <a:pt x="1763479" y="2909077"/>
                </a:cubicBezTo>
                <a:cubicBezTo>
                  <a:pt x="1726097" y="2949538"/>
                  <a:pt x="1621108" y="2933327"/>
                  <a:pt x="1537980" y="2960398"/>
                </a:cubicBezTo>
                <a:cubicBezTo>
                  <a:pt x="1489205" y="2967965"/>
                  <a:pt x="1410921" y="2954082"/>
                  <a:pt x="1395229" y="2975625"/>
                </a:cubicBezTo>
                <a:cubicBezTo>
                  <a:pt x="1371975" y="2964548"/>
                  <a:pt x="1352259" y="2986116"/>
                  <a:pt x="1327834" y="2989485"/>
                </a:cubicBezTo>
                <a:cubicBezTo>
                  <a:pt x="1307734" y="2982782"/>
                  <a:pt x="1298456" y="2990289"/>
                  <a:pt x="1280757" y="2992959"/>
                </a:cubicBezTo>
                <a:cubicBezTo>
                  <a:pt x="1272383" y="2988567"/>
                  <a:pt x="1257337" y="2989790"/>
                  <a:pt x="1252582" y="2995877"/>
                </a:cubicBezTo>
                <a:cubicBezTo>
                  <a:pt x="1260705" y="3008688"/>
                  <a:pt x="1207969" y="3005420"/>
                  <a:pt x="1204670" y="3014826"/>
                </a:cubicBezTo>
                <a:cubicBezTo>
                  <a:pt x="1174431" y="3018683"/>
                  <a:pt x="1041848" y="3015513"/>
                  <a:pt x="1020457" y="3031603"/>
                </a:cubicBezTo>
                <a:cubicBezTo>
                  <a:pt x="959520" y="3042500"/>
                  <a:pt x="869308" y="3024872"/>
                  <a:pt x="843248" y="3026954"/>
                </a:cubicBezTo>
                <a:cubicBezTo>
                  <a:pt x="815646" y="3001836"/>
                  <a:pt x="694189" y="3080490"/>
                  <a:pt x="583517" y="3089095"/>
                </a:cubicBezTo>
                <a:cubicBezTo>
                  <a:pt x="568425" y="3087467"/>
                  <a:pt x="560448" y="3088013"/>
                  <a:pt x="556836" y="3094374"/>
                </a:cubicBezTo>
                <a:cubicBezTo>
                  <a:pt x="528264" y="3099747"/>
                  <a:pt x="471823" y="3109156"/>
                  <a:pt x="412089" y="3121334"/>
                </a:cubicBezTo>
                <a:cubicBezTo>
                  <a:pt x="367235" y="3131096"/>
                  <a:pt x="143790" y="3139436"/>
                  <a:pt x="83929" y="315056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9C14C5-38B4-691E-1AAA-FABEE8CE0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05833"/>
            <a:ext cx="4215063" cy="2398713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pic>
        <p:nvPicPr>
          <p:cNvPr id="4" name="Picture 3" descr="A close-up of a screen&#10;&#10;Description automatically generated">
            <a:extLst>
              <a:ext uri="{FF2B5EF4-FFF2-40B4-BE49-F238E27FC236}">
                <a16:creationId xmlns:a16="http://schemas.microsoft.com/office/drawing/2014/main" id="{2E0285C7-2100-CE2F-90D8-B4C9F9BC64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8371" y="2015642"/>
            <a:ext cx="9875259" cy="167879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05147F-C818-4BD3-C174-AE1042DEAD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30779" y="3884452"/>
            <a:ext cx="5723021" cy="2398713"/>
          </a:xfrm>
        </p:spPr>
        <p:txBody>
          <a:bodyPr anchor="ctr">
            <a:normAutofit/>
          </a:bodyPr>
          <a:lstStyle/>
          <a:p>
            <a:endParaRPr lang="en-US" sz="20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DE289E0-1E55-8391-2874-70EEB8051E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581" y="777818"/>
            <a:ext cx="11322837" cy="1025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5055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6095990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parts of a URL graphic guide">
            <a:extLst>
              <a:ext uri="{FF2B5EF4-FFF2-40B4-BE49-F238E27FC236}">
                <a16:creationId xmlns:a16="http://schemas.microsoft.com/office/drawing/2014/main" id="{EA2FFEAD-174F-046E-7709-8D1DB1C07BF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9" t="6522" r="5418" b="12141"/>
          <a:stretch/>
        </p:blipFill>
        <p:spPr bwMode="auto">
          <a:xfrm>
            <a:off x="420110" y="980902"/>
            <a:ext cx="5429158" cy="3137872"/>
          </a:xfrm>
          <a:prstGeom prst="rect">
            <a:avLst/>
          </a:prstGeom>
          <a:noFill/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599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computer screen shot of a computer code&#10;&#10;Description automatically generated">
            <a:extLst>
              <a:ext uri="{FF2B5EF4-FFF2-40B4-BE49-F238E27FC236}">
                <a16:creationId xmlns:a16="http://schemas.microsoft.com/office/drawing/2014/main" id="{C0FCCB44-6C10-8E9A-DBEA-B4EC7F37C7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7448" y="750561"/>
            <a:ext cx="5486362" cy="1962793"/>
          </a:xfrm>
          <a:prstGeom prst="rect">
            <a:avLst/>
          </a:prstGeom>
        </p:spPr>
      </p:pic>
      <p:pic>
        <p:nvPicPr>
          <p:cNvPr id="6" name="Picture 5" descr="A screen shot of a computer code&#10;&#10;Description automatically generated">
            <a:extLst>
              <a:ext uri="{FF2B5EF4-FFF2-40B4-BE49-F238E27FC236}">
                <a16:creationId xmlns:a16="http://schemas.microsoft.com/office/drawing/2014/main" id="{3694FED1-F956-5EA1-C9AB-2B7E1504E5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6660" y="2874220"/>
            <a:ext cx="5416877" cy="1723551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4650" y="4552052"/>
            <a:ext cx="4572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DBA011-9A52-954D-D8C9-99D90016C6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4649" y="4758638"/>
            <a:ext cx="4284420" cy="1455891"/>
          </a:xfrm>
        </p:spPr>
        <p:txBody>
          <a:bodyPr>
            <a:normAutofit/>
          </a:bodyPr>
          <a:lstStyle/>
          <a:p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28782091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9C1E1-BFD0-E13B-147A-E5BA06DEC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75081-3C6E-7EC9-E588-63B479D748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Ngambil</a:t>
            </a:r>
            <a:r>
              <a:rPr lang="en-US" dirty="0"/>
              <a:t> data Kaggle -&gt; </a:t>
            </a:r>
            <a:r>
              <a:rPr lang="en-US" dirty="0" err="1"/>
              <a:t>balncing</a:t>
            </a:r>
            <a:endParaRPr lang="en-US" dirty="0"/>
          </a:p>
          <a:p>
            <a:r>
              <a:rPr lang="en-US" dirty="0" err="1"/>
              <a:t>Ghitub</a:t>
            </a:r>
            <a:r>
              <a:rPr lang="en-US" dirty="0"/>
              <a:t> -&gt; labeling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(100 sample)</a:t>
            </a:r>
          </a:p>
        </p:txBody>
      </p:sp>
    </p:spTree>
    <p:extLst>
      <p:ext uri="{BB962C8B-B14F-4D97-AF65-F5344CB8AC3E}">
        <p14:creationId xmlns:p14="http://schemas.microsoft.com/office/powerpoint/2010/main" val="41208111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120F575A-24D6-5F47-8D86-C7E81E2A3C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t="5714" r="16424"/>
          <a:stretch/>
        </p:blipFill>
        <p:spPr bwMode="auto">
          <a:xfrm>
            <a:off x="643467" y="1306816"/>
            <a:ext cx="10905066" cy="4244366"/>
          </a:xfrm>
          <a:prstGeom prst="rect">
            <a:avLst/>
          </a:prstGeom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4832356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DA2E7C1E-2B5A-4BBA-AE51-1CD8C1930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6">
            <a:extLst>
              <a:ext uri="{FF2B5EF4-FFF2-40B4-BE49-F238E27FC236}">
                <a16:creationId xmlns:a16="http://schemas.microsoft.com/office/drawing/2014/main" id="{43DF76B1-5174-4FAF-9D19-FFEE984268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38200" y="720953"/>
            <a:ext cx="10515600" cy="5416094"/>
          </a:xfrm>
          <a:custGeom>
            <a:avLst/>
            <a:gdLst>
              <a:gd name="connsiteX0" fmla="*/ 0 w 10515600"/>
              <a:gd name="connsiteY0" fmla="*/ 0 h 5416094"/>
              <a:gd name="connsiteX1" fmla="*/ 552069 w 10515600"/>
              <a:gd name="connsiteY1" fmla="*/ 0 h 5416094"/>
              <a:gd name="connsiteX2" fmla="*/ 893826 w 10515600"/>
              <a:gd name="connsiteY2" fmla="*/ 0 h 5416094"/>
              <a:gd name="connsiteX3" fmla="*/ 1761363 w 10515600"/>
              <a:gd name="connsiteY3" fmla="*/ 0 h 5416094"/>
              <a:gd name="connsiteX4" fmla="*/ 2313432 w 10515600"/>
              <a:gd name="connsiteY4" fmla="*/ 0 h 5416094"/>
              <a:gd name="connsiteX5" fmla="*/ 2865501 w 10515600"/>
              <a:gd name="connsiteY5" fmla="*/ 0 h 5416094"/>
              <a:gd name="connsiteX6" fmla="*/ 3733038 w 10515600"/>
              <a:gd name="connsiteY6" fmla="*/ 0 h 5416094"/>
              <a:gd name="connsiteX7" fmla="*/ 4179951 w 10515600"/>
              <a:gd name="connsiteY7" fmla="*/ 0 h 5416094"/>
              <a:gd name="connsiteX8" fmla="*/ 5047488 w 10515600"/>
              <a:gd name="connsiteY8" fmla="*/ 0 h 5416094"/>
              <a:gd name="connsiteX9" fmla="*/ 5915025 w 10515600"/>
              <a:gd name="connsiteY9" fmla="*/ 0 h 5416094"/>
              <a:gd name="connsiteX10" fmla="*/ 6572250 w 10515600"/>
              <a:gd name="connsiteY10" fmla="*/ 0 h 5416094"/>
              <a:gd name="connsiteX11" fmla="*/ 7439787 w 10515600"/>
              <a:gd name="connsiteY11" fmla="*/ 0 h 5416094"/>
              <a:gd name="connsiteX12" fmla="*/ 7991856 w 10515600"/>
              <a:gd name="connsiteY12" fmla="*/ 0 h 5416094"/>
              <a:gd name="connsiteX13" fmla="*/ 8543925 w 10515600"/>
              <a:gd name="connsiteY13" fmla="*/ 0 h 5416094"/>
              <a:gd name="connsiteX14" fmla="*/ 9306306 w 10515600"/>
              <a:gd name="connsiteY14" fmla="*/ 0 h 5416094"/>
              <a:gd name="connsiteX15" fmla="*/ 9858375 w 10515600"/>
              <a:gd name="connsiteY15" fmla="*/ 0 h 5416094"/>
              <a:gd name="connsiteX16" fmla="*/ 10515600 w 10515600"/>
              <a:gd name="connsiteY16" fmla="*/ 0 h 5416094"/>
              <a:gd name="connsiteX17" fmla="*/ 10515600 w 10515600"/>
              <a:gd name="connsiteY17" fmla="*/ 785334 h 5416094"/>
              <a:gd name="connsiteX18" fmla="*/ 10515600 w 10515600"/>
              <a:gd name="connsiteY18" fmla="*/ 1516506 h 5416094"/>
              <a:gd name="connsiteX19" fmla="*/ 10515600 w 10515600"/>
              <a:gd name="connsiteY19" fmla="*/ 2247679 h 5416094"/>
              <a:gd name="connsiteX20" fmla="*/ 10515600 w 10515600"/>
              <a:gd name="connsiteY20" fmla="*/ 2762208 h 5416094"/>
              <a:gd name="connsiteX21" fmla="*/ 10515600 w 10515600"/>
              <a:gd name="connsiteY21" fmla="*/ 3330898 h 5416094"/>
              <a:gd name="connsiteX22" fmla="*/ 10515600 w 10515600"/>
              <a:gd name="connsiteY22" fmla="*/ 4062071 h 5416094"/>
              <a:gd name="connsiteX23" fmla="*/ 10515600 w 10515600"/>
              <a:gd name="connsiteY23" fmla="*/ 4684921 h 5416094"/>
              <a:gd name="connsiteX24" fmla="*/ 10515600 w 10515600"/>
              <a:gd name="connsiteY24" fmla="*/ 5416094 h 5416094"/>
              <a:gd name="connsiteX25" fmla="*/ 9753219 w 10515600"/>
              <a:gd name="connsiteY25" fmla="*/ 5416094 h 5416094"/>
              <a:gd name="connsiteX26" fmla="*/ 9411462 w 10515600"/>
              <a:gd name="connsiteY26" fmla="*/ 5416094 h 5416094"/>
              <a:gd name="connsiteX27" fmla="*/ 8754237 w 10515600"/>
              <a:gd name="connsiteY27" fmla="*/ 5416094 h 5416094"/>
              <a:gd name="connsiteX28" fmla="*/ 8307324 w 10515600"/>
              <a:gd name="connsiteY28" fmla="*/ 5416094 h 5416094"/>
              <a:gd name="connsiteX29" fmla="*/ 7544943 w 10515600"/>
              <a:gd name="connsiteY29" fmla="*/ 5416094 h 5416094"/>
              <a:gd name="connsiteX30" fmla="*/ 7098030 w 10515600"/>
              <a:gd name="connsiteY30" fmla="*/ 5416094 h 5416094"/>
              <a:gd name="connsiteX31" fmla="*/ 6335649 w 10515600"/>
              <a:gd name="connsiteY31" fmla="*/ 5416094 h 5416094"/>
              <a:gd name="connsiteX32" fmla="*/ 5993892 w 10515600"/>
              <a:gd name="connsiteY32" fmla="*/ 5416094 h 5416094"/>
              <a:gd name="connsiteX33" fmla="*/ 5231511 w 10515600"/>
              <a:gd name="connsiteY33" fmla="*/ 5416094 h 5416094"/>
              <a:gd name="connsiteX34" fmla="*/ 4784598 w 10515600"/>
              <a:gd name="connsiteY34" fmla="*/ 5416094 h 5416094"/>
              <a:gd name="connsiteX35" fmla="*/ 4442841 w 10515600"/>
              <a:gd name="connsiteY35" fmla="*/ 5416094 h 5416094"/>
              <a:gd name="connsiteX36" fmla="*/ 3995928 w 10515600"/>
              <a:gd name="connsiteY36" fmla="*/ 5416094 h 5416094"/>
              <a:gd name="connsiteX37" fmla="*/ 3233547 w 10515600"/>
              <a:gd name="connsiteY37" fmla="*/ 5416094 h 5416094"/>
              <a:gd name="connsiteX38" fmla="*/ 2786634 w 10515600"/>
              <a:gd name="connsiteY38" fmla="*/ 5416094 h 5416094"/>
              <a:gd name="connsiteX39" fmla="*/ 2444877 w 10515600"/>
              <a:gd name="connsiteY39" fmla="*/ 5416094 h 5416094"/>
              <a:gd name="connsiteX40" fmla="*/ 1997964 w 10515600"/>
              <a:gd name="connsiteY40" fmla="*/ 5416094 h 5416094"/>
              <a:gd name="connsiteX41" fmla="*/ 1445895 w 10515600"/>
              <a:gd name="connsiteY41" fmla="*/ 5416094 h 5416094"/>
              <a:gd name="connsiteX42" fmla="*/ 788670 w 10515600"/>
              <a:gd name="connsiteY42" fmla="*/ 5416094 h 5416094"/>
              <a:gd name="connsiteX43" fmla="*/ 0 w 10515600"/>
              <a:gd name="connsiteY43" fmla="*/ 5416094 h 5416094"/>
              <a:gd name="connsiteX44" fmla="*/ 0 w 10515600"/>
              <a:gd name="connsiteY44" fmla="*/ 4630760 h 5416094"/>
              <a:gd name="connsiteX45" fmla="*/ 0 w 10515600"/>
              <a:gd name="connsiteY45" fmla="*/ 3953749 h 5416094"/>
              <a:gd name="connsiteX46" fmla="*/ 0 w 10515600"/>
              <a:gd name="connsiteY46" fmla="*/ 3276737 h 5416094"/>
              <a:gd name="connsiteX47" fmla="*/ 0 w 10515600"/>
              <a:gd name="connsiteY47" fmla="*/ 2599725 h 5416094"/>
              <a:gd name="connsiteX48" fmla="*/ 0 w 10515600"/>
              <a:gd name="connsiteY48" fmla="*/ 1922713 h 5416094"/>
              <a:gd name="connsiteX49" fmla="*/ 0 w 10515600"/>
              <a:gd name="connsiteY49" fmla="*/ 1299863 h 5416094"/>
              <a:gd name="connsiteX50" fmla="*/ 0 w 10515600"/>
              <a:gd name="connsiteY50" fmla="*/ 0 h 5416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10515600" h="5416094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24919" y="196329"/>
                  <a:pt x="10549062" y="488432"/>
                  <a:pt x="10515600" y="785334"/>
                </a:cubicBezTo>
                <a:cubicBezTo>
                  <a:pt x="10482138" y="1082236"/>
                  <a:pt x="10536385" y="1323726"/>
                  <a:pt x="10515600" y="1516506"/>
                </a:cubicBezTo>
                <a:cubicBezTo>
                  <a:pt x="10494815" y="1709286"/>
                  <a:pt x="10546328" y="2097632"/>
                  <a:pt x="10515600" y="2247679"/>
                </a:cubicBezTo>
                <a:cubicBezTo>
                  <a:pt x="10484872" y="2397726"/>
                  <a:pt x="10491771" y="2577292"/>
                  <a:pt x="10515600" y="2762208"/>
                </a:cubicBezTo>
                <a:cubicBezTo>
                  <a:pt x="10539429" y="2947124"/>
                  <a:pt x="10511007" y="3105736"/>
                  <a:pt x="10515600" y="3330898"/>
                </a:cubicBezTo>
                <a:cubicBezTo>
                  <a:pt x="10520194" y="3556060"/>
                  <a:pt x="10497393" y="3882611"/>
                  <a:pt x="10515600" y="4062071"/>
                </a:cubicBezTo>
                <a:cubicBezTo>
                  <a:pt x="10533807" y="4241531"/>
                  <a:pt x="10544791" y="4505155"/>
                  <a:pt x="10515600" y="4684921"/>
                </a:cubicBezTo>
                <a:cubicBezTo>
                  <a:pt x="10486410" y="4864687"/>
                  <a:pt x="10497356" y="5246484"/>
                  <a:pt x="10515600" y="5416094"/>
                </a:cubicBezTo>
                <a:cubicBezTo>
                  <a:pt x="10245623" y="5445692"/>
                  <a:pt x="10029676" y="5415505"/>
                  <a:pt x="9753219" y="5416094"/>
                </a:cubicBezTo>
                <a:cubicBezTo>
                  <a:pt x="9476762" y="5416683"/>
                  <a:pt x="9553148" y="5422760"/>
                  <a:pt x="9411462" y="5416094"/>
                </a:cubicBezTo>
                <a:cubicBezTo>
                  <a:pt x="9269776" y="5409428"/>
                  <a:pt x="8927709" y="5385012"/>
                  <a:pt x="8754237" y="5416094"/>
                </a:cubicBezTo>
                <a:cubicBezTo>
                  <a:pt x="8580766" y="5447176"/>
                  <a:pt x="8413264" y="5410024"/>
                  <a:pt x="8307324" y="5416094"/>
                </a:cubicBezTo>
                <a:cubicBezTo>
                  <a:pt x="8201384" y="5422164"/>
                  <a:pt x="7912690" y="5421686"/>
                  <a:pt x="7544943" y="5416094"/>
                </a:cubicBezTo>
                <a:cubicBezTo>
                  <a:pt x="7177196" y="5410502"/>
                  <a:pt x="7304235" y="5418502"/>
                  <a:pt x="7098030" y="5416094"/>
                </a:cubicBezTo>
                <a:cubicBezTo>
                  <a:pt x="6891825" y="5413686"/>
                  <a:pt x="6541479" y="5434609"/>
                  <a:pt x="6335649" y="5416094"/>
                </a:cubicBezTo>
                <a:cubicBezTo>
                  <a:pt x="6129819" y="5397579"/>
                  <a:pt x="6106541" y="5402791"/>
                  <a:pt x="5993892" y="5416094"/>
                </a:cubicBezTo>
                <a:cubicBezTo>
                  <a:pt x="5881243" y="5429397"/>
                  <a:pt x="5545248" y="5437743"/>
                  <a:pt x="5231511" y="5416094"/>
                </a:cubicBezTo>
                <a:cubicBezTo>
                  <a:pt x="4917774" y="5394445"/>
                  <a:pt x="4963237" y="5426599"/>
                  <a:pt x="4784598" y="5416094"/>
                </a:cubicBezTo>
                <a:cubicBezTo>
                  <a:pt x="4605959" y="5405589"/>
                  <a:pt x="4605904" y="5406658"/>
                  <a:pt x="4442841" y="5416094"/>
                </a:cubicBezTo>
                <a:cubicBezTo>
                  <a:pt x="4279778" y="5425530"/>
                  <a:pt x="4177180" y="5426138"/>
                  <a:pt x="3995928" y="5416094"/>
                </a:cubicBezTo>
                <a:cubicBezTo>
                  <a:pt x="3814676" y="5406050"/>
                  <a:pt x="3516440" y="5429234"/>
                  <a:pt x="3233547" y="5416094"/>
                </a:cubicBezTo>
                <a:cubicBezTo>
                  <a:pt x="2950654" y="5402954"/>
                  <a:pt x="2884354" y="5436103"/>
                  <a:pt x="2786634" y="5416094"/>
                </a:cubicBezTo>
                <a:cubicBezTo>
                  <a:pt x="2688914" y="5396085"/>
                  <a:pt x="2522958" y="5423232"/>
                  <a:pt x="2444877" y="5416094"/>
                </a:cubicBezTo>
                <a:cubicBezTo>
                  <a:pt x="2366796" y="5408956"/>
                  <a:pt x="2104768" y="5395479"/>
                  <a:pt x="1997964" y="5416094"/>
                </a:cubicBezTo>
                <a:cubicBezTo>
                  <a:pt x="1891160" y="5436709"/>
                  <a:pt x="1573016" y="5412376"/>
                  <a:pt x="1445895" y="5416094"/>
                </a:cubicBezTo>
                <a:cubicBezTo>
                  <a:pt x="1318774" y="5419812"/>
                  <a:pt x="986443" y="5400529"/>
                  <a:pt x="788670" y="5416094"/>
                </a:cubicBezTo>
                <a:cubicBezTo>
                  <a:pt x="590897" y="5431659"/>
                  <a:pt x="363709" y="5381266"/>
                  <a:pt x="0" y="5416094"/>
                </a:cubicBezTo>
                <a:cubicBezTo>
                  <a:pt x="-22973" y="5218643"/>
                  <a:pt x="-26699" y="5010779"/>
                  <a:pt x="0" y="4630760"/>
                </a:cubicBezTo>
                <a:cubicBezTo>
                  <a:pt x="26699" y="4250741"/>
                  <a:pt x="-15389" y="4196664"/>
                  <a:pt x="0" y="3953749"/>
                </a:cubicBezTo>
                <a:cubicBezTo>
                  <a:pt x="15389" y="3710834"/>
                  <a:pt x="468" y="3611311"/>
                  <a:pt x="0" y="3276737"/>
                </a:cubicBezTo>
                <a:cubicBezTo>
                  <a:pt x="-468" y="2942163"/>
                  <a:pt x="15360" y="2781998"/>
                  <a:pt x="0" y="2599725"/>
                </a:cubicBezTo>
                <a:cubicBezTo>
                  <a:pt x="-15360" y="2417452"/>
                  <a:pt x="14816" y="2100232"/>
                  <a:pt x="0" y="1922713"/>
                </a:cubicBezTo>
                <a:cubicBezTo>
                  <a:pt x="-14816" y="1745194"/>
                  <a:pt x="-24648" y="1604167"/>
                  <a:pt x="0" y="1299863"/>
                </a:cubicBezTo>
                <a:cubicBezTo>
                  <a:pt x="24648" y="995559"/>
                  <a:pt x="2182" y="279525"/>
                  <a:pt x="0" y="0"/>
                </a:cubicBezTo>
                <a:close/>
              </a:path>
            </a:pathLst>
          </a:custGeom>
          <a:noFill/>
          <a:ln w="4762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Content Placeholder 14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E2252E49-88CF-5047-A7DE-0579FF42D5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1448" t="8993"/>
          <a:stretch/>
        </p:blipFill>
        <p:spPr>
          <a:xfrm>
            <a:off x="1031571" y="914400"/>
            <a:ext cx="10052657" cy="4968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1656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D2B266D-3625-4584-A5C3-7D3F672CFF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5D2A5D1-BA0D-47D3-B051-DA7743C46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219825"/>
          </a:xfrm>
          <a:custGeom>
            <a:avLst/>
            <a:gdLst>
              <a:gd name="connsiteX0" fmla="*/ 6789701 w 12192000"/>
              <a:gd name="connsiteY0" fmla="*/ 6151588 h 6219825"/>
              <a:gd name="connsiteX1" fmla="*/ 6788702 w 12192000"/>
              <a:gd name="connsiteY1" fmla="*/ 6151666 h 6219825"/>
              <a:gd name="connsiteX2" fmla="*/ 6788476 w 12192000"/>
              <a:gd name="connsiteY2" fmla="*/ 6152200 h 6219825"/>
              <a:gd name="connsiteX3" fmla="*/ 9834 w 12192000"/>
              <a:gd name="connsiteY3" fmla="*/ 0 h 6219825"/>
              <a:gd name="connsiteX4" fmla="*/ 12357 w 12192000"/>
              <a:gd name="connsiteY4" fmla="*/ 1 h 6219825"/>
              <a:gd name="connsiteX5" fmla="*/ 12192000 w 12192000"/>
              <a:gd name="connsiteY5" fmla="*/ 1 h 6219825"/>
              <a:gd name="connsiteX6" fmla="*/ 12192000 w 12192000"/>
              <a:gd name="connsiteY6" fmla="*/ 5105401 h 6219825"/>
              <a:gd name="connsiteX7" fmla="*/ 12191716 w 12192000"/>
              <a:gd name="connsiteY7" fmla="*/ 5105401 h 6219825"/>
              <a:gd name="connsiteX8" fmla="*/ 12192000 w 12192000"/>
              <a:gd name="connsiteY8" fmla="*/ 5256977 h 6219825"/>
              <a:gd name="connsiteX9" fmla="*/ 12061096 w 12192000"/>
              <a:gd name="connsiteY9" fmla="*/ 5296034 h 6219825"/>
              <a:gd name="connsiteX10" fmla="*/ 11676800 w 12192000"/>
              <a:gd name="connsiteY10" fmla="*/ 5399652 h 6219825"/>
              <a:gd name="connsiteX11" fmla="*/ 10425355 w 12192000"/>
              <a:gd name="connsiteY11" fmla="*/ 5683310 h 6219825"/>
              <a:gd name="connsiteX12" fmla="*/ 9424022 w 12192000"/>
              <a:gd name="connsiteY12" fmla="*/ 5858546 h 6219825"/>
              <a:gd name="connsiteX13" fmla="*/ 8458419 w 12192000"/>
              <a:gd name="connsiteY13" fmla="*/ 5992303 h 6219825"/>
              <a:gd name="connsiteX14" fmla="*/ 7715970 w 12192000"/>
              <a:gd name="connsiteY14" fmla="*/ 6072283 h 6219825"/>
              <a:gd name="connsiteX15" fmla="*/ 6951716 w 12192000"/>
              <a:gd name="connsiteY15" fmla="*/ 6138091 h 6219825"/>
              <a:gd name="connsiteX16" fmla="*/ 6936303 w 12192000"/>
              <a:gd name="connsiteY16" fmla="*/ 6140163 h 6219825"/>
              <a:gd name="connsiteX17" fmla="*/ 6790448 w 12192000"/>
              <a:gd name="connsiteY17" fmla="*/ 6151529 h 6219825"/>
              <a:gd name="connsiteX18" fmla="*/ 6799941 w 12192000"/>
              <a:gd name="connsiteY18" fmla="*/ 6153349 h 6219825"/>
              <a:gd name="connsiteX19" fmla="*/ 6835432 w 12192000"/>
              <a:gd name="connsiteY19" fmla="*/ 6151642 h 6219825"/>
              <a:gd name="connsiteX20" fmla="*/ 6884003 w 12192000"/>
              <a:gd name="connsiteY20" fmla="*/ 6148662 h 6219825"/>
              <a:gd name="connsiteX21" fmla="*/ 7578771 w 12192000"/>
              <a:gd name="connsiteY21" fmla="*/ 6116122 h 6219825"/>
              <a:gd name="connsiteX22" fmla="*/ 8623845 w 12192000"/>
              <a:gd name="connsiteY22" fmla="*/ 6029188 h 6219825"/>
              <a:gd name="connsiteX23" fmla="*/ 9479970 w 12192000"/>
              <a:gd name="connsiteY23" fmla="*/ 5925239 h 6219825"/>
              <a:gd name="connsiteX24" fmla="*/ 10629308 w 12192000"/>
              <a:gd name="connsiteY24" fmla="*/ 5731000 h 6219825"/>
              <a:gd name="connsiteX25" fmla="*/ 11998498 w 12192000"/>
              <a:gd name="connsiteY25" fmla="*/ 5404869 h 6219825"/>
              <a:gd name="connsiteX26" fmla="*/ 12192000 w 12192000"/>
              <a:gd name="connsiteY26" fmla="*/ 5347846 h 6219825"/>
              <a:gd name="connsiteX27" fmla="*/ 12192000 w 12192000"/>
              <a:gd name="connsiteY27" fmla="*/ 5402606 h 6219825"/>
              <a:gd name="connsiteX28" fmla="*/ 11829257 w 12192000"/>
              <a:gd name="connsiteY28" fmla="*/ 5507950 h 6219825"/>
              <a:gd name="connsiteX29" fmla="*/ 10939183 w 12192000"/>
              <a:gd name="connsiteY29" fmla="*/ 5722555 h 6219825"/>
              <a:gd name="connsiteX30" fmla="*/ 9985530 w 12192000"/>
              <a:gd name="connsiteY30" fmla="*/ 5902635 h 6219825"/>
              <a:gd name="connsiteX31" fmla="*/ 9186882 w 12192000"/>
              <a:gd name="connsiteY31" fmla="*/ 6018631 h 6219825"/>
              <a:gd name="connsiteX32" fmla="*/ 8578198 w 12192000"/>
              <a:gd name="connsiteY32" fmla="*/ 6088179 h 6219825"/>
              <a:gd name="connsiteX33" fmla="*/ 7864358 w 12192000"/>
              <a:gd name="connsiteY33" fmla="*/ 6149656 h 6219825"/>
              <a:gd name="connsiteX34" fmla="*/ 6935502 w 12192000"/>
              <a:gd name="connsiteY34" fmla="*/ 6201071 h 6219825"/>
              <a:gd name="connsiteX35" fmla="*/ 6477750 w 12192000"/>
              <a:gd name="connsiteY35" fmla="*/ 6214980 h 6219825"/>
              <a:gd name="connsiteX36" fmla="*/ 6362294 w 12192000"/>
              <a:gd name="connsiteY36" fmla="*/ 6219825 h 6219825"/>
              <a:gd name="connsiteX37" fmla="*/ 6057129 w 12192000"/>
              <a:gd name="connsiteY37" fmla="*/ 6219825 h 6219825"/>
              <a:gd name="connsiteX38" fmla="*/ 5977784 w 12192000"/>
              <a:gd name="connsiteY38" fmla="*/ 6215229 h 6219825"/>
              <a:gd name="connsiteX39" fmla="*/ 5265087 w 12192000"/>
              <a:gd name="connsiteY39" fmla="*/ 6178965 h 6219825"/>
              <a:gd name="connsiteX40" fmla="*/ 4346277 w 12192000"/>
              <a:gd name="connsiteY40" fmla="*/ 6116869 h 6219825"/>
              <a:gd name="connsiteX41" fmla="*/ 3373045 w 12192000"/>
              <a:gd name="connsiteY41" fmla="*/ 6018259 h 6219825"/>
              <a:gd name="connsiteX42" fmla="*/ 2362173 w 12192000"/>
              <a:gd name="connsiteY42" fmla="*/ 5899282 h 6219825"/>
              <a:gd name="connsiteX43" fmla="*/ 1233178 w 12192000"/>
              <a:gd name="connsiteY43" fmla="*/ 5726033 h 6219825"/>
              <a:gd name="connsiteX44" fmla="*/ 68500 w 12192000"/>
              <a:gd name="connsiteY44" fmla="*/ 5486226 h 6219825"/>
              <a:gd name="connsiteX45" fmla="*/ 0 w 12192000"/>
              <a:gd name="connsiteY45" fmla="*/ 5468863 h 6219825"/>
              <a:gd name="connsiteX46" fmla="*/ 0 w 12192000"/>
              <a:gd name="connsiteY46" fmla="*/ 5412351 h 6219825"/>
              <a:gd name="connsiteX47" fmla="*/ 72441 w 12192000"/>
              <a:gd name="connsiteY47" fmla="*/ 5431135 h 6219825"/>
              <a:gd name="connsiteX48" fmla="*/ 600716 w 12192000"/>
              <a:gd name="connsiteY48" fmla="*/ 5549555 h 6219825"/>
              <a:gd name="connsiteX49" fmla="*/ 1769512 w 12192000"/>
              <a:gd name="connsiteY49" fmla="*/ 5759811 h 6219825"/>
              <a:gd name="connsiteX50" fmla="*/ 2613554 w 12192000"/>
              <a:gd name="connsiteY50" fmla="*/ 5876802 h 6219825"/>
              <a:gd name="connsiteX51" fmla="*/ 2581134 w 12192000"/>
              <a:gd name="connsiteY51" fmla="*/ 5866867 h 6219825"/>
              <a:gd name="connsiteX52" fmla="*/ 1112635 w 12192000"/>
              <a:gd name="connsiteY52" fmla="*/ 5534031 h 6219825"/>
              <a:gd name="connsiteX53" fmla="*/ 420412 w 12192000"/>
              <a:gd name="connsiteY53" fmla="*/ 5334514 h 6219825"/>
              <a:gd name="connsiteX54" fmla="*/ 0 w 12192000"/>
              <a:gd name="connsiteY54" fmla="*/ 5195539 h 6219825"/>
              <a:gd name="connsiteX55" fmla="*/ 60 w 12192000"/>
              <a:gd name="connsiteY55" fmla="*/ 5105401 h 6219825"/>
              <a:gd name="connsiteX56" fmla="*/ 0 w 12192000"/>
              <a:gd name="connsiteY56" fmla="*/ 5105401 h 6219825"/>
              <a:gd name="connsiteX57" fmla="*/ 0 w 12192000"/>
              <a:gd name="connsiteY57" fmla="*/ 1 h 6219825"/>
              <a:gd name="connsiteX58" fmla="*/ 9834 w 12192000"/>
              <a:gd name="connsiteY58" fmla="*/ 1 h 6219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12192000" h="6219825">
                <a:moveTo>
                  <a:pt x="6789701" y="6151588"/>
                </a:moveTo>
                <a:lnTo>
                  <a:pt x="6788702" y="6151666"/>
                </a:lnTo>
                <a:cubicBezTo>
                  <a:pt x="6788627" y="6151844"/>
                  <a:pt x="6788551" y="6152022"/>
                  <a:pt x="6788476" y="6152200"/>
                </a:cubicBezTo>
                <a:close/>
                <a:moveTo>
                  <a:pt x="9834" y="0"/>
                </a:moveTo>
                <a:lnTo>
                  <a:pt x="12357" y="1"/>
                </a:lnTo>
                <a:lnTo>
                  <a:pt x="12192000" y="1"/>
                </a:lnTo>
                <a:lnTo>
                  <a:pt x="12192000" y="5105401"/>
                </a:lnTo>
                <a:lnTo>
                  <a:pt x="12191716" y="5105401"/>
                </a:lnTo>
                <a:lnTo>
                  <a:pt x="12192000" y="5256977"/>
                </a:lnTo>
                <a:lnTo>
                  <a:pt x="12061096" y="5296034"/>
                </a:lnTo>
                <a:cubicBezTo>
                  <a:pt x="11933500" y="5332263"/>
                  <a:pt x="11805390" y="5366806"/>
                  <a:pt x="11676800" y="5399652"/>
                </a:cubicBezTo>
                <a:cubicBezTo>
                  <a:pt x="11262789" y="5507204"/>
                  <a:pt x="10845343" y="5600846"/>
                  <a:pt x="10425355" y="5683310"/>
                </a:cubicBezTo>
                <a:cubicBezTo>
                  <a:pt x="10092810" y="5748549"/>
                  <a:pt x="9759033" y="5806970"/>
                  <a:pt x="9424022" y="5858546"/>
                </a:cubicBezTo>
                <a:cubicBezTo>
                  <a:pt x="9102997" y="5908224"/>
                  <a:pt x="8781133" y="5952809"/>
                  <a:pt x="8458419" y="5992303"/>
                </a:cubicBezTo>
                <a:cubicBezTo>
                  <a:pt x="8211360" y="6022481"/>
                  <a:pt x="7963792" y="6048065"/>
                  <a:pt x="7715970" y="6072283"/>
                </a:cubicBezTo>
                <a:lnTo>
                  <a:pt x="6951716" y="6138091"/>
                </a:lnTo>
                <a:lnTo>
                  <a:pt x="6936303" y="6140163"/>
                </a:lnTo>
                <a:lnTo>
                  <a:pt x="6790448" y="6151529"/>
                </a:lnTo>
                <a:lnTo>
                  <a:pt x="6799941" y="6153349"/>
                </a:lnTo>
                <a:cubicBezTo>
                  <a:pt x="6811623" y="6153816"/>
                  <a:pt x="6823734" y="6151642"/>
                  <a:pt x="6835432" y="6151642"/>
                </a:cubicBezTo>
                <a:cubicBezTo>
                  <a:pt x="6851580" y="6151642"/>
                  <a:pt x="6867729" y="6149034"/>
                  <a:pt x="6884003" y="6148662"/>
                </a:cubicBezTo>
                <a:cubicBezTo>
                  <a:pt x="7115805" y="6143198"/>
                  <a:pt x="7347351" y="6131026"/>
                  <a:pt x="7578771" y="6116122"/>
                </a:cubicBezTo>
                <a:cubicBezTo>
                  <a:pt x="7927552" y="6093644"/>
                  <a:pt x="8276080" y="6065453"/>
                  <a:pt x="8623845" y="6029188"/>
                </a:cubicBezTo>
                <a:cubicBezTo>
                  <a:pt x="8909939" y="5999878"/>
                  <a:pt x="9195310" y="5965228"/>
                  <a:pt x="9479970" y="5925239"/>
                </a:cubicBezTo>
                <a:cubicBezTo>
                  <a:pt x="9864901" y="5870842"/>
                  <a:pt x="10248014" y="5806101"/>
                  <a:pt x="10629308" y="5731000"/>
                </a:cubicBezTo>
                <a:cubicBezTo>
                  <a:pt x="11090114" y="5639842"/>
                  <a:pt x="11546975" y="5532291"/>
                  <a:pt x="11998498" y="5404869"/>
                </a:cubicBezTo>
                <a:lnTo>
                  <a:pt x="12192000" y="5347846"/>
                </a:lnTo>
                <a:lnTo>
                  <a:pt x="12192000" y="5402606"/>
                </a:lnTo>
                <a:lnTo>
                  <a:pt x="11829257" y="5507950"/>
                </a:lnTo>
                <a:cubicBezTo>
                  <a:pt x="11534769" y="5587680"/>
                  <a:pt x="11238120" y="5658596"/>
                  <a:pt x="10939183" y="5722555"/>
                </a:cubicBezTo>
                <a:cubicBezTo>
                  <a:pt x="10622824" y="5790365"/>
                  <a:pt x="10304941" y="5850387"/>
                  <a:pt x="9985530" y="5902635"/>
                </a:cubicBezTo>
                <a:cubicBezTo>
                  <a:pt x="9720036" y="5946102"/>
                  <a:pt x="9453814" y="5984764"/>
                  <a:pt x="9186882" y="6018631"/>
                </a:cubicBezTo>
                <a:cubicBezTo>
                  <a:pt x="8984197" y="6044216"/>
                  <a:pt x="8781514" y="6068309"/>
                  <a:pt x="8578198" y="6088179"/>
                </a:cubicBezTo>
                <a:lnTo>
                  <a:pt x="7864358" y="6149656"/>
                </a:lnTo>
                <a:cubicBezTo>
                  <a:pt x="7554994" y="6172009"/>
                  <a:pt x="7245502" y="6189895"/>
                  <a:pt x="6935502" y="6201071"/>
                </a:cubicBezTo>
                <a:lnTo>
                  <a:pt x="6477750" y="6214980"/>
                </a:lnTo>
                <a:cubicBezTo>
                  <a:pt x="6439195" y="6212895"/>
                  <a:pt x="6400529" y="6214521"/>
                  <a:pt x="6362294" y="6219825"/>
                </a:cubicBezTo>
                <a:lnTo>
                  <a:pt x="6057129" y="6219825"/>
                </a:lnTo>
                <a:lnTo>
                  <a:pt x="5977784" y="6215229"/>
                </a:lnTo>
                <a:lnTo>
                  <a:pt x="5265087" y="6178965"/>
                </a:lnTo>
                <a:cubicBezTo>
                  <a:pt x="4958267" y="6166544"/>
                  <a:pt x="4651826" y="6146055"/>
                  <a:pt x="4346277" y="6116869"/>
                </a:cubicBezTo>
                <a:lnTo>
                  <a:pt x="3373045" y="6018259"/>
                </a:lnTo>
                <a:cubicBezTo>
                  <a:pt x="3035412" y="5983982"/>
                  <a:pt x="2698456" y="5944327"/>
                  <a:pt x="2362173" y="5899282"/>
                </a:cubicBezTo>
                <a:cubicBezTo>
                  <a:pt x="1984692" y="5849108"/>
                  <a:pt x="1608364" y="5791358"/>
                  <a:pt x="1233178" y="5726033"/>
                </a:cubicBezTo>
                <a:cubicBezTo>
                  <a:pt x="842181" y="5657291"/>
                  <a:pt x="453758" y="5578770"/>
                  <a:pt x="68500" y="5486226"/>
                </a:cubicBezTo>
                <a:lnTo>
                  <a:pt x="0" y="5468863"/>
                </a:lnTo>
                <a:lnTo>
                  <a:pt x="0" y="5412351"/>
                </a:lnTo>
                <a:lnTo>
                  <a:pt x="72441" y="5431135"/>
                </a:lnTo>
                <a:cubicBezTo>
                  <a:pt x="247961" y="5473331"/>
                  <a:pt x="424164" y="5512608"/>
                  <a:pt x="600716" y="5549555"/>
                </a:cubicBezTo>
                <a:cubicBezTo>
                  <a:pt x="988279" y="5630403"/>
                  <a:pt x="1378133" y="5699330"/>
                  <a:pt x="1769512" y="5759811"/>
                </a:cubicBezTo>
                <a:cubicBezTo>
                  <a:pt x="2052426" y="5803406"/>
                  <a:pt x="2335725" y="5843519"/>
                  <a:pt x="2613554" y="5876802"/>
                </a:cubicBezTo>
                <a:cubicBezTo>
                  <a:pt x="2605544" y="5879410"/>
                  <a:pt x="2594611" y="5869350"/>
                  <a:pt x="2581134" y="5866867"/>
                </a:cubicBezTo>
                <a:cubicBezTo>
                  <a:pt x="2087178" y="5774877"/>
                  <a:pt x="1597684" y="5663937"/>
                  <a:pt x="1112635" y="5534031"/>
                </a:cubicBezTo>
                <a:cubicBezTo>
                  <a:pt x="880453" y="5471934"/>
                  <a:pt x="649713" y="5405428"/>
                  <a:pt x="420412" y="5334514"/>
                </a:cubicBezTo>
                <a:lnTo>
                  <a:pt x="0" y="5195539"/>
                </a:lnTo>
                <a:lnTo>
                  <a:pt x="60" y="5105401"/>
                </a:lnTo>
                <a:lnTo>
                  <a:pt x="0" y="5105401"/>
                </a:lnTo>
                <a:lnTo>
                  <a:pt x="0" y="1"/>
                </a:lnTo>
                <a:lnTo>
                  <a:pt x="983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BB93635-7D88-18FE-043A-4408AD2E9A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28600" y="241834"/>
            <a:ext cx="11658600" cy="4926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2260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diagram of a computer&#10;&#10;Description automatically generated">
            <a:extLst>
              <a:ext uri="{FF2B5EF4-FFF2-40B4-BE49-F238E27FC236}">
                <a16:creationId xmlns:a16="http://schemas.microsoft.com/office/drawing/2014/main" id="{012F3234-FB41-D468-FC5E-0F46E5089F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002678" y="643467"/>
            <a:ext cx="2186643" cy="5571065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1688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042D7628-7140-2369-D558-8BB605C5F74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3673197"/>
              </p:ext>
            </p:extLst>
          </p:nvPr>
        </p:nvGraphicFramePr>
        <p:xfrm>
          <a:off x="643467" y="1039312"/>
          <a:ext cx="2686396" cy="390517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686396">
                  <a:extLst>
                    <a:ext uri="{9D8B030D-6E8A-4147-A177-3AD203B41FA5}">
                      <a16:colId xmlns:a16="http://schemas.microsoft.com/office/drawing/2014/main" val="300316779"/>
                    </a:ext>
                  </a:extLst>
                </a:gridCol>
              </a:tblGrid>
              <a:tr h="781034"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4 CNN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7437631"/>
                  </a:ext>
                </a:extLst>
              </a:tr>
              <a:tr h="781034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4 LSTM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3884773"/>
                  </a:ext>
                </a:extLst>
              </a:tr>
              <a:tr h="781034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 CNN, 3 LSTM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2325738"/>
                  </a:ext>
                </a:extLst>
              </a:tr>
              <a:tr h="781034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 CNN, 2 LSTM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6292124"/>
                  </a:ext>
                </a:extLst>
              </a:tr>
              <a:tr h="781034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3 CNN, 1 LSTM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467529"/>
                  </a:ext>
                </a:extLst>
              </a:tr>
            </a:tbl>
          </a:graphicData>
        </a:graphic>
      </p:graphicFrame>
      <p:graphicFrame>
        <p:nvGraphicFramePr>
          <p:cNvPr id="8" name="Content Placeholder 6">
            <a:extLst>
              <a:ext uri="{FF2B5EF4-FFF2-40B4-BE49-F238E27FC236}">
                <a16:creationId xmlns:a16="http://schemas.microsoft.com/office/drawing/2014/main" id="{DA312F16-A412-0389-A61C-40F6FB3301E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75635078"/>
              </p:ext>
            </p:extLst>
          </p:nvPr>
        </p:nvGraphicFramePr>
        <p:xfrm>
          <a:off x="4542355" y="708914"/>
          <a:ext cx="2051857" cy="1857306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051857">
                  <a:extLst>
                    <a:ext uri="{9D8B030D-6E8A-4147-A177-3AD203B41FA5}">
                      <a16:colId xmlns:a16="http://schemas.microsoft.com/office/drawing/2014/main" val="300316779"/>
                    </a:ext>
                  </a:extLst>
                </a:gridCol>
              </a:tblGrid>
              <a:tr h="619102"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1e-5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7437631"/>
                  </a:ext>
                </a:extLst>
              </a:tr>
              <a:tr h="61910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1e-4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3884773"/>
                  </a:ext>
                </a:extLst>
              </a:tr>
              <a:tr h="61910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1e-3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2325738"/>
                  </a:ext>
                </a:extLst>
              </a:tr>
            </a:tbl>
          </a:graphicData>
        </a:graphic>
      </p:graphicFrame>
      <p:graphicFrame>
        <p:nvGraphicFramePr>
          <p:cNvPr id="10" name="Content Placeholder 6">
            <a:extLst>
              <a:ext uri="{FF2B5EF4-FFF2-40B4-BE49-F238E27FC236}">
                <a16:creationId xmlns:a16="http://schemas.microsoft.com/office/drawing/2014/main" id="{FF2EE921-3415-95E4-556D-23DF9EE25A4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24087465"/>
              </p:ext>
            </p:extLst>
          </p:nvPr>
        </p:nvGraphicFramePr>
        <p:xfrm>
          <a:off x="4547897" y="3556724"/>
          <a:ext cx="2051857" cy="1857306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051857">
                  <a:extLst>
                    <a:ext uri="{9D8B030D-6E8A-4147-A177-3AD203B41FA5}">
                      <a16:colId xmlns:a16="http://schemas.microsoft.com/office/drawing/2014/main" val="300316779"/>
                    </a:ext>
                  </a:extLst>
                </a:gridCol>
              </a:tblGrid>
              <a:tr h="619102"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7437631"/>
                  </a:ext>
                </a:extLst>
              </a:tr>
              <a:tr h="61910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3884773"/>
                  </a:ext>
                </a:extLst>
              </a:tr>
              <a:tr h="61910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2325738"/>
                  </a:ext>
                </a:extLst>
              </a:tr>
            </a:tbl>
          </a:graphicData>
        </a:graphic>
      </p:graphicFrame>
      <p:graphicFrame>
        <p:nvGraphicFramePr>
          <p:cNvPr id="11" name="Content Placeholder 6">
            <a:extLst>
              <a:ext uri="{FF2B5EF4-FFF2-40B4-BE49-F238E27FC236}">
                <a16:creationId xmlns:a16="http://schemas.microsoft.com/office/drawing/2014/main" id="{35A3D7AD-2EA4-4B8C-1F94-E4FB25E0DE1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16659439"/>
              </p:ext>
            </p:extLst>
          </p:nvPr>
        </p:nvGraphicFramePr>
        <p:xfrm>
          <a:off x="7679539" y="1062687"/>
          <a:ext cx="3176846" cy="390517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3176846">
                  <a:extLst>
                    <a:ext uri="{9D8B030D-6E8A-4147-A177-3AD203B41FA5}">
                      <a16:colId xmlns:a16="http://schemas.microsoft.com/office/drawing/2014/main" val="300316779"/>
                    </a:ext>
                  </a:extLst>
                </a:gridCol>
              </a:tblGrid>
              <a:tr h="781034"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/>
                        <a:t>[32, 64, 128, 256]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7437631"/>
                  </a:ext>
                </a:extLst>
              </a:tr>
              <a:tr h="781034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[32, 64, 128, 256]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3884773"/>
                  </a:ext>
                </a:extLst>
              </a:tr>
              <a:tr h="781034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[32, 64, 128, 256]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2325738"/>
                  </a:ext>
                </a:extLst>
              </a:tr>
              <a:tr h="781034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[32, 64, 128, 256]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6292124"/>
                  </a:ext>
                </a:extLst>
              </a:tr>
              <a:tr h="781034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[32, 64, 128, 256]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4675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95579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A3853-68A6-B8CF-74D0-6F679C199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Split data </a:t>
            </a:r>
            <a:r>
              <a:rPr lang="en-US" dirty="0" err="1"/>
              <a:t>tanpa</a:t>
            </a:r>
            <a:r>
              <a:rPr lang="en-US" dirty="0"/>
              <a:t> K-Fold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7D5034-6B86-B987-763C-3727557E1F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790" y="1825625"/>
            <a:ext cx="8344003" cy="234418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97E19A0-408E-E5D3-BE56-4F0C3B0CD1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1423" y="4001294"/>
            <a:ext cx="7128646" cy="1711441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6BD2828-0D3A-7BF0-A60A-FD4B67C2FF27}"/>
              </a:ext>
            </a:extLst>
          </p:cNvPr>
          <p:cNvCxnSpPr>
            <a:stCxn id="6" idx="3"/>
          </p:cNvCxnSpPr>
          <p:nvPr/>
        </p:nvCxnSpPr>
        <p:spPr>
          <a:xfrm flipV="1">
            <a:off x="9418793" y="2626822"/>
            <a:ext cx="423476" cy="3708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D990F66-26BE-3331-7DE0-7136868F5D7D}"/>
              </a:ext>
            </a:extLst>
          </p:cNvPr>
          <p:cNvSpPr txBox="1"/>
          <p:nvPr/>
        </p:nvSpPr>
        <p:spPr>
          <a:xfrm>
            <a:off x="9630531" y="2211185"/>
            <a:ext cx="843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80:20</a:t>
            </a:r>
          </a:p>
        </p:txBody>
      </p:sp>
    </p:spTree>
    <p:extLst>
      <p:ext uri="{BB962C8B-B14F-4D97-AF65-F5344CB8AC3E}">
        <p14:creationId xmlns:p14="http://schemas.microsoft.com/office/powerpoint/2010/main" val="15673678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C202010-021B-E928-48C4-F72A63D45B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655" y="578912"/>
            <a:ext cx="5669280" cy="5700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5340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Content Placeholder 10" descr="A screenshot of a computer&#10;&#10;Description automatically generated">
            <a:extLst>
              <a:ext uri="{FF2B5EF4-FFF2-40B4-BE49-F238E27FC236}">
                <a16:creationId xmlns:a16="http://schemas.microsoft.com/office/drawing/2014/main" id="{1C13084E-B3C8-4584-5B96-A9E4E37375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43467" y="648208"/>
            <a:ext cx="10905066" cy="5561582"/>
          </a:xfrm>
          <a:prstGeom prst="rect">
            <a:avLst/>
          </a:prstGeom>
          <a:ln>
            <a:noFill/>
          </a:ln>
        </p:spPr>
      </p:pic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4667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Rectangle 1032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5" name="Freeform: Shape 1034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1" name="Freeform: Shape 1040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43" name="Isosceles Triangle 1042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 descr="k-fold cross-validation process | Download Scientific Diagram">
            <a:extLst>
              <a:ext uri="{FF2B5EF4-FFF2-40B4-BE49-F238E27FC236}">
                <a16:creationId xmlns:a16="http://schemas.microsoft.com/office/drawing/2014/main" id="{DD2A7765-EADF-A717-4F9B-E97D6BB68E45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3467" y="1141735"/>
            <a:ext cx="10905066" cy="5311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5" name="Isosceles Triangle 1044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589B21F-7C42-4473-A671-81A01869A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8360" y="124454"/>
            <a:ext cx="7238283" cy="776610"/>
          </a:xfrm>
        </p:spPr>
        <p:txBody>
          <a:bodyPr/>
          <a:lstStyle/>
          <a:p>
            <a:r>
              <a:rPr lang="en-US" dirty="0" err="1"/>
              <a:t>Pengujian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K-Fold</a:t>
            </a:r>
          </a:p>
        </p:txBody>
      </p:sp>
    </p:spTree>
    <p:extLst>
      <p:ext uri="{BB962C8B-B14F-4D97-AF65-F5344CB8AC3E}">
        <p14:creationId xmlns:p14="http://schemas.microsoft.com/office/powerpoint/2010/main" val="21810332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E36E72F-50D1-A2CC-03DD-3931D48939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43467" y="1384300"/>
            <a:ext cx="10905066" cy="4089398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9284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6C61B-0D1B-1088-FA7B-DADCEE814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Rekap</a:t>
            </a:r>
            <a:r>
              <a:rPr lang="en-US" dirty="0"/>
              <a:t> </a:t>
            </a:r>
            <a:r>
              <a:rPr lang="en-US" dirty="0" err="1"/>
              <a:t>hasil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00B1BB-C2B9-437D-124F-CE140E0FFE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Arsitektur</a:t>
            </a:r>
            <a:r>
              <a:rPr lang="en-US" dirty="0"/>
              <a:t> yang </a:t>
            </a:r>
            <a:r>
              <a:rPr lang="en-US" dirty="0" err="1"/>
              <a:t>mendapatkan</a:t>
            </a:r>
            <a:r>
              <a:rPr lang="en-US" dirty="0"/>
              <a:t> </a:t>
            </a:r>
            <a:r>
              <a:rPr lang="en-US" dirty="0" err="1"/>
              <a:t>akurasi</a:t>
            </a:r>
            <a:r>
              <a:rPr lang="en-US" dirty="0"/>
              <a:t> </a:t>
            </a:r>
            <a:r>
              <a:rPr lang="en-US" dirty="0" err="1"/>
              <a:t>baik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4 LSTM dan 1CNN 3LSTM </a:t>
            </a:r>
            <a:r>
              <a:rPr lang="en-US" dirty="0" err="1"/>
              <a:t>dengan</a:t>
            </a:r>
            <a:r>
              <a:rPr lang="en-US" dirty="0"/>
              <a:t> learning rate 1e-3 (0.001)</a:t>
            </a:r>
          </a:p>
          <a:p>
            <a:r>
              <a:rPr lang="en-US" dirty="0" err="1"/>
              <a:t>Akurasi</a:t>
            </a:r>
            <a:r>
              <a:rPr lang="en-US" dirty="0"/>
              <a:t> </a:t>
            </a:r>
            <a:r>
              <a:rPr lang="en-US" dirty="0" err="1"/>
              <a:t>tertinggi</a:t>
            </a:r>
            <a:r>
              <a:rPr lang="en-US" dirty="0"/>
              <a:t> yang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didapat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K-Fold </a:t>
            </a:r>
            <a:r>
              <a:rPr lang="en-US" dirty="0" err="1"/>
              <a:t>adalah</a:t>
            </a:r>
            <a:r>
              <a:rPr lang="en-US" dirty="0"/>
              <a:t> 92%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3559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1707E60-CEC9-4661-AA82-69242EB4B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F035CD8-AE30-4146-96F2-036B0CE5E4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300" y="6406115"/>
            <a:ext cx="4076698" cy="464399"/>
          </a:xfrm>
          <a:prstGeom prst="rect">
            <a:avLst/>
          </a:prstGeom>
          <a:gradFill>
            <a:gsLst>
              <a:gs pos="19000">
                <a:srgbClr val="000000">
                  <a:alpha val="46000"/>
                </a:srgbClr>
              </a:gs>
              <a:gs pos="99000">
                <a:schemeClr val="accent1"/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Graphic 10" descr="Link with solid fill">
            <a:extLst>
              <a:ext uri="{FF2B5EF4-FFF2-40B4-BE49-F238E27FC236}">
                <a16:creationId xmlns:a16="http://schemas.microsoft.com/office/drawing/2014/main" id="{F4430C7B-E5A1-C0FB-3709-4BCE448D2CAD}"/>
              </a:ext>
            </a:extLst>
          </p:cNvPr>
          <p:cNvSpPr/>
          <p:nvPr/>
        </p:nvSpPr>
        <p:spPr>
          <a:xfrm>
            <a:off x="2345653" y="2625287"/>
            <a:ext cx="859023" cy="858087"/>
          </a:xfrm>
          <a:custGeom>
            <a:avLst/>
            <a:gdLst>
              <a:gd name="connsiteX0" fmla="*/ 756611 w 859023"/>
              <a:gd name="connsiteY0" fmla="*/ 755675 h 858087"/>
              <a:gd name="connsiteX1" fmla="*/ 598055 w 859023"/>
              <a:gd name="connsiteY1" fmla="*/ 755675 h 858087"/>
              <a:gd name="connsiteX2" fmla="*/ 491935 w 859023"/>
              <a:gd name="connsiteY2" fmla="*/ 649555 h 858087"/>
              <a:gd name="connsiteX3" fmla="*/ 470711 w 859023"/>
              <a:gd name="connsiteY3" fmla="*/ 522211 h 858087"/>
              <a:gd name="connsiteX4" fmla="*/ 563098 w 859023"/>
              <a:gd name="connsiteY4" fmla="*/ 614598 h 858087"/>
              <a:gd name="connsiteX5" fmla="*/ 615534 w 859023"/>
              <a:gd name="connsiteY5" fmla="*/ 613350 h 858087"/>
              <a:gd name="connsiteX6" fmla="*/ 616782 w 859023"/>
              <a:gd name="connsiteY6" fmla="*/ 560914 h 858087"/>
              <a:gd name="connsiteX7" fmla="*/ 524395 w 859023"/>
              <a:gd name="connsiteY7" fmla="*/ 468527 h 858087"/>
              <a:gd name="connsiteX8" fmla="*/ 651739 w 859023"/>
              <a:gd name="connsiteY8" fmla="*/ 490999 h 858087"/>
              <a:gd name="connsiteX9" fmla="*/ 757859 w 859023"/>
              <a:gd name="connsiteY9" fmla="*/ 597120 h 858087"/>
              <a:gd name="connsiteX10" fmla="*/ 756611 w 859023"/>
              <a:gd name="connsiteY10" fmla="*/ 755675 h 858087"/>
              <a:gd name="connsiteX11" fmla="*/ 208532 w 859023"/>
              <a:gd name="connsiteY11" fmla="*/ 366152 h 858087"/>
              <a:gd name="connsiteX12" fmla="*/ 102412 w 859023"/>
              <a:gd name="connsiteY12" fmla="*/ 260032 h 858087"/>
              <a:gd name="connsiteX13" fmla="*/ 102412 w 859023"/>
              <a:gd name="connsiteY13" fmla="*/ 101477 h 858087"/>
              <a:gd name="connsiteX14" fmla="*/ 260968 w 859023"/>
              <a:gd name="connsiteY14" fmla="*/ 101477 h 858087"/>
              <a:gd name="connsiteX15" fmla="*/ 367088 w 859023"/>
              <a:gd name="connsiteY15" fmla="*/ 207597 h 858087"/>
              <a:gd name="connsiteX16" fmla="*/ 389561 w 859023"/>
              <a:gd name="connsiteY16" fmla="*/ 334941 h 858087"/>
              <a:gd name="connsiteX17" fmla="*/ 314652 w 859023"/>
              <a:gd name="connsiteY17" fmla="*/ 260032 h 858087"/>
              <a:gd name="connsiteX18" fmla="*/ 262216 w 859023"/>
              <a:gd name="connsiteY18" fmla="*/ 261281 h 858087"/>
              <a:gd name="connsiteX19" fmla="*/ 260968 w 859023"/>
              <a:gd name="connsiteY19" fmla="*/ 313717 h 858087"/>
              <a:gd name="connsiteX20" fmla="*/ 335876 w 859023"/>
              <a:gd name="connsiteY20" fmla="*/ 388625 h 858087"/>
              <a:gd name="connsiteX21" fmla="*/ 208532 w 859023"/>
              <a:gd name="connsiteY21" fmla="*/ 366152 h 858087"/>
              <a:gd name="connsiteX22" fmla="*/ 809047 w 859023"/>
              <a:gd name="connsiteY22" fmla="*/ 543435 h 858087"/>
              <a:gd name="connsiteX23" fmla="*/ 702927 w 859023"/>
              <a:gd name="connsiteY23" fmla="*/ 437315 h 858087"/>
              <a:gd name="connsiteX24" fmla="*/ 466966 w 859023"/>
              <a:gd name="connsiteY24" fmla="*/ 413594 h 858087"/>
              <a:gd name="connsiteX25" fmla="*/ 444493 w 859023"/>
              <a:gd name="connsiteY25" fmla="*/ 391122 h 858087"/>
              <a:gd name="connsiteX26" fmla="*/ 420772 w 859023"/>
              <a:gd name="connsiteY26" fmla="*/ 155161 h 858087"/>
              <a:gd name="connsiteX27" fmla="*/ 314652 w 859023"/>
              <a:gd name="connsiteY27" fmla="*/ 49041 h 858087"/>
              <a:gd name="connsiteX28" fmla="*/ 54970 w 859023"/>
              <a:gd name="connsiteY28" fmla="*/ 54035 h 858087"/>
              <a:gd name="connsiteX29" fmla="*/ 49976 w 859023"/>
              <a:gd name="connsiteY29" fmla="*/ 313717 h 858087"/>
              <a:gd name="connsiteX30" fmla="*/ 156096 w 859023"/>
              <a:gd name="connsiteY30" fmla="*/ 419837 h 858087"/>
              <a:gd name="connsiteX31" fmla="*/ 392057 w 859023"/>
              <a:gd name="connsiteY31" fmla="*/ 443558 h 858087"/>
              <a:gd name="connsiteX32" fmla="*/ 414530 w 859023"/>
              <a:gd name="connsiteY32" fmla="*/ 466030 h 858087"/>
              <a:gd name="connsiteX33" fmla="*/ 438251 w 859023"/>
              <a:gd name="connsiteY33" fmla="*/ 701991 h 858087"/>
              <a:gd name="connsiteX34" fmla="*/ 544371 w 859023"/>
              <a:gd name="connsiteY34" fmla="*/ 808111 h 858087"/>
              <a:gd name="connsiteX35" fmla="*/ 804053 w 859023"/>
              <a:gd name="connsiteY35" fmla="*/ 803117 h 858087"/>
              <a:gd name="connsiteX36" fmla="*/ 809047 w 859023"/>
              <a:gd name="connsiteY36" fmla="*/ 543435 h 858087"/>
              <a:gd name="connsiteX37" fmla="*/ 809047 w 859023"/>
              <a:gd name="connsiteY37" fmla="*/ 543435 h 858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859023" h="858087">
                <a:moveTo>
                  <a:pt x="756611" y="755675"/>
                </a:moveTo>
                <a:cubicBezTo>
                  <a:pt x="712914" y="799372"/>
                  <a:pt x="641752" y="799372"/>
                  <a:pt x="598055" y="755675"/>
                </a:cubicBezTo>
                <a:lnTo>
                  <a:pt x="491935" y="649555"/>
                </a:lnTo>
                <a:cubicBezTo>
                  <a:pt x="458226" y="615847"/>
                  <a:pt x="449487" y="564659"/>
                  <a:pt x="470711" y="522211"/>
                </a:cubicBezTo>
                <a:lnTo>
                  <a:pt x="563098" y="614598"/>
                </a:lnTo>
                <a:cubicBezTo>
                  <a:pt x="578080" y="628331"/>
                  <a:pt x="600552" y="628331"/>
                  <a:pt x="615534" y="613350"/>
                </a:cubicBezTo>
                <a:cubicBezTo>
                  <a:pt x="629267" y="599616"/>
                  <a:pt x="630515" y="575895"/>
                  <a:pt x="616782" y="560914"/>
                </a:cubicBezTo>
                <a:lnTo>
                  <a:pt x="524395" y="468527"/>
                </a:lnTo>
                <a:cubicBezTo>
                  <a:pt x="566843" y="448551"/>
                  <a:pt x="618031" y="457291"/>
                  <a:pt x="651739" y="490999"/>
                </a:cubicBezTo>
                <a:lnTo>
                  <a:pt x="757859" y="597120"/>
                </a:lnTo>
                <a:cubicBezTo>
                  <a:pt x="800307" y="640816"/>
                  <a:pt x="800307" y="710730"/>
                  <a:pt x="756611" y="755675"/>
                </a:cubicBezTo>
                <a:close/>
                <a:moveTo>
                  <a:pt x="208532" y="366152"/>
                </a:moveTo>
                <a:lnTo>
                  <a:pt x="102412" y="260032"/>
                </a:lnTo>
                <a:cubicBezTo>
                  <a:pt x="58716" y="216336"/>
                  <a:pt x="58716" y="145173"/>
                  <a:pt x="102412" y="101477"/>
                </a:cubicBezTo>
                <a:cubicBezTo>
                  <a:pt x="146109" y="57780"/>
                  <a:pt x="217272" y="57780"/>
                  <a:pt x="260968" y="101477"/>
                </a:cubicBezTo>
                <a:lnTo>
                  <a:pt x="367088" y="207597"/>
                </a:lnTo>
                <a:cubicBezTo>
                  <a:pt x="400797" y="241305"/>
                  <a:pt x="409536" y="292493"/>
                  <a:pt x="389561" y="334941"/>
                </a:cubicBezTo>
                <a:lnTo>
                  <a:pt x="314652" y="260032"/>
                </a:lnTo>
                <a:cubicBezTo>
                  <a:pt x="299671" y="246299"/>
                  <a:pt x="277198" y="246299"/>
                  <a:pt x="262216" y="261281"/>
                </a:cubicBezTo>
                <a:cubicBezTo>
                  <a:pt x="248483" y="275014"/>
                  <a:pt x="247235" y="298735"/>
                  <a:pt x="260968" y="313717"/>
                </a:cubicBezTo>
                <a:lnTo>
                  <a:pt x="335876" y="388625"/>
                </a:lnTo>
                <a:cubicBezTo>
                  <a:pt x="293428" y="408600"/>
                  <a:pt x="242241" y="399861"/>
                  <a:pt x="208532" y="366152"/>
                </a:cubicBezTo>
                <a:close/>
                <a:moveTo>
                  <a:pt x="809047" y="543435"/>
                </a:moveTo>
                <a:lnTo>
                  <a:pt x="702927" y="437315"/>
                </a:lnTo>
                <a:cubicBezTo>
                  <a:pt x="640503" y="373643"/>
                  <a:pt x="540626" y="363655"/>
                  <a:pt x="466966" y="413594"/>
                </a:cubicBezTo>
                <a:lnTo>
                  <a:pt x="444493" y="391122"/>
                </a:lnTo>
                <a:cubicBezTo>
                  <a:pt x="493184" y="317462"/>
                  <a:pt x="483196" y="218833"/>
                  <a:pt x="420772" y="155161"/>
                </a:cubicBezTo>
                <a:lnTo>
                  <a:pt x="314652" y="49041"/>
                </a:lnTo>
                <a:cubicBezTo>
                  <a:pt x="240993" y="-18377"/>
                  <a:pt x="126133" y="-15880"/>
                  <a:pt x="54970" y="54035"/>
                </a:cubicBezTo>
                <a:cubicBezTo>
                  <a:pt x="-16193" y="125198"/>
                  <a:pt x="-18689" y="238808"/>
                  <a:pt x="49976" y="313717"/>
                </a:cubicBezTo>
                <a:lnTo>
                  <a:pt x="156096" y="419837"/>
                </a:lnTo>
                <a:cubicBezTo>
                  <a:pt x="218520" y="483509"/>
                  <a:pt x="318398" y="493496"/>
                  <a:pt x="392057" y="443558"/>
                </a:cubicBezTo>
                <a:lnTo>
                  <a:pt x="414530" y="466030"/>
                </a:lnTo>
                <a:cubicBezTo>
                  <a:pt x="365840" y="539690"/>
                  <a:pt x="375827" y="638319"/>
                  <a:pt x="438251" y="701991"/>
                </a:cubicBezTo>
                <a:lnTo>
                  <a:pt x="544371" y="808111"/>
                </a:lnTo>
                <a:cubicBezTo>
                  <a:pt x="618031" y="876777"/>
                  <a:pt x="732890" y="874280"/>
                  <a:pt x="804053" y="803117"/>
                </a:cubicBezTo>
                <a:cubicBezTo>
                  <a:pt x="875216" y="731954"/>
                  <a:pt x="877713" y="617095"/>
                  <a:pt x="809047" y="543435"/>
                </a:cubicBezTo>
                <a:lnTo>
                  <a:pt x="809047" y="543435"/>
                </a:lnTo>
                <a:close/>
              </a:path>
            </a:pathLst>
          </a:custGeom>
          <a:solidFill>
            <a:schemeClr val="accent1"/>
          </a:solidFill>
          <a:ln w="12402" cap="flat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CAEF6BE-B7E4-F7E9-77E4-2A0076E3A1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4676" y="2748242"/>
            <a:ext cx="6873509" cy="612178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sz="4000" dirty="0"/>
              <a:t>https://thesis.opelooo.studio/</a:t>
            </a:r>
          </a:p>
        </p:txBody>
      </p:sp>
    </p:spTree>
    <p:extLst>
      <p:ext uri="{BB962C8B-B14F-4D97-AF65-F5344CB8AC3E}">
        <p14:creationId xmlns:p14="http://schemas.microsoft.com/office/powerpoint/2010/main" val="27514664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A6F7F65-38E5-67FF-0342-FFFBAB1D28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43467" y="1302512"/>
            <a:ext cx="10905066" cy="4252974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5858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C3AF42-04AA-7BB7-6F7B-F4120083D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Layer Embedding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79A18495-7954-A4E7-04C2-28D09E1784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654296" y="860410"/>
            <a:ext cx="7214616" cy="5109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1677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C3AF42-04AA-7BB7-6F7B-F4120083D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Layer </a:t>
            </a:r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Convolutional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79A18495-7954-A4E7-04C2-28D09E1784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654296" y="860410"/>
            <a:ext cx="7214616" cy="5109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2649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C3AF42-04AA-7BB7-6F7B-F4120083D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Layer Long-Short Term Memory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79A18495-7954-A4E7-04C2-28D09E1784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654296" y="860410"/>
            <a:ext cx="7214616" cy="5109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3819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5102</TotalTime>
  <Words>1345</Words>
  <Application>Microsoft Office PowerPoint</Application>
  <PresentationFormat>Widescreen</PresentationFormat>
  <Paragraphs>215</Paragraphs>
  <Slides>26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6" baseType="lpstr">
      <vt:lpstr>-apple-system</vt:lpstr>
      <vt:lpstr>Inter</vt:lpstr>
      <vt:lpstr>ui-sans-serif</vt:lpstr>
      <vt:lpstr>zeitung</vt:lpstr>
      <vt:lpstr>Aptos</vt:lpstr>
      <vt:lpstr>Aptos Display</vt:lpstr>
      <vt:lpstr>Arial</vt:lpstr>
      <vt:lpstr>Courier New</vt:lpstr>
      <vt:lpstr>Times New Roman</vt:lpstr>
      <vt:lpstr>Office Theme</vt:lpstr>
      <vt:lpstr>IDENTIFIKASI URL SITUS BERBAHAYA MENGGUNAKAN JARINGAN SARAF TIRUAN CNN-LSTM</vt:lpstr>
      <vt:lpstr>Overview</vt:lpstr>
      <vt:lpstr>Pemikiran dasar penelitian</vt:lpstr>
      <vt:lpstr>Sumber Data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Split data tanpa K-Fold</vt:lpstr>
      <vt:lpstr>PowerPoint Presentation</vt:lpstr>
      <vt:lpstr>PowerPoint Presentation</vt:lpstr>
      <vt:lpstr>Pengujian dengan K-Fold</vt:lpstr>
      <vt:lpstr>PowerPoint Presentation</vt:lpstr>
      <vt:lpstr>Rekap hasil</vt:lpstr>
      <vt:lpstr>PowerPoint Presentation</vt:lpstr>
      <vt:lpstr>PowerPoint Presentation</vt:lpstr>
      <vt:lpstr>Layer Embedding</vt:lpstr>
      <vt:lpstr>Layer Convolutional</vt:lpstr>
      <vt:lpstr>Layer Long-Short Term Memory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MATHYS JORGE ALBERINO SEILATU</dc:creator>
  <cp:lastModifiedBy>MATHYS JORGE ALBERINO SEILATU</cp:lastModifiedBy>
  <cp:revision>26</cp:revision>
  <dcterms:created xsi:type="dcterms:W3CDTF">2024-05-30T05:13:04Z</dcterms:created>
  <dcterms:modified xsi:type="dcterms:W3CDTF">2024-06-04T04:59:18Z</dcterms:modified>
</cp:coreProperties>
</file>