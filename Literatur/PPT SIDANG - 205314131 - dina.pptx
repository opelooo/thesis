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7"/>
  </p:notesMasterIdLst>
  <p:sldIdLst>
    <p:sldId id="31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5143500" type="screen16x9"/>
  <p:notesSz cx="6858000" cy="9144000"/>
  <p:embeddedFontLst>
    <p:embeddedFont>
      <p:font typeface="Bebas Neue" panose="020B0606020202050201" pitchFamily="34" charset="0"/>
      <p:regular r:id="rId58"/>
    </p:embeddedFont>
    <p:embeddedFont>
      <p:font typeface="Cambria Math" panose="02040503050406030204" pitchFamily="18" charset="0"/>
      <p:regular r:id="rId59"/>
    </p:embeddedFont>
    <p:embeddedFont>
      <p:font typeface="Chivo" panose="020B0604020202020204" charset="0"/>
      <p:regular r:id="rId60"/>
      <p:bold r:id="rId61"/>
      <p:italic r:id="rId62"/>
      <p:boldItalic r:id="rId63"/>
    </p:embeddedFont>
    <p:embeddedFont>
      <p:font typeface="Chivo Medium" panose="020B0604020202020204" charset="0"/>
      <p:regular r:id="rId64"/>
      <p:bold r:id="rId65"/>
      <p:italic r:id="rId66"/>
      <p:boldItalic r:id="rId67"/>
    </p:embeddedFont>
    <p:embeddedFont>
      <p:font typeface="DM Sans" pitchFamily="2" charset="0"/>
      <p:regular r:id="rId68"/>
      <p:bold r:id="rId69"/>
      <p:italic r:id="rId70"/>
      <p:boldItalic r:id="rId71"/>
    </p:embeddedFont>
    <p:embeddedFont>
      <p:font typeface="DM Sans Medium" pitchFamily="2" charset="0"/>
      <p:regular r:id="rId72"/>
      <p:bold r:id="rId73"/>
      <p:italic r:id="rId74"/>
      <p:boldItalic r:id="rId75"/>
    </p:embeddedFont>
    <p:embeddedFont>
      <p:font typeface="DM Sans SemiBold" panose="020B0604020202020204" charset="0"/>
      <p:regular r:id="rId76"/>
      <p:bold r:id="rId77"/>
      <p:italic r:id="rId78"/>
      <p:boldItalic r:id="rId79"/>
    </p:embeddedFont>
    <p:embeddedFont>
      <p:font typeface="DM Serif Display" pitchFamily="2" charset="0"/>
      <p:regular r:id="rId80"/>
      <p:italic r:id="rId81"/>
    </p:embeddedFont>
    <p:embeddedFont>
      <p:font typeface="Fira Sans" panose="020B0503050000020004" pitchFamily="34" charset="0"/>
      <p:regular r:id="rId82"/>
      <p:bold r:id="rId83"/>
      <p:italic r:id="rId84"/>
      <p:boldItalic r:id="rId85"/>
    </p:embeddedFont>
    <p:embeddedFont>
      <p:font typeface="Questrial" pitchFamily="2" charset="0"/>
      <p:regular r:id="rId86"/>
    </p:embeddedFont>
    <p:embeddedFont>
      <p:font typeface="Tahoma" panose="020B0604030504040204" pitchFamily="34" charset="0"/>
      <p:regular r:id="rId87"/>
      <p:bold r:id="rId88"/>
    </p:embeddedFont>
    <p:embeddedFont>
      <p:font typeface="Urbanist" panose="020B0604020202020204" charset="0"/>
      <p:regular r:id="rId89"/>
      <p:bold r:id="rId90"/>
      <p:italic r:id="rId91"/>
      <p:bold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17">
          <p15:clr>
            <a:srgbClr val="547EBF"/>
          </p15:clr>
        </p15:guide>
        <p15:guide id="2" orient="horz" pos="162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1" roundtripDataSignature="AMtx7mhrxCB9mH+ZluauNY3rWkdvgW3v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CCB"/>
    <a:srgbClr val="FF5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2BFD42-FEC9-462F-A87F-D70136A35D4C}">
  <a:tblStyle styleId="{A62BFD42-FEC9-462F-A87F-D70136A35D4C}"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20000"/>
            </a:schemeClr>
          </a:solidFill>
        </a:fill>
      </a:tcStyle>
    </a:band1H>
    <a:band2H>
      <a:tcTxStyle/>
      <a:tcStyle>
        <a:tcBdr/>
      </a:tcStyle>
    </a:band2H>
    <a:band1V>
      <a:tcTxStyle/>
      <a:tcStyle>
        <a:tcBdr/>
        <a:fill>
          <a:solidFill>
            <a:schemeClr val="accent2">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2"/>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2"/>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16FB8CDA-A973-46A1-B158-33AC7AE19739}"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648" y="68"/>
      </p:cViewPr>
      <p:guideLst>
        <p:guide pos="317"/>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84" Type="http://schemas.openxmlformats.org/officeDocument/2006/relationships/font" Target="fonts/font27.fntdata"/><Relationship Id="rId89" Type="http://schemas.openxmlformats.org/officeDocument/2006/relationships/font" Target="fonts/font3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font" Target="fonts/font1.fntdata"/><Relationship Id="rId74" Type="http://schemas.openxmlformats.org/officeDocument/2006/relationships/font" Target="fonts/font17.fntdata"/><Relationship Id="rId79" Type="http://schemas.openxmlformats.org/officeDocument/2006/relationships/font" Target="fonts/font22.fntdata"/><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font" Target="fonts/font33.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font" Target="fonts/font7.fntdata"/><Relationship Id="rId69" Type="http://schemas.openxmlformats.org/officeDocument/2006/relationships/font" Target="fonts/font12.fntdata"/><Relationship Id="rId80" Type="http://schemas.openxmlformats.org/officeDocument/2006/relationships/font" Target="fonts/font23.fntdata"/><Relationship Id="rId85" Type="http://schemas.openxmlformats.org/officeDocument/2006/relationships/font" Target="fonts/font2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83" Type="http://schemas.openxmlformats.org/officeDocument/2006/relationships/font" Target="fonts/font26.fntdata"/><Relationship Id="rId88" Type="http://schemas.openxmlformats.org/officeDocument/2006/relationships/font" Target="fonts/font31.fntdata"/><Relationship Id="rId91" Type="http://schemas.openxmlformats.org/officeDocument/2006/relationships/font" Target="fonts/font3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font" Target="fonts/font21.fntdata"/><Relationship Id="rId81" Type="http://schemas.openxmlformats.org/officeDocument/2006/relationships/font" Target="fonts/font24.fntdata"/><Relationship Id="rId86" Type="http://schemas.openxmlformats.org/officeDocument/2006/relationships/font" Target="fonts/font29.fntdata"/><Relationship Id="rId10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9.fntdata"/><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14.fntdata"/><Relationship Id="rId92" Type="http://schemas.openxmlformats.org/officeDocument/2006/relationships/font" Target="fonts/font3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9.fntdata"/><Relationship Id="rId87" Type="http://schemas.openxmlformats.org/officeDocument/2006/relationships/font" Target="fonts/font30.fntdata"/><Relationship Id="rId61" Type="http://schemas.openxmlformats.org/officeDocument/2006/relationships/font" Target="fonts/font4.fntdata"/><Relationship Id="rId82" Type="http://schemas.openxmlformats.org/officeDocument/2006/relationships/font" Target="fonts/font25.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20.fntdata"/><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383707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3129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636d3785bb_3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636d3785bb_3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2636d3785bb_3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2</a:t>
            </a:fld>
            <a:endParaRPr/>
          </a:p>
        </p:txBody>
      </p:sp>
    </p:spTree>
    <p:extLst>
      <p:ext uri="{BB962C8B-B14F-4D97-AF65-F5344CB8AC3E}">
        <p14:creationId xmlns:p14="http://schemas.microsoft.com/office/powerpoint/2010/main" val="427814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4978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0500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9024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736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4472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7789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2" name="Google Shape;33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9860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8" name="Google Shape;37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556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3793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9383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2" name="Google Shape;49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6447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9868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2400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3" name="Google Shape;63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8979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56623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5" name="Google Shape;67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02382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579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3464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2386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9" name="Google Shape;839;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9861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636d3785bb_3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636d3785bb_3_1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1535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49374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27657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82145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46247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03091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4411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44669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14502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2" name="Google Shape;1172;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4465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3" name="Google Shape;120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99217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4" name="Google Shape;1234;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64808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5" name="Google Shape;1265;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9179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73358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2636d3785bb_3_2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7" name="Google Shape;1327;g2636d3785bb_3_2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38785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g2636d3785bb_3_2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1" name="Google Shape;1361;g2636d3785bb_3_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91009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3"/>
        <p:cNvGrpSpPr/>
        <p:nvPr/>
      </p:nvGrpSpPr>
      <p:grpSpPr>
        <a:xfrm>
          <a:off x="0" y="0"/>
          <a:ext cx="0" cy="0"/>
          <a:chOff x="0" y="0"/>
          <a:chExt cx="0" cy="0"/>
        </a:xfrm>
      </p:grpSpPr>
      <p:sp>
        <p:nvSpPr>
          <p:cNvPr id="1394" name="Google Shape;1394;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5" name="Google Shape;1395;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40545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g265c8b3b08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424" name="Google Shape;1424;g265c8b3b08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91005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6"/>
        <p:cNvGrpSpPr/>
        <p:nvPr/>
      </p:nvGrpSpPr>
      <p:grpSpPr>
        <a:xfrm>
          <a:off x="0" y="0"/>
          <a:ext cx="0" cy="0"/>
          <a:chOff x="0" y="0"/>
          <a:chExt cx="0" cy="0"/>
        </a:xfrm>
      </p:grpSpPr>
      <p:sp>
        <p:nvSpPr>
          <p:cNvPr id="1457" name="Google Shape;1457;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8" name="Google Shape;1458;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892752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7"/>
        <p:cNvGrpSpPr/>
        <p:nvPr/>
      </p:nvGrpSpPr>
      <p:grpSpPr>
        <a:xfrm>
          <a:off x="0" y="0"/>
          <a:ext cx="0" cy="0"/>
          <a:chOff x="0" y="0"/>
          <a:chExt cx="0" cy="0"/>
        </a:xfrm>
      </p:grpSpPr>
      <p:sp>
        <p:nvSpPr>
          <p:cNvPr id="1488" name="Google Shape;1488;p1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9" name="Google Shape;1489;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715634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8"/>
        <p:cNvGrpSpPr/>
        <p:nvPr/>
      </p:nvGrpSpPr>
      <p:grpSpPr>
        <a:xfrm>
          <a:off x="0" y="0"/>
          <a:ext cx="0" cy="0"/>
          <a:chOff x="0" y="0"/>
          <a:chExt cx="0" cy="0"/>
        </a:xfrm>
      </p:grpSpPr>
      <p:sp>
        <p:nvSpPr>
          <p:cNvPr id="1519" name="Google Shape;1519;p1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0" name="Google Shape;1520;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6850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p1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8" name="Google Shape;1558;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66519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2636d3785bb_3_3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9" name="Google Shape;1589;g2636d3785bb_3_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54464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2636d3785bb_3_3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7" name="Google Shape;1627;g2636d3785bb_3_3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95773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7"/>
        <p:cNvGrpSpPr/>
        <p:nvPr/>
      </p:nvGrpSpPr>
      <p:grpSpPr>
        <a:xfrm>
          <a:off x="0" y="0"/>
          <a:ext cx="0" cy="0"/>
          <a:chOff x="0" y="0"/>
          <a:chExt cx="0" cy="0"/>
        </a:xfrm>
      </p:grpSpPr>
      <p:sp>
        <p:nvSpPr>
          <p:cNvPr id="1668" name="Google Shape;1668;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9" name="Google Shape;1669;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03613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p1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0" name="Google Shape;1700;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26848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7"/>
        <p:cNvGrpSpPr/>
        <p:nvPr/>
      </p:nvGrpSpPr>
      <p:grpSpPr>
        <a:xfrm>
          <a:off x="0" y="0"/>
          <a:ext cx="0" cy="0"/>
          <a:chOff x="0" y="0"/>
          <a:chExt cx="0" cy="0"/>
        </a:xfrm>
      </p:grpSpPr>
      <p:sp>
        <p:nvSpPr>
          <p:cNvPr id="1738" name="Google Shape;1738;g265bef59cd1_1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9" name="Google Shape;1739;g265bef59cd1_1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0" name="Google Shape;1740;g265bef59cd1_1_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49</a:t>
            </a:fld>
            <a:endParaRPr/>
          </a:p>
        </p:txBody>
      </p:sp>
    </p:spTree>
    <p:extLst>
      <p:ext uri="{BB962C8B-B14F-4D97-AF65-F5344CB8AC3E}">
        <p14:creationId xmlns:p14="http://schemas.microsoft.com/office/powerpoint/2010/main" val="11440092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265c0407e0d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4" name="Google Shape;1754;g265c0407e0d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94909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0"/>
        <p:cNvGrpSpPr/>
        <p:nvPr/>
      </p:nvGrpSpPr>
      <p:grpSpPr>
        <a:xfrm>
          <a:off x="0" y="0"/>
          <a:ext cx="0" cy="0"/>
          <a:chOff x="0" y="0"/>
          <a:chExt cx="0" cy="0"/>
        </a:xfrm>
      </p:grpSpPr>
      <p:sp>
        <p:nvSpPr>
          <p:cNvPr id="1801" name="Google Shape;1801;g265c0407e0d_0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2" name="Google Shape;1802;g265c0407e0d_0_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3" name="Google Shape;1803;g265c0407e0d_0_7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51</a:t>
            </a:fld>
            <a:endParaRPr/>
          </a:p>
        </p:txBody>
      </p:sp>
    </p:spTree>
    <p:extLst>
      <p:ext uri="{BB962C8B-B14F-4D97-AF65-F5344CB8AC3E}">
        <p14:creationId xmlns:p14="http://schemas.microsoft.com/office/powerpoint/2010/main" val="15989073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3"/>
        <p:cNvGrpSpPr/>
        <p:nvPr/>
      </p:nvGrpSpPr>
      <p:grpSpPr>
        <a:xfrm>
          <a:off x="0" y="0"/>
          <a:ext cx="0" cy="0"/>
          <a:chOff x="0" y="0"/>
          <a:chExt cx="0" cy="0"/>
        </a:xfrm>
      </p:grpSpPr>
      <p:sp>
        <p:nvSpPr>
          <p:cNvPr id="1834" name="Google Shape;1834;g265c0407e0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5" name="Google Shape;1835;g265c0407e0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6" name="Google Shape;1836;g265c0407e0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52</a:t>
            </a:fld>
            <a:endParaRPr/>
          </a:p>
        </p:txBody>
      </p:sp>
    </p:spTree>
    <p:extLst>
      <p:ext uri="{BB962C8B-B14F-4D97-AF65-F5344CB8AC3E}">
        <p14:creationId xmlns:p14="http://schemas.microsoft.com/office/powerpoint/2010/main" val="7564058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8"/>
        <p:cNvGrpSpPr/>
        <p:nvPr/>
      </p:nvGrpSpPr>
      <p:grpSpPr>
        <a:xfrm>
          <a:off x="0" y="0"/>
          <a:ext cx="0" cy="0"/>
          <a:chOff x="0" y="0"/>
          <a:chExt cx="0" cy="0"/>
        </a:xfrm>
      </p:grpSpPr>
      <p:sp>
        <p:nvSpPr>
          <p:cNvPr id="1849" name="Google Shape;1849;g265bef59cd1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0" name="Google Shape;1850;g265bef59cd1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1" name="Google Shape;1851;g265bef59cd1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53</a:t>
            </a:fld>
            <a:endParaRPr/>
          </a:p>
        </p:txBody>
      </p:sp>
    </p:spTree>
    <p:extLst>
      <p:ext uri="{BB962C8B-B14F-4D97-AF65-F5344CB8AC3E}">
        <p14:creationId xmlns:p14="http://schemas.microsoft.com/office/powerpoint/2010/main" val="22658504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9"/>
        <p:cNvGrpSpPr/>
        <p:nvPr/>
      </p:nvGrpSpPr>
      <p:grpSpPr>
        <a:xfrm>
          <a:off x="0" y="0"/>
          <a:ext cx="0" cy="0"/>
          <a:chOff x="0" y="0"/>
          <a:chExt cx="0" cy="0"/>
        </a:xfrm>
      </p:grpSpPr>
      <p:sp>
        <p:nvSpPr>
          <p:cNvPr id="1890" name="Google Shape;1890;g265bef59cd1_1_1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1" name="Google Shape;1891;g265bef59cd1_1_1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2" name="Google Shape;1892;g265bef59cd1_1_1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54</a:t>
            </a:fld>
            <a:endParaRPr/>
          </a:p>
        </p:txBody>
      </p:sp>
    </p:spTree>
    <p:extLst>
      <p:ext uri="{BB962C8B-B14F-4D97-AF65-F5344CB8AC3E}">
        <p14:creationId xmlns:p14="http://schemas.microsoft.com/office/powerpoint/2010/main" val="6071283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3"/>
        <p:cNvGrpSpPr/>
        <p:nvPr/>
      </p:nvGrpSpPr>
      <p:grpSpPr>
        <a:xfrm>
          <a:off x="0" y="0"/>
          <a:ext cx="0" cy="0"/>
          <a:chOff x="0" y="0"/>
          <a:chExt cx="0" cy="0"/>
        </a:xfrm>
      </p:grpSpPr>
      <p:sp>
        <p:nvSpPr>
          <p:cNvPr id="1934" name="Google Shape;1934;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5" name="Google Shape;1935;p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352108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42"/>
          <p:cNvSpPr txBox="1">
            <a:spLocks noGrp="1"/>
          </p:cNvSpPr>
          <p:nvPr>
            <p:ph type="ctrTitle"/>
          </p:nvPr>
        </p:nvSpPr>
        <p:spPr>
          <a:xfrm>
            <a:off x="1518589" y="1253834"/>
            <a:ext cx="6106822" cy="198254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1"/>
              </a:buClr>
              <a:buSzPts val="8500"/>
              <a:buFont typeface="DM Serif Display"/>
              <a:buNone/>
              <a:defRPr sz="5800" b="0">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42"/>
          <p:cNvSpPr txBox="1">
            <a:spLocks noGrp="1"/>
          </p:cNvSpPr>
          <p:nvPr>
            <p:ph type="subTitle" idx="1"/>
          </p:nvPr>
        </p:nvSpPr>
        <p:spPr>
          <a:xfrm>
            <a:off x="1518589" y="3170566"/>
            <a:ext cx="6106822" cy="434384"/>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solidFill>
                  <a:srgbClr val="000000"/>
                </a:solidFill>
                <a:latin typeface="Chivo"/>
                <a:ea typeface="Chivo"/>
                <a:cs typeface="Chivo"/>
                <a:sym typeface="Chivo"/>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lt1"/>
              </a:buClr>
              <a:buSzPts val="1200"/>
              <a:buNone/>
              <a:defRPr sz="1200"/>
            </a:lvl6pPr>
            <a:lvl7pPr lvl="6" algn="ctr">
              <a:lnSpc>
                <a:spcPct val="90000"/>
              </a:lnSpc>
              <a:spcBef>
                <a:spcPts val="375"/>
              </a:spcBef>
              <a:spcAft>
                <a:spcPts val="0"/>
              </a:spcAft>
              <a:buClr>
                <a:schemeClr val="lt1"/>
              </a:buClr>
              <a:buSzPts val="1200"/>
              <a:buNone/>
              <a:defRPr sz="1200"/>
            </a:lvl7pPr>
            <a:lvl8pPr lvl="7" algn="ctr">
              <a:lnSpc>
                <a:spcPct val="90000"/>
              </a:lnSpc>
              <a:spcBef>
                <a:spcPts val="375"/>
              </a:spcBef>
              <a:spcAft>
                <a:spcPts val="0"/>
              </a:spcAft>
              <a:buClr>
                <a:schemeClr val="lt1"/>
              </a:buClr>
              <a:buSzPts val="1200"/>
              <a:buNone/>
              <a:defRPr sz="1200"/>
            </a:lvl8pPr>
            <a:lvl9pPr lvl="8" algn="ctr">
              <a:lnSpc>
                <a:spcPct val="90000"/>
              </a:lnSpc>
              <a:spcBef>
                <a:spcPts val="375"/>
              </a:spcBef>
              <a:spcAft>
                <a:spcPts val="0"/>
              </a:spcAft>
              <a:buClr>
                <a:schemeClr val="lt1"/>
              </a:buClr>
              <a:buSzPts val="1200"/>
              <a:buNone/>
              <a:defRPr sz="1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5"/>
        <p:cNvGrpSpPr/>
        <p:nvPr/>
      </p:nvGrpSpPr>
      <p:grpSpPr>
        <a:xfrm>
          <a:off x="0" y="0"/>
          <a:ext cx="0" cy="0"/>
          <a:chOff x="0" y="0"/>
          <a:chExt cx="0" cy="0"/>
        </a:xfrm>
      </p:grpSpPr>
      <p:sp>
        <p:nvSpPr>
          <p:cNvPr id="16" name="Google Shape;16;p44"/>
          <p:cNvSpPr txBox="1">
            <a:spLocks noGrp="1"/>
          </p:cNvSpPr>
          <p:nvPr>
            <p:ph type="title"/>
          </p:nvPr>
        </p:nvSpPr>
        <p:spPr>
          <a:xfrm>
            <a:off x="723900" y="588170"/>
            <a:ext cx="7696200" cy="71556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dk1"/>
              </a:buClr>
              <a:buSzPts val="4000"/>
              <a:buFont typeface="DM Serif Display"/>
              <a:buNone/>
              <a:defRPr sz="3800" b="0">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4"/>
          <p:cNvSpPr txBox="1">
            <a:spLocks noGrp="1"/>
          </p:cNvSpPr>
          <p:nvPr>
            <p:ph type="body" idx="1"/>
          </p:nvPr>
        </p:nvSpPr>
        <p:spPr>
          <a:xfrm>
            <a:off x="2016277" y="1872202"/>
            <a:ext cx="5119258" cy="47744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1600"/>
              <a:buNone/>
              <a:defRPr sz="1500">
                <a:solidFill>
                  <a:srgbClr val="000000"/>
                </a:solidFill>
                <a:latin typeface="Chivo"/>
                <a:ea typeface="Chivo"/>
                <a:cs typeface="Chivo"/>
                <a:sym typeface="Chivo"/>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18" name="Google Shape;18;p44"/>
          <p:cNvSpPr txBox="1">
            <a:spLocks noGrp="1"/>
          </p:cNvSpPr>
          <p:nvPr>
            <p:ph type="body" idx="2"/>
          </p:nvPr>
        </p:nvSpPr>
        <p:spPr>
          <a:xfrm>
            <a:off x="2016280" y="1479720"/>
            <a:ext cx="5119258" cy="39248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2600"/>
              <a:buNone/>
              <a:defRPr sz="2500" b="0">
                <a:solidFill>
                  <a:schemeClr val="dk1"/>
                </a:solidFill>
                <a:latin typeface="Bebas Neue"/>
                <a:ea typeface="Bebas Neue"/>
                <a:cs typeface="Bebas Neue"/>
                <a:sym typeface="Bebas Neue"/>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19" name="Google Shape;19;p44"/>
          <p:cNvSpPr txBox="1">
            <a:spLocks noGrp="1"/>
          </p:cNvSpPr>
          <p:nvPr>
            <p:ph type="body" idx="3"/>
          </p:nvPr>
        </p:nvSpPr>
        <p:spPr>
          <a:xfrm>
            <a:off x="3886648" y="1080397"/>
            <a:ext cx="1370710" cy="595564"/>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4000"/>
              <a:buNone/>
              <a:defRPr sz="2800" b="0">
                <a:solidFill>
                  <a:schemeClr val="accent2"/>
                </a:solidFill>
                <a:latin typeface="Bebas Neue"/>
                <a:ea typeface="Bebas Neue"/>
                <a:cs typeface="Bebas Neue"/>
                <a:sym typeface="Bebas Neue"/>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20" name="Google Shape;20;p44"/>
          <p:cNvSpPr txBox="1">
            <a:spLocks noGrp="1"/>
          </p:cNvSpPr>
          <p:nvPr>
            <p:ph type="body" idx="4"/>
          </p:nvPr>
        </p:nvSpPr>
        <p:spPr>
          <a:xfrm>
            <a:off x="2016274" y="3030703"/>
            <a:ext cx="5119258" cy="47744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1600"/>
              <a:buNone/>
              <a:defRPr sz="1500">
                <a:solidFill>
                  <a:srgbClr val="000000"/>
                </a:solidFill>
                <a:latin typeface="Chivo"/>
                <a:ea typeface="Chivo"/>
                <a:cs typeface="Chivo"/>
                <a:sym typeface="Chivo"/>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21" name="Google Shape;21;p44"/>
          <p:cNvSpPr txBox="1">
            <a:spLocks noGrp="1"/>
          </p:cNvSpPr>
          <p:nvPr>
            <p:ph type="body" idx="5"/>
          </p:nvPr>
        </p:nvSpPr>
        <p:spPr>
          <a:xfrm>
            <a:off x="2016277" y="2638221"/>
            <a:ext cx="5119258" cy="39248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2600"/>
              <a:buNone/>
              <a:defRPr sz="2500" b="0">
                <a:solidFill>
                  <a:schemeClr val="dk1"/>
                </a:solidFill>
                <a:latin typeface="Bebas Neue"/>
                <a:ea typeface="Bebas Neue"/>
                <a:cs typeface="Bebas Neue"/>
                <a:sym typeface="Bebas Neue"/>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22" name="Google Shape;22;p44"/>
          <p:cNvSpPr txBox="1">
            <a:spLocks noGrp="1"/>
          </p:cNvSpPr>
          <p:nvPr>
            <p:ph type="body" idx="6"/>
          </p:nvPr>
        </p:nvSpPr>
        <p:spPr>
          <a:xfrm>
            <a:off x="3886645" y="2238898"/>
            <a:ext cx="1370710" cy="595564"/>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4000"/>
              <a:buNone/>
              <a:defRPr sz="2800" b="0">
                <a:solidFill>
                  <a:schemeClr val="accent2"/>
                </a:solidFill>
                <a:latin typeface="Bebas Neue"/>
                <a:ea typeface="Bebas Neue"/>
                <a:cs typeface="Bebas Neue"/>
                <a:sym typeface="Bebas Neue"/>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23" name="Google Shape;23;p44"/>
          <p:cNvSpPr txBox="1">
            <a:spLocks noGrp="1"/>
          </p:cNvSpPr>
          <p:nvPr>
            <p:ph type="body" idx="7"/>
          </p:nvPr>
        </p:nvSpPr>
        <p:spPr>
          <a:xfrm>
            <a:off x="2016274" y="4175790"/>
            <a:ext cx="5119258" cy="47744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1600"/>
              <a:buNone/>
              <a:defRPr sz="1500">
                <a:solidFill>
                  <a:srgbClr val="000000"/>
                </a:solidFill>
                <a:latin typeface="Chivo"/>
                <a:ea typeface="Chivo"/>
                <a:cs typeface="Chivo"/>
                <a:sym typeface="Chivo"/>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24" name="Google Shape;24;p44"/>
          <p:cNvSpPr txBox="1">
            <a:spLocks noGrp="1"/>
          </p:cNvSpPr>
          <p:nvPr>
            <p:ph type="body" idx="8"/>
          </p:nvPr>
        </p:nvSpPr>
        <p:spPr>
          <a:xfrm>
            <a:off x="2016277" y="3783308"/>
            <a:ext cx="5119258" cy="39248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2600"/>
              <a:buNone/>
              <a:defRPr sz="2500" b="0">
                <a:solidFill>
                  <a:schemeClr val="dk1"/>
                </a:solidFill>
                <a:latin typeface="Bebas Neue"/>
                <a:ea typeface="Bebas Neue"/>
                <a:cs typeface="Bebas Neue"/>
                <a:sym typeface="Bebas Neue"/>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25" name="Google Shape;25;p44"/>
          <p:cNvSpPr txBox="1">
            <a:spLocks noGrp="1"/>
          </p:cNvSpPr>
          <p:nvPr>
            <p:ph type="body" idx="9"/>
          </p:nvPr>
        </p:nvSpPr>
        <p:spPr>
          <a:xfrm>
            <a:off x="3886645" y="3386624"/>
            <a:ext cx="1370710" cy="5955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4000"/>
              <a:buNone/>
              <a:defRPr sz="2800" b="0">
                <a:solidFill>
                  <a:schemeClr val="accent2"/>
                </a:solidFill>
                <a:latin typeface="Bebas Neue"/>
                <a:ea typeface="Bebas Neue"/>
                <a:cs typeface="Bebas Neue"/>
                <a:sym typeface="Bebas Neue"/>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6"/>
        <p:cNvGrpSpPr/>
        <p:nvPr/>
      </p:nvGrpSpPr>
      <p:grpSpPr>
        <a:xfrm>
          <a:off x="0" y="0"/>
          <a:ext cx="0" cy="0"/>
          <a:chOff x="0" y="0"/>
          <a:chExt cx="0" cy="0"/>
        </a:xfrm>
      </p:grpSpPr>
      <p:sp>
        <p:nvSpPr>
          <p:cNvPr id="27" name="Google Shape;27;p45"/>
          <p:cNvSpPr txBox="1">
            <a:spLocks noGrp="1"/>
          </p:cNvSpPr>
          <p:nvPr>
            <p:ph type="title"/>
          </p:nvPr>
        </p:nvSpPr>
        <p:spPr>
          <a:xfrm>
            <a:off x="723900" y="2131872"/>
            <a:ext cx="7696200" cy="1219314"/>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7500"/>
              <a:buFont typeface="DM Serif Display"/>
              <a:buNone/>
              <a:defRPr sz="6000" b="0">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5"/>
          <p:cNvSpPr txBox="1">
            <a:spLocks noGrp="1"/>
          </p:cNvSpPr>
          <p:nvPr>
            <p:ph type="body" idx="1"/>
          </p:nvPr>
        </p:nvSpPr>
        <p:spPr>
          <a:xfrm>
            <a:off x="723900" y="3259749"/>
            <a:ext cx="7696200" cy="468908"/>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dk1"/>
              </a:buClr>
              <a:buSzPts val="1800"/>
              <a:buNone/>
              <a:defRPr sz="1800">
                <a:solidFill>
                  <a:schemeClr val="dk1"/>
                </a:solidFill>
                <a:latin typeface="Chivo"/>
                <a:ea typeface="Chivo"/>
                <a:cs typeface="Chivo"/>
                <a:sym typeface="Chivo"/>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
        <p:nvSpPr>
          <p:cNvPr id="29" name="Google Shape;29;p45"/>
          <p:cNvSpPr txBox="1">
            <a:spLocks noGrp="1"/>
          </p:cNvSpPr>
          <p:nvPr>
            <p:ph type="body" idx="2"/>
          </p:nvPr>
        </p:nvSpPr>
        <p:spPr>
          <a:xfrm>
            <a:off x="723900" y="1275625"/>
            <a:ext cx="7696200" cy="833387"/>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9600"/>
              <a:buNone/>
              <a:defRPr sz="8000" b="0">
                <a:solidFill>
                  <a:schemeClr val="accent2"/>
                </a:solidFill>
                <a:latin typeface="Bebas Neue"/>
                <a:ea typeface="Bebas Neue"/>
                <a:cs typeface="Bebas Neue"/>
                <a:sym typeface="Bebas Neue"/>
              </a:defRPr>
            </a:lvl1pPr>
            <a:lvl2pPr marL="914400" lvl="1" indent="-228600" algn="l">
              <a:lnSpc>
                <a:spcPct val="90000"/>
              </a:lnSpc>
              <a:spcBef>
                <a:spcPts val="375"/>
              </a:spcBef>
              <a:spcAft>
                <a:spcPts val="0"/>
              </a:spcAft>
              <a:buClr>
                <a:srgbClr val="FFC988"/>
              </a:buClr>
              <a:buSzPts val="1500"/>
              <a:buNone/>
              <a:defRPr sz="1500">
                <a:solidFill>
                  <a:srgbClr val="FFC988"/>
                </a:solidFill>
              </a:defRPr>
            </a:lvl2pPr>
            <a:lvl3pPr marL="1371600" lvl="2" indent="-228600" algn="l">
              <a:lnSpc>
                <a:spcPct val="90000"/>
              </a:lnSpc>
              <a:spcBef>
                <a:spcPts val="375"/>
              </a:spcBef>
              <a:spcAft>
                <a:spcPts val="0"/>
              </a:spcAft>
              <a:buClr>
                <a:srgbClr val="FFC988"/>
              </a:buClr>
              <a:buSzPts val="1350"/>
              <a:buNone/>
              <a:defRPr sz="1350">
                <a:solidFill>
                  <a:srgbClr val="FFC988"/>
                </a:solidFill>
              </a:defRPr>
            </a:lvl3pPr>
            <a:lvl4pPr marL="1828800" lvl="3" indent="-228600" algn="l">
              <a:lnSpc>
                <a:spcPct val="90000"/>
              </a:lnSpc>
              <a:spcBef>
                <a:spcPts val="375"/>
              </a:spcBef>
              <a:spcAft>
                <a:spcPts val="0"/>
              </a:spcAft>
              <a:buClr>
                <a:srgbClr val="FFC988"/>
              </a:buClr>
              <a:buSzPts val="1200"/>
              <a:buNone/>
              <a:defRPr sz="1200">
                <a:solidFill>
                  <a:srgbClr val="FFC988"/>
                </a:solidFill>
              </a:defRPr>
            </a:lvl4pPr>
            <a:lvl5pPr marL="2286000" lvl="4" indent="-228600" algn="l">
              <a:lnSpc>
                <a:spcPct val="90000"/>
              </a:lnSpc>
              <a:spcBef>
                <a:spcPts val="375"/>
              </a:spcBef>
              <a:spcAft>
                <a:spcPts val="0"/>
              </a:spcAft>
              <a:buClr>
                <a:srgbClr val="FFC988"/>
              </a:buClr>
              <a:buSzPts val="1200"/>
              <a:buNone/>
              <a:defRPr sz="1200">
                <a:solidFill>
                  <a:srgbClr val="FFC988"/>
                </a:solidFill>
              </a:defRPr>
            </a:lvl5pPr>
            <a:lvl6pPr marL="2743200" lvl="5" indent="-228600" algn="l">
              <a:lnSpc>
                <a:spcPct val="90000"/>
              </a:lnSpc>
              <a:spcBef>
                <a:spcPts val="375"/>
              </a:spcBef>
              <a:spcAft>
                <a:spcPts val="0"/>
              </a:spcAft>
              <a:buClr>
                <a:srgbClr val="FFC988"/>
              </a:buClr>
              <a:buSzPts val="1200"/>
              <a:buNone/>
              <a:defRPr sz="1200">
                <a:solidFill>
                  <a:srgbClr val="FFC988"/>
                </a:solidFill>
              </a:defRPr>
            </a:lvl6pPr>
            <a:lvl7pPr marL="3200400" lvl="6" indent="-228600" algn="l">
              <a:lnSpc>
                <a:spcPct val="90000"/>
              </a:lnSpc>
              <a:spcBef>
                <a:spcPts val="375"/>
              </a:spcBef>
              <a:spcAft>
                <a:spcPts val="0"/>
              </a:spcAft>
              <a:buClr>
                <a:srgbClr val="FFC988"/>
              </a:buClr>
              <a:buSzPts val="1200"/>
              <a:buNone/>
              <a:defRPr sz="1200">
                <a:solidFill>
                  <a:srgbClr val="FFC988"/>
                </a:solidFill>
              </a:defRPr>
            </a:lvl7pPr>
            <a:lvl8pPr marL="3657600" lvl="7" indent="-228600" algn="l">
              <a:lnSpc>
                <a:spcPct val="90000"/>
              </a:lnSpc>
              <a:spcBef>
                <a:spcPts val="375"/>
              </a:spcBef>
              <a:spcAft>
                <a:spcPts val="0"/>
              </a:spcAft>
              <a:buClr>
                <a:srgbClr val="FFC988"/>
              </a:buClr>
              <a:buSzPts val="1200"/>
              <a:buNone/>
              <a:defRPr sz="1200">
                <a:solidFill>
                  <a:srgbClr val="FFC988"/>
                </a:solidFill>
              </a:defRPr>
            </a:lvl8pPr>
            <a:lvl9pPr marL="4114800" lvl="8" indent="-228600" algn="l">
              <a:lnSpc>
                <a:spcPct val="90000"/>
              </a:lnSpc>
              <a:spcBef>
                <a:spcPts val="375"/>
              </a:spcBef>
              <a:spcAft>
                <a:spcPts val="0"/>
              </a:spcAft>
              <a:buClr>
                <a:srgbClr val="FFC988"/>
              </a:buClr>
              <a:buSzPts val="1200"/>
              <a:buNone/>
              <a:defRPr sz="1200">
                <a:solidFill>
                  <a:srgbClr val="FFC9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46"/>
          <p:cNvSpPr txBox="1">
            <a:spLocks noGrp="1"/>
          </p:cNvSpPr>
          <p:nvPr>
            <p:ph type="body" idx="1"/>
          </p:nvPr>
        </p:nvSpPr>
        <p:spPr>
          <a:xfrm>
            <a:off x="1813757" y="1619752"/>
            <a:ext cx="5502632" cy="24328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600"/>
              <a:buNone/>
              <a:defRPr sz="1500">
                <a:latin typeface="Chivo"/>
                <a:ea typeface="Chivo"/>
                <a:cs typeface="Chivo"/>
                <a:sym typeface="Chivo"/>
              </a:defRPr>
            </a:lvl1pPr>
            <a:lvl2pPr marL="914400" lvl="1" indent="-330200" algn="l">
              <a:lnSpc>
                <a:spcPct val="90000"/>
              </a:lnSpc>
              <a:spcBef>
                <a:spcPts val="375"/>
              </a:spcBef>
              <a:spcAft>
                <a:spcPts val="0"/>
              </a:spcAft>
              <a:buClr>
                <a:schemeClr val="dk1"/>
              </a:buClr>
              <a:buSzPts val="1600"/>
              <a:buChar char="•"/>
              <a:defRPr sz="1600"/>
            </a:lvl2pPr>
            <a:lvl3pPr marL="1371600" lvl="2" indent="-330200" algn="l">
              <a:lnSpc>
                <a:spcPct val="90000"/>
              </a:lnSpc>
              <a:spcBef>
                <a:spcPts val="375"/>
              </a:spcBef>
              <a:spcAft>
                <a:spcPts val="0"/>
              </a:spcAft>
              <a:buClr>
                <a:schemeClr val="dk1"/>
              </a:buClr>
              <a:buSzPts val="1600"/>
              <a:buChar char="•"/>
              <a:defRPr sz="1600"/>
            </a:lvl3pPr>
            <a:lvl4pPr marL="1828800" lvl="3" indent="-330200" algn="l">
              <a:lnSpc>
                <a:spcPct val="90000"/>
              </a:lnSpc>
              <a:spcBef>
                <a:spcPts val="375"/>
              </a:spcBef>
              <a:spcAft>
                <a:spcPts val="0"/>
              </a:spcAft>
              <a:buClr>
                <a:schemeClr val="dk1"/>
              </a:buClr>
              <a:buSzPts val="1600"/>
              <a:buChar char="•"/>
              <a:defRPr sz="1600"/>
            </a:lvl4pPr>
            <a:lvl5pPr marL="2286000" lvl="4" indent="-330200" algn="l">
              <a:lnSpc>
                <a:spcPct val="90000"/>
              </a:lnSpc>
              <a:spcBef>
                <a:spcPts val="375"/>
              </a:spcBef>
              <a:spcAft>
                <a:spcPts val="0"/>
              </a:spcAft>
              <a:buClr>
                <a:schemeClr val="dk1"/>
              </a:buClr>
              <a:buSzPts val="1600"/>
              <a:buChar char="•"/>
              <a:defRPr sz="1600"/>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a:endParaRPr/>
          </a:p>
        </p:txBody>
      </p:sp>
      <p:sp>
        <p:nvSpPr>
          <p:cNvPr id="32" name="Google Shape;32;p46"/>
          <p:cNvSpPr txBox="1">
            <a:spLocks noGrp="1"/>
          </p:cNvSpPr>
          <p:nvPr>
            <p:ph type="title"/>
          </p:nvPr>
        </p:nvSpPr>
        <p:spPr>
          <a:xfrm>
            <a:off x="723900" y="586740"/>
            <a:ext cx="7696200" cy="71556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dk1"/>
              </a:buClr>
              <a:buSzPts val="4000"/>
              <a:buFont typeface="DM Serif Display"/>
              <a:buNone/>
              <a:defRPr sz="3800" b="0">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type="picTx">
  <p:cSld name="PICTURE_WITH_CAPTION_TEXT">
    <p:spTree>
      <p:nvGrpSpPr>
        <p:cNvPr id="1" name="Shape 33"/>
        <p:cNvGrpSpPr/>
        <p:nvPr/>
      </p:nvGrpSpPr>
      <p:grpSpPr>
        <a:xfrm>
          <a:off x="0" y="0"/>
          <a:ext cx="0" cy="0"/>
          <a:chOff x="0" y="0"/>
          <a:chExt cx="0" cy="0"/>
        </a:xfrm>
      </p:grpSpPr>
      <p:sp>
        <p:nvSpPr>
          <p:cNvPr id="34" name="Google Shape;34;p49"/>
          <p:cNvSpPr txBox="1">
            <a:spLocks noGrp="1"/>
          </p:cNvSpPr>
          <p:nvPr>
            <p:ph type="title"/>
          </p:nvPr>
        </p:nvSpPr>
        <p:spPr>
          <a:xfrm>
            <a:off x="725955" y="1082040"/>
            <a:ext cx="2222986" cy="17446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000"/>
              <a:buFont typeface="DM Serif Display"/>
              <a:buNone/>
              <a:defRPr sz="3800" b="0">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9"/>
          <p:cNvSpPr>
            <a:spLocks noGrp="1"/>
          </p:cNvSpPr>
          <p:nvPr>
            <p:ph type="pic" idx="2"/>
          </p:nvPr>
        </p:nvSpPr>
        <p:spPr>
          <a:xfrm>
            <a:off x="4925642" y="552450"/>
            <a:ext cx="3443284" cy="4038600"/>
          </a:xfrm>
          <a:prstGeom prst="rect">
            <a:avLst/>
          </a:prstGeom>
          <a:noFill/>
          <a:ln>
            <a:noFill/>
          </a:ln>
        </p:spPr>
      </p:sp>
      <p:sp>
        <p:nvSpPr>
          <p:cNvPr id="36" name="Google Shape;36;p49"/>
          <p:cNvSpPr txBox="1">
            <a:spLocks noGrp="1"/>
          </p:cNvSpPr>
          <p:nvPr>
            <p:ph type="body" idx="1"/>
          </p:nvPr>
        </p:nvSpPr>
        <p:spPr>
          <a:xfrm>
            <a:off x="725955" y="2730341"/>
            <a:ext cx="3354662" cy="112134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600"/>
              <a:buNone/>
              <a:defRPr sz="1500">
                <a:solidFill>
                  <a:srgbClr val="000000"/>
                </a:solidFill>
                <a:latin typeface="Chivo"/>
                <a:ea typeface="Chivo"/>
                <a:cs typeface="Chivo"/>
                <a:sym typeface="Chivo"/>
              </a:defRPr>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lt1"/>
              </a:buClr>
              <a:buSzPts val="750"/>
              <a:buNone/>
              <a:defRPr sz="750"/>
            </a:lvl6pPr>
            <a:lvl7pPr marL="3200400" lvl="6" indent="-228600" algn="l">
              <a:lnSpc>
                <a:spcPct val="90000"/>
              </a:lnSpc>
              <a:spcBef>
                <a:spcPts val="375"/>
              </a:spcBef>
              <a:spcAft>
                <a:spcPts val="0"/>
              </a:spcAft>
              <a:buClr>
                <a:schemeClr val="lt1"/>
              </a:buClr>
              <a:buSzPts val="750"/>
              <a:buNone/>
              <a:defRPr sz="750"/>
            </a:lvl7pPr>
            <a:lvl8pPr marL="3657600" lvl="7" indent="-228600" algn="l">
              <a:lnSpc>
                <a:spcPct val="90000"/>
              </a:lnSpc>
              <a:spcBef>
                <a:spcPts val="375"/>
              </a:spcBef>
              <a:spcAft>
                <a:spcPts val="0"/>
              </a:spcAft>
              <a:buClr>
                <a:schemeClr val="lt1"/>
              </a:buClr>
              <a:buSzPts val="750"/>
              <a:buNone/>
              <a:defRPr sz="750"/>
            </a:lvl8pPr>
            <a:lvl9pPr marL="4114800" lvl="8" indent="-228600" algn="l">
              <a:lnSpc>
                <a:spcPct val="90000"/>
              </a:lnSpc>
              <a:spcBef>
                <a:spcPts val="375"/>
              </a:spcBef>
              <a:spcAft>
                <a:spcPts val="0"/>
              </a:spcAft>
              <a:buClr>
                <a:schemeClr val="lt1"/>
              </a:buClr>
              <a:buSzPts val="750"/>
              <a:buNone/>
              <a:defRPr sz="75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37"/>
        <p:cNvGrpSpPr/>
        <p:nvPr/>
      </p:nvGrpSpPr>
      <p:grpSpPr>
        <a:xfrm>
          <a:off x="0" y="0"/>
          <a:ext cx="0" cy="0"/>
          <a:chOff x="0" y="0"/>
          <a:chExt cx="0" cy="0"/>
        </a:xfrm>
      </p:grpSpPr>
      <p:sp>
        <p:nvSpPr>
          <p:cNvPr id="38" name="Google Shape;38;p109"/>
          <p:cNvSpPr/>
          <p:nvPr/>
        </p:nvSpPr>
        <p:spPr>
          <a:xfrm rot="10800000">
            <a:off x="270273" y="403956"/>
            <a:ext cx="135577" cy="271080"/>
          </a:xfrm>
          <a:custGeom>
            <a:avLst/>
            <a:gdLst/>
            <a:ahLst/>
            <a:cxnLst/>
            <a:rect l="l" t="t" r="r" b="b"/>
            <a:pathLst>
              <a:path w="3477" h="6953" extrusionOk="0">
                <a:moveTo>
                  <a:pt x="0" y="1"/>
                </a:moveTo>
                <a:lnTo>
                  <a:pt x="0" y="6952"/>
                </a:lnTo>
                <a:lnTo>
                  <a:pt x="3476" y="3476"/>
                </a:lnTo>
                <a:lnTo>
                  <a:pt x="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9"/>
          <p:cNvSpPr/>
          <p:nvPr/>
        </p:nvSpPr>
        <p:spPr>
          <a:xfrm>
            <a:off x="8497925" y="2045375"/>
            <a:ext cx="212340" cy="397199"/>
          </a:xfrm>
          <a:custGeom>
            <a:avLst/>
            <a:gdLst/>
            <a:ahLst/>
            <a:cxnLst/>
            <a:rect l="l" t="t" r="r" b="b"/>
            <a:pathLst>
              <a:path w="3477" h="6504" extrusionOk="0">
                <a:moveTo>
                  <a:pt x="240" y="1"/>
                </a:moveTo>
                <a:lnTo>
                  <a:pt x="150" y="31"/>
                </a:lnTo>
                <a:lnTo>
                  <a:pt x="60" y="91"/>
                </a:lnTo>
                <a:lnTo>
                  <a:pt x="0" y="150"/>
                </a:lnTo>
                <a:lnTo>
                  <a:pt x="0" y="270"/>
                </a:lnTo>
                <a:lnTo>
                  <a:pt x="0" y="360"/>
                </a:lnTo>
                <a:lnTo>
                  <a:pt x="60" y="420"/>
                </a:lnTo>
                <a:lnTo>
                  <a:pt x="150" y="480"/>
                </a:lnTo>
                <a:lnTo>
                  <a:pt x="240" y="510"/>
                </a:lnTo>
                <a:lnTo>
                  <a:pt x="330" y="480"/>
                </a:lnTo>
                <a:lnTo>
                  <a:pt x="420" y="420"/>
                </a:lnTo>
                <a:lnTo>
                  <a:pt x="480" y="360"/>
                </a:lnTo>
                <a:lnTo>
                  <a:pt x="480" y="270"/>
                </a:lnTo>
                <a:lnTo>
                  <a:pt x="480" y="150"/>
                </a:lnTo>
                <a:lnTo>
                  <a:pt x="420" y="91"/>
                </a:lnTo>
                <a:lnTo>
                  <a:pt x="330" y="31"/>
                </a:lnTo>
                <a:lnTo>
                  <a:pt x="240" y="1"/>
                </a:lnTo>
                <a:close/>
                <a:moveTo>
                  <a:pt x="1738" y="1"/>
                </a:moveTo>
                <a:lnTo>
                  <a:pt x="1648" y="31"/>
                </a:lnTo>
                <a:lnTo>
                  <a:pt x="1558" y="91"/>
                </a:lnTo>
                <a:lnTo>
                  <a:pt x="1528" y="150"/>
                </a:lnTo>
                <a:lnTo>
                  <a:pt x="1498" y="270"/>
                </a:lnTo>
                <a:lnTo>
                  <a:pt x="1528" y="360"/>
                </a:lnTo>
                <a:lnTo>
                  <a:pt x="1558" y="420"/>
                </a:lnTo>
                <a:lnTo>
                  <a:pt x="1648" y="480"/>
                </a:lnTo>
                <a:lnTo>
                  <a:pt x="1738" y="510"/>
                </a:lnTo>
                <a:lnTo>
                  <a:pt x="1828" y="480"/>
                </a:lnTo>
                <a:lnTo>
                  <a:pt x="1918" y="420"/>
                </a:lnTo>
                <a:lnTo>
                  <a:pt x="1978" y="360"/>
                </a:lnTo>
                <a:lnTo>
                  <a:pt x="1978" y="270"/>
                </a:lnTo>
                <a:lnTo>
                  <a:pt x="1978" y="150"/>
                </a:lnTo>
                <a:lnTo>
                  <a:pt x="1918" y="91"/>
                </a:lnTo>
                <a:lnTo>
                  <a:pt x="1828" y="31"/>
                </a:lnTo>
                <a:lnTo>
                  <a:pt x="1738" y="1"/>
                </a:lnTo>
                <a:close/>
                <a:moveTo>
                  <a:pt x="3236" y="1"/>
                </a:moveTo>
                <a:lnTo>
                  <a:pt x="3147" y="31"/>
                </a:lnTo>
                <a:lnTo>
                  <a:pt x="3057" y="91"/>
                </a:lnTo>
                <a:lnTo>
                  <a:pt x="3027" y="150"/>
                </a:lnTo>
                <a:lnTo>
                  <a:pt x="2997" y="270"/>
                </a:lnTo>
                <a:lnTo>
                  <a:pt x="3027" y="360"/>
                </a:lnTo>
                <a:lnTo>
                  <a:pt x="3057" y="420"/>
                </a:lnTo>
                <a:lnTo>
                  <a:pt x="3147" y="480"/>
                </a:lnTo>
                <a:lnTo>
                  <a:pt x="3236" y="510"/>
                </a:lnTo>
                <a:lnTo>
                  <a:pt x="3326" y="480"/>
                </a:lnTo>
                <a:lnTo>
                  <a:pt x="3416" y="420"/>
                </a:lnTo>
                <a:lnTo>
                  <a:pt x="3476" y="360"/>
                </a:lnTo>
                <a:lnTo>
                  <a:pt x="3476" y="270"/>
                </a:lnTo>
                <a:lnTo>
                  <a:pt x="3476" y="150"/>
                </a:lnTo>
                <a:lnTo>
                  <a:pt x="3416" y="91"/>
                </a:lnTo>
                <a:lnTo>
                  <a:pt x="3326" y="31"/>
                </a:lnTo>
                <a:lnTo>
                  <a:pt x="3236" y="1"/>
                </a:lnTo>
                <a:close/>
                <a:moveTo>
                  <a:pt x="150" y="1529"/>
                </a:moveTo>
                <a:lnTo>
                  <a:pt x="60" y="1589"/>
                </a:lnTo>
                <a:lnTo>
                  <a:pt x="0" y="1679"/>
                </a:lnTo>
                <a:lnTo>
                  <a:pt x="0" y="1769"/>
                </a:lnTo>
                <a:lnTo>
                  <a:pt x="0" y="1858"/>
                </a:lnTo>
                <a:lnTo>
                  <a:pt x="60" y="1948"/>
                </a:lnTo>
                <a:lnTo>
                  <a:pt x="150" y="2008"/>
                </a:lnTo>
                <a:lnTo>
                  <a:pt x="330" y="2008"/>
                </a:lnTo>
                <a:lnTo>
                  <a:pt x="420" y="1948"/>
                </a:lnTo>
                <a:lnTo>
                  <a:pt x="480" y="1858"/>
                </a:lnTo>
                <a:lnTo>
                  <a:pt x="480" y="1769"/>
                </a:lnTo>
                <a:lnTo>
                  <a:pt x="480" y="1679"/>
                </a:lnTo>
                <a:lnTo>
                  <a:pt x="420" y="1589"/>
                </a:lnTo>
                <a:lnTo>
                  <a:pt x="330" y="1529"/>
                </a:lnTo>
                <a:close/>
                <a:moveTo>
                  <a:pt x="1738" y="1499"/>
                </a:moveTo>
                <a:lnTo>
                  <a:pt x="1648" y="1529"/>
                </a:lnTo>
                <a:lnTo>
                  <a:pt x="1558" y="1589"/>
                </a:lnTo>
                <a:lnTo>
                  <a:pt x="1528" y="1649"/>
                </a:lnTo>
                <a:lnTo>
                  <a:pt x="1498" y="1769"/>
                </a:lnTo>
                <a:lnTo>
                  <a:pt x="1528" y="1858"/>
                </a:lnTo>
                <a:lnTo>
                  <a:pt x="1558" y="1918"/>
                </a:lnTo>
                <a:lnTo>
                  <a:pt x="1648" y="1978"/>
                </a:lnTo>
                <a:lnTo>
                  <a:pt x="1738" y="2008"/>
                </a:lnTo>
                <a:lnTo>
                  <a:pt x="1828" y="1978"/>
                </a:lnTo>
                <a:lnTo>
                  <a:pt x="1918" y="1918"/>
                </a:lnTo>
                <a:lnTo>
                  <a:pt x="1978" y="1858"/>
                </a:lnTo>
                <a:lnTo>
                  <a:pt x="1978" y="1769"/>
                </a:lnTo>
                <a:lnTo>
                  <a:pt x="1978" y="1649"/>
                </a:lnTo>
                <a:lnTo>
                  <a:pt x="1918" y="1589"/>
                </a:lnTo>
                <a:lnTo>
                  <a:pt x="1828" y="1529"/>
                </a:lnTo>
                <a:lnTo>
                  <a:pt x="1738" y="1499"/>
                </a:lnTo>
                <a:close/>
                <a:moveTo>
                  <a:pt x="3236" y="1499"/>
                </a:moveTo>
                <a:lnTo>
                  <a:pt x="3147" y="1529"/>
                </a:lnTo>
                <a:lnTo>
                  <a:pt x="3057" y="1589"/>
                </a:lnTo>
                <a:lnTo>
                  <a:pt x="3027" y="1649"/>
                </a:lnTo>
                <a:lnTo>
                  <a:pt x="2997" y="1769"/>
                </a:lnTo>
                <a:lnTo>
                  <a:pt x="3027" y="1858"/>
                </a:lnTo>
                <a:lnTo>
                  <a:pt x="3057" y="1918"/>
                </a:lnTo>
                <a:lnTo>
                  <a:pt x="3147" y="1978"/>
                </a:lnTo>
                <a:lnTo>
                  <a:pt x="3236" y="2008"/>
                </a:lnTo>
                <a:lnTo>
                  <a:pt x="3326" y="1978"/>
                </a:lnTo>
                <a:lnTo>
                  <a:pt x="3416" y="1918"/>
                </a:lnTo>
                <a:lnTo>
                  <a:pt x="3476" y="1858"/>
                </a:lnTo>
                <a:lnTo>
                  <a:pt x="3476" y="1769"/>
                </a:lnTo>
                <a:lnTo>
                  <a:pt x="3476" y="1649"/>
                </a:lnTo>
                <a:lnTo>
                  <a:pt x="3416" y="1589"/>
                </a:lnTo>
                <a:lnTo>
                  <a:pt x="3326" y="1529"/>
                </a:lnTo>
                <a:lnTo>
                  <a:pt x="3236" y="1499"/>
                </a:lnTo>
                <a:close/>
                <a:moveTo>
                  <a:pt x="1648" y="3027"/>
                </a:moveTo>
                <a:lnTo>
                  <a:pt x="1558" y="3087"/>
                </a:lnTo>
                <a:lnTo>
                  <a:pt x="1528" y="3177"/>
                </a:lnTo>
                <a:lnTo>
                  <a:pt x="1498" y="3267"/>
                </a:lnTo>
                <a:lnTo>
                  <a:pt x="1528" y="3357"/>
                </a:lnTo>
                <a:lnTo>
                  <a:pt x="1558" y="3447"/>
                </a:lnTo>
                <a:lnTo>
                  <a:pt x="1648" y="3507"/>
                </a:lnTo>
                <a:lnTo>
                  <a:pt x="1828" y="3507"/>
                </a:lnTo>
                <a:lnTo>
                  <a:pt x="1918" y="3447"/>
                </a:lnTo>
                <a:lnTo>
                  <a:pt x="1978" y="3357"/>
                </a:lnTo>
                <a:lnTo>
                  <a:pt x="1978" y="3267"/>
                </a:lnTo>
                <a:lnTo>
                  <a:pt x="1978" y="3177"/>
                </a:lnTo>
                <a:lnTo>
                  <a:pt x="1918" y="3087"/>
                </a:lnTo>
                <a:lnTo>
                  <a:pt x="1828" y="3027"/>
                </a:lnTo>
                <a:close/>
                <a:moveTo>
                  <a:pt x="3236" y="2997"/>
                </a:moveTo>
                <a:lnTo>
                  <a:pt x="3147" y="3027"/>
                </a:lnTo>
                <a:lnTo>
                  <a:pt x="3057" y="3087"/>
                </a:lnTo>
                <a:lnTo>
                  <a:pt x="3027" y="3177"/>
                </a:lnTo>
                <a:lnTo>
                  <a:pt x="2997" y="3267"/>
                </a:lnTo>
                <a:lnTo>
                  <a:pt x="3027" y="3357"/>
                </a:lnTo>
                <a:lnTo>
                  <a:pt x="3057" y="3447"/>
                </a:lnTo>
                <a:lnTo>
                  <a:pt x="3147" y="3477"/>
                </a:lnTo>
                <a:lnTo>
                  <a:pt x="3236" y="3507"/>
                </a:lnTo>
                <a:lnTo>
                  <a:pt x="3326" y="3477"/>
                </a:lnTo>
                <a:lnTo>
                  <a:pt x="3416" y="3447"/>
                </a:lnTo>
                <a:lnTo>
                  <a:pt x="3476" y="3357"/>
                </a:lnTo>
                <a:lnTo>
                  <a:pt x="3476" y="3267"/>
                </a:lnTo>
                <a:lnTo>
                  <a:pt x="3476" y="3177"/>
                </a:lnTo>
                <a:lnTo>
                  <a:pt x="3416" y="3087"/>
                </a:lnTo>
                <a:lnTo>
                  <a:pt x="3326" y="3027"/>
                </a:lnTo>
                <a:lnTo>
                  <a:pt x="3236" y="2997"/>
                </a:lnTo>
                <a:close/>
                <a:moveTo>
                  <a:pt x="240" y="3027"/>
                </a:moveTo>
                <a:lnTo>
                  <a:pt x="150" y="3057"/>
                </a:lnTo>
                <a:lnTo>
                  <a:pt x="60" y="3117"/>
                </a:lnTo>
                <a:lnTo>
                  <a:pt x="0" y="3177"/>
                </a:lnTo>
                <a:lnTo>
                  <a:pt x="0" y="3267"/>
                </a:lnTo>
                <a:lnTo>
                  <a:pt x="0" y="3387"/>
                </a:lnTo>
                <a:lnTo>
                  <a:pt x="60" y="3447"/>
                </a:lnTo>
                <a:lnTo>
                  <a:pt x="150" y="3507"/>
                </a:lnTo>
                <a:lnTo>
                  <a:pt x="240" y="3537"/>
                </a:lnTo>
                <a:lnTo>
                  <a:pt x="330" y="3507"/>
                </a:lnTo>
                <a:lnTo>
                  <a:pt x="420" y="3447"/>
                </a:lnTo>
                <a:lnTo>
                  <a:pt x="480" y="3387"/>
                </a:lnTo>
                <a:lnTo>
                  <a:pt x="480" y="3267"/>
                </a:lnTo>
                <a:lnTo>
                  <a:pt x="480" y="3177"/>
                </a:lnTo>
                <a:lnTo>
                  <a:pt x="420" y="3117"/>
                </a:lnTo>
                <a:lnTo>
                  <a:pt x="330" y="3057"/>
                </a:lnTo>
                <a:lnTo>
                  <a:pt x="240" y="3027"/>
                </a:lnTo>
                <a:close/>
                <a:moveTo>
                  <a:pt x="1648" y="4525"/>
                </a:moveTo>
                <a:lnTo>
                  <a:pt x="1558" y="4585"/>
                </a:lnTo>
                <a:lnTo>
                  <a:pt x="1528" y="4675"/>
                </a:lnTo>
                <a:lnTo>
                  <a:pt x="1498" y="4765"/>
                </a:lnTo>
                <a:lnTo>
                  <a:pt x="1528" y="4855"/>
                </a:lnTo>
                <a:lnTo>
                  <a:pt x="1558" y="4945"/>
                </a:lnTo>
                <a:lnTo>
                  <a:pt x="1648" y="4975"/>
                </a:lnTo>
                <a:lnTo>
                  <a:pt x="1738" y="5005"/>
                </a:lnTo>
                <a:lnTo>
                  <a:pt x="1828" y="4975"/>
                </a:lnTo>
                <a:lnTo>
                  <a:pt x="1918" y="4945"/>
                </a:lnTo>
                <a:lnTo>
                  <a:pt x="1978" y="4855"/>
                </a:lnTo>
                <a:lnTo>
                  <a:pt x="1978" y="4765"/>
                </a:lnTo>
                <a:lnTo>
                  <a:pt x="1978" y="4675"/>
                </a:lnTo>
                <a:lnTo>
                  <a:pt x="1918" y="4585"/>
                </a:lnTo>
                <a:lnTo>
                  <a:pt x="1828" y="4525"/>
                </a:lnTo>
                <a:close/>
                <a:moveTo>
                  <a:pt x="3147" y="4525"/>
                </a:moveTo>
                <a:lnTo>
                  <a:pt x="3057" y="4585"/>
                </a:lnTo>
                <a:lnTo>
                  <a:pt x="3027" y="4675"/>
                </a:lnTo>
                <a:lnTo>
                  <a:pt x="2997" y="4765"/>
                </a:lnTo>
                <a:lnTo>
                  <a:pt x="3027" y="4855"/>
                </a:lnTo>
                <a:lnTo>
                  <a:pt x="3057" y="4945"/>
                </a:lnTo>
                <a:lnTo>
                  <a:pt x="3147" y="4975"/>
                </a:lnTo>
                <a:lnTo>
                  <a:pt x="3236" y="5005"/>
                </a:lnTo>
                <a:lnTo>
                  <a:pt x="3326" y="4975"/>
                </a:lnTo>
                <a:lnTo>
                  <a:pt x="3416" y="4945"/>
                </a:lnTo>
                <a:lnTo>
                  <a:pt x="3476" y="4855"/>
                </a:lnTo>
                <a:lnTo>
                  <a:pt x="3476" y="4765"/>
                </a:lnTo>
                <a:lnTo>
                  <a:pt x="3476" y="4675"/>
                </a:lnTo>
                <a:lnTo>
                  <a:pt x="3416" y="4585"/>
                </a:lnTo>
                <a:lnTo>
                  <a:pt x="3326" y="4525"/>
                </a:lnTo>
                <a:close/>
                <a:moveTo>
                  <a:pt x="150" y="4555"/>
                </a:moveTo>
                <a:lnTo>
                  <a:pt x="60" y="4615"/>
                </a:lnTo>
                <a:lnTo>
                  <a:pt x="0" y="4705"/>
                </a:lnTo>
                <a:lnTo>
                  <a:pt x="0" y="4795"/>
                </a:lnTo>
                <a:lnTo>
                  <a:pt x="0" y="4885"/>
                </a:lnTo>
                <a:lnTo>
                  <a:pt x="60" y="4975"/>
                </a:lnTo>
                <a:lnTo>
                  <a:pt x="150" y="5005"/>
                </a:lnTo>
                <a:lnTo>
                  <a:pt x="240" y="5035"/>
                </a:lnTo>
                <a:lnTo>
                  <a:pt x="330" y="5005"/>
                </a:lnTo>
                <a:lnTo>
                  <a:pt x="420" y="4975"/>
                </a:lnTo>
                <a:lnTo>
                  <a:pt x="480" y="4885"/>
                </a:lnTo>
                <a:lnTo>
                  <a:pt x="480" y="4795"/>
                </a:lnTo>
                <a:lnTo>
                  <a:pt x="480" y="4705"/>
                </a:lnTo>
                <a:lnTo>
                  <a:pt x="420" y="4615"/>
                </a:lnTo>
                <a:lnTo>
                  <a:pt x="330" y="4555"/>
                </a:lnTo>
                <a:close/>
                <a:moveTo>
                  <a:pt x="150" y="6024"/>
                </a:moveTo>
                <a:lnTo>
                  <a:pt x="60" y="6084"/>
                </a:lnTo>
                <a:lnTo>
                  <a:pt x="0" y="6173"/>
                </a:lnTo>
                <a:lnTo>
                  <a:pt x="0" y="6263"/>
                </a:lnTo>
                <a:lnTo>
                  <a:pt x="0" y="6353"/>
                </a:lnTo>
                <a:lnTo>
                  <a:pt x="60" y="6443"/>
                </a:lnTo>
                <a:lnTo>
                  <a:pt x="150" y="6473"/>
                </a:lnTo>
                <a:lnTo>
                  <a:pt x="240" y="6503"/>
                </a:lnTo>
                <a:lnTo>
                  <a:pt x="330" y="6473"/>
                </a:lnTo>
                <a:lnTo>
                  <a:pt x="420" y="6443"/>
                </a:lnTo>
                <a:lnTo>
                  <a:pt x="480" y="6353"/>
                </a:lnTo>
                <a:lnTo>
                  <a:pt x="480" y="6263"/>
                </a:lnTo>
                <a:lnTo>
                  <a:pt x="480" y="6173"/>
                </a:lnTo>
                <a:lnTo>
                  <a:pt x="420" y="6084"/>
                </a:lnTo>
                <a:lnTo>
                  <a:pt x="330" y="6024"/>
                </a:lnTo>
                <a:close/>
                <a:moveTo>
                  <a:pt x="1648" y="6024"/>
                </a:moveTo>
                <a:lnTo>
                  <a:pt x="1558" y="6084"/>
                </a:lnTo>
                <a:lnTo>
                  <a:pt x="1528" y="6173"/>
                </a:lnTo>
                <a:lnTo>
                  <a:pt x="1498" y="6263"/>
                </a:lnTo>
                <a:lnTo>
                  <a:pt x="1528" y="6353"/>
                </a:lnTo>
                <a:lnTo>
                  <a:pt x="1558" y="6443"/>
                </a:lnTo>
                <a:lnTo>
                  <a:pt x="1648" y="6473"/>
                </a:lnTo>
                <a:lnTo>
                  <a:pt x="1738" y="6503"/>
                </a:lnTo>
                <a:lnTo>
                  <a:pt x="1828" y="6473"/>
                </a:lnTo>
                <a:lnTo>
                  <a:pt x="1918" y="6443"/>
                </a:lnTo>
                <a:lnTo>
                  <a:pt x="1978" y="6353"/>
                </a:lnTo>
                <a:lnTo>
                  <a:pt x="1978" y="6263"/>
                </a:lnTo>
                <a:lnTo>
                  <a:pt x="1978" y="6173"/>
                </a:lnTo>
                <a:lnTo>
                  <a:pt x="1918" y="6084"/>
                </a:lnTo>
                <a:lnTo>
                  <a:pt x="1828" y="6024"/>
                </a:lnTo>
                <a:close/>
                <a:moveTo>
                  <a:pt x="3147" y="6024"/>
                </a:moveTo>
                <a:lnTo>
                  <a:pt x="3057" y="6084"/>
                </a:lnTo>
                <a:lnTo>
                  <a:pt x="3027" y="6173"/>
                </a:lnTo>
                <a:lnTo>
                  <a:pt x="2997" y="6263"/>
                </a:lnTo>
                <a:lnTo>
                  <a:pt x="3027" y="6353"/>
                </a:lnTo>
                <a:lnTo>
                  <a:pt x="3057" y="6443"/>
                </a:lnTo>
                <a:lnTo>
                  <a:pt x="3147" y="6473"/>
                </a:lnTo>
                <a:lnTo>
                  <a:pt x="3236" y="6503"/>
                </a:lnTo>
                <a:lnTo>
                  <a:pt x="3326" y="6473"/>
                </a:lnTo>
                <a:lnTo>
                  <a:pt x="3416" y="6443"/>
                </a:lnTo>
                <a:lnTo>
                  <a:pt x="3476" y="6353"/>
                </a:lnTo>
                <a:lnTo>
                  <a:pt x="3476" y="6263"/>
                </a:lnTo>
                <a:lnTo>
                  <a:pt x="3476" y="6173"/>
                </a:lnTo>
                <a:lnTo>
                  <a:pt x="3416" y="6084"/>
                </a:lnTo>
                <a:lnTo>
                  <a:pt x="3326" y="6024"/>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109"/>
          <p:cNvGrpSpPr/>
          <p:nvPr/>
        </p:nvGrpSpPr>
        <p:grpSpPr>
          <a:xfrm>
            <a:off x="120089" y="2732568"/>
            <a:ext cx="435946" cy="435946"/>
            <a:chOff x="2945425" y="3311575"/>
            <a:chExt cx="154350" cy="154350"/>
          </a:xfrm>
        </p:grpSpPr>
        <p:sp>
          <p:nvSpPr>
            <p:cNvPr id="41" name="Google Shape;41;p109"/>
            <p:cNvSpPr/>
            <p:nvPr/>
          </p:nvSpPr>
          <p:spPr>
            <a:xfrm>
              <a:off x="2945425" y="3311575"/>
              <a:ext cx="12000" cy="12000"/>
            </a:xfrm>
            <a:custGeom>
              <a:avLst/>
              <a:gdLst/>
              <a:ahLst/>
              <a:cxnLst/>
              <a:rect l="l" t="t" r="r" b="b"/>
              <a:pathLst>
                <a:path w="480" h="480" extrusionOk="0">
                  <a:moveTo>
                    <a:pt x="240" y="0"/>
                  </a:moveTo>
                  <a:lnTo>
                    <a:pt x="150" y="30"/>
                  </a:lnTo>
                  <a:lnTo>
                    <a:pt x="60" y="90"/>
                  </a:lnTo>
                  <a:lnTo>
                    <a:pt x="30" y="150"/>
                  </a:lnTo>
                  <a:lnTo>
                    <a:pt x="0" y="240"/>
                  </a:lnTo>
                  <a:lnTo>
                    <a:pt x="30" y="330"/>
                  </a:lnTo>
                  <a:lnTo>
                    <a:pt x="60" y="420"/>
                  </a:lnTo>
                  <a:lnTo>
                    <a:pt x="150" y="480"/>
                  </a:lnTo>
                  <a:lnTo>
                    <a:pt x="330" y="480"/>
                  </a:lnTo>
                  <a:lnTo>
                    <a:pt x="420" y="420"/>
                  </a:lnTo>
                  <a:lnTo>
                    <a:pt x="480" y="330"/>
                  </a:lnTo>
                  <a:lnTo>
                    <a:pt x="480" y="240"/>
                  </a:lnTo>
                  <a:lnTo>
                    <a:pt x="480" y="150"/>
                  </a:lnTo>
                  <a:lnTo>
                    <a:pt x="420" y="90"/>
                  </a:lnTo>
                  <a:lnTo>
                    <a:pt x="330" y="30"/>
                  </a:lnTo>
                  <a:lnTo>
                    <a:pt x="24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09"/>
            <p:cNvSpPr/>
            <p:nvPr/>
          </p:nvSpPr>
          <p:spPr>
            <a:xfrm>
              <a:off x="2945425" y="3340025"/>
              <a:ext cx="12000" cy="12025"/>
            </a:xfrm>
            <a:custGeom>
              <a:avLst/>
              <a:gdLst/>
              <a:ahLst/>
              <a:cxnLst/>
              <a:rect l="l" t="t" r="r" b="b"/>
              <a:pathLst>
                <a:path w="480" h="481" extrusionOk="0">
                  <a:moveTo>
                    <a:pt x="240" y="1"/>
                  </a:moveTo>
                  <a:lnTo>
                    <a:pt x="150" y="31"/>
                  </a:lnTo>
                  <a:lnTo>
                    <a:pt x="60" y="61"/>
                  </a:lnTo>
                  <a:lnTo>
                    <a:pt x="30" y="151"/>
                  </a:lnTo>
                  <a:lnTo>
                    <a:pt x="0" y="241"/>
                  </a:lnTo>
                  <a:lnTo>
                    <a:pt x="30" y="331"/>
                  </a:lnTo>
                  <a:lnTo>
                    <a:pt x="60" y="420"/>
                  </a:lnTo>
                  <a:lnTo>
                    <a:pt x="150" y="480"/>
                  </a:lnTo>
                  <a:lnTo>
                    <a:pt x="330" y="480"/>
                  </a:lnTo>
                  <a:lnTo>
                    <a:pt x="420" y="420"/>
                  </a:lnTo>
                  <a:lnTo>
                    <a:pt x="480" y="331"/>
                  </a:lnTo>
                  <a:lnTo>
                    <a:pt x="480" y="241"/>
                  </a:lnTo>
                  <a:lnTo>
                    <a:pt x="480" y="151"/>
                  </a:lnTo>
                  <a:lnTo>
                    <a:pt x="42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109"/>
            <p:cNvSpPr/>
            <p:nvPr/>
          </p:nvSpPr>
          <p:spPr>
            <a:xfrm>
              <a:off x="2973875" y="3340025"/>
              <a:ext cx="12025" cy="12025"/>
            </a:xfrm>
            <a:custGeom>
              <a:avLst/>
              <a:gdLst/>
              <a:ahLst/>
              <a:cxnLst/>
              <a:rect l="l" t="t" r="r" b="b"/>
              <a:pathLst>
                <a:path w="481" h="481" extrusionOk="0">
                  <a:moveTo>
                    <a:pt x="241" y="1"/>
                  </a:moveTo>
                  <a:lnTo>
                    <a:pt x="151" y="31"/>
                  </a:lnTo>
                  <a:lnTo>
                    <a:pt x="61" y="61"/>
                  </a:lnTo>
                  <a:lnTo>
                    <a:pt x="31" y="151"/>
                  </a:lnTo>
                  <a:lnTo>
                    <a:pt x="1" y="241"/>
                  </a:lnTo>
                  <a:lnTo>
                    <a:pt x="31" y="331"/>
                  </a:lnTo>
                  <a:lnTo>
                    <a:pt x="61" y="420"/>
                  </a:lnTo>
                  <a:lnTo>
                    <a:pt x="151" y="480"/>
                  </a:lnTo>
                  <a:lnTo>
                    <a:pt x="331" y="480"/>
                  </a:lnTo>
                  <a:lnTo>
                    <a:pt x="421" y="420"/>
                  </a:lnTo>
                  <a:lnTo>
                    <a:pt x="480" y="331"/>
                  </a:lnTo>
                  <a:lnTo>
                    <a:pt x="480" y="241"/>
                  </a:lnTo>
                  <a:lnTo>
                    <a:pt x="480" y="151"/>
                  </a:lnTo>
                  <a:lnTo>
                    <a:pt x="421" y="61"/>
                  </a:lnTo>
                  <a:lnTo>
                    <a:pt x="331" y="31"/>
                  </a:lnTo>
                  <a:lnTo>
                    <a:pt x="24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109"/>
            <p:cNvSpPr/>
            <p:nvPr/>
          </p:nvSpPr>
          <p:spPr>
            <a:xfrm>
              <a:off x="3002350" y="3340025"/>
              <a:ext cx="12025" cy="12025"/>
            </a:xfrm>
            <a:custGeom>
              <a:avLst/>
              <a:gdLst/>
              <a:ahLst/>
              <a:cxnLst/>
              <a:rect l="l" t="t" r="r" b="b"/>
              <a:pathLst>
                <a:path w="481" h="481" extrusionOk="0">
                  <a:moveTo>
                    <a:pt x="240" y="1"/>
                  </a:moveTo>
                  <a:lnTo>
                    <a:pt x="150" y="31"/>
                  </a:lnTo>
                  <a:lnTo>
                    <a:pt x="61" y="61"/>
                  </a:lnTo>
                  <a:lnTo>
                    <a:pt x="1" y="151"/>
                  </a:lnTo>
                  <a:lnTo>
                    <a:pt x="1" y="241"/>
                  </a:lnTo>
                  <a:lnTo>
                    <a:pt x="1" y="331"/>
                  </a:lnTo>
                  <a:lnTo>
                    <a:pt x="61" y="420"/>
                  </a:lnTo>
                  <a:lnTo>
                    <a:pt x="150" y="480"/>
                  </a:lnTo>
                  <a:lnTo>
                    <a:pt x="330" y="480"/>
                  </a:lnTo>
                  <a:lnTo>
                    <a:pt x="420" y="420"/>
                  </a:lnTo>
                  <a:lnTo>
                    <a:pt x="450" y="331"/>
                  </a:lnTo>
                  <a:lnTo>
                    <a:pt x="480" y="241"/>
                  </a:lnTo>
                  <a:lnTo>
                    <a:pt x="450" y="151"/>
                  </a:lnTo>
                  <a:lnTo>
                    <a:pt x="42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109"/>
            <p:cNvSpPr/>
            <p:nvPr/>
          </p:nvSpPr>
          <p:spPr>
            <a:xfrm>
              <a:off x="3030825" y="3340025"/>
              <a:ext cx="12000" cy="12025"/>
            </a:xfrm>
            <a:custGeom>
              <a:avLst/>
              <a:gdLst/>
              <a:ahLst/>
              <a:cxnLst/>
              <a:rect l="l" t="t" r="r" b="b"/>
              <a:pathLst>
                <a:path w="480" h="481" extrusionOk="0">
                  <a:moveTo>
                    <a:pt x="240" y="1"/>
                  </a:moveTo>
                  <a:lnTo>
                    <a:pt x="150" y="31"/>
                  </a:lnTo>
                  <a:lnTo>
                    <a:pt x="60" y="61"/>
                  </a:lnTo>
                  <a:lnTo>
                    <a:pt x="0" y="151"/>
                  </a:lnTo>
                  <a:lnTo>
                    <a:pt x="0" y="241"/>
                  </a:lnTo>
                  <a:lnTo>
                    <a:pt x="0" y="331"/>
                  </a:lnTo>
                  <a:lnTo>
                    <a:pt x="60" y="420"/>
                  </a:lnTo>
                  <a:lnTo>
                    <a:pt x="150" y="480"/>
                  </a:lnTo>
                  <a:lnTo>
                    <a:pt x="330" y="480"/>
                  </a:lnTo>
                  <a:lnTo>
                    <a:pt x="420" y="420"/>
                  </a:lnTo>
                  <a:lnTo>
                    <a:pt x="450" y="331"/>
                  </a:lnTo>
                  <a:lnTo>
                    <a:pt x="480" y="241"/>
                  </a:lnTo>
                  <a:lnTo>
                    <a:pt x="450" y="151"/>
                  </a:lnTo>
                  <a:lnTo>
                    <a:pt x="42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109"/>
            <p:cNvSpPr/>
            <p:nvPr/>
          </p:nvSpPr>
          <p:spPr>
            <a:xfrm>
              <a:off x="3002350" y="3368500"/>
              <a:ext cx="12025" cy="12025"/>
            </a:xfrm>
            <a:custGeom>
              <a:avLst/>
              <a:gdLst/>
              <a:ahLst/>
              <a:cxnLst/>
              <a:rect l="l" t="t" r="r" b="b"/>
              <a:pathLst>
                <a:path w="481" h="481" extrusionOk="0">
                  <a:moveTo>
                    <a:pt x="240" y="1"/>
                  </a:moveTo>
                  <a:lnTo>
                    <a:pt x="150" y="31"/>
                  </a:lnTo>
                  <a:lnTo>
                    <a:pt x="61" y="61"/>
                  </a:lnTo>
                  <a:lnTo>
                    <a:pt x="1" y="150"/>
                  </a:lnTo>
                  <a:lnTo>
                    <a:pt x="1" y="240"/>
                  </a:lnTo>
                  <a:lnTo>
                    <a:pt x="1" y="330"/>
                  </a:lnTo>
                  <a:lnTo>
                    <a:pt x="61" y="420"/>
                  </a:lnTo>
                  <a:lnTo>
                    <a:pt x="150" y="480"/>
                  </a:lnTo>
                  <a:lnTo>
                    <a:pt x="330" y="480"/>
                  </a:lnTo>
                  <a:lnTo>
                    <a:pt x="420" y="420"/>
                  </a:lnTo>
                  <a:lnTo>
                    <a:pt x="450" y="330"/>
                  </a:lnTo>
                  <a:lnTo>
                    <a:pt x="480" y="240"/>
                  </a:lnTo>
                  <a:lnTo>
                    <a:pt x="450" y="150"/>
                  </a:lnTo>
                  <a:lnTo>
                    <a:pt x="42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109"/>
            <p:cNvSpPr/>
            <p:nvPr/>
          </p:nvSpPr>
          <p:spPr>
            <a:xfrm>
              <a:off x="3030825" y="3396975"/>
              <a:ext cx="12000" cy="12000"/>
            </a:xfrm>
            <a:custGeom>
              <a:avLst/>
              <a:gdLst/>
              <a:ahLst/>
              <a:cxnLst/>
              <a:rect l="l" t="t" r="r" b="b"/>
              <a:pathLst>
                <a:path w="480" h="480" extrusionOk="0">
                  <a:moveTo>
                    <a:pt x="150" y="0"/>
                  </a:moveTo>
                  <a:lnTo>
                    <a:pt x="60" y="60"/>
                  </a:lnTo>
                  <a:lnTo>
                    <a:pt x="0" y="150"/>
                  </a:lnTo>
                  <a:lnTo>
                    <a:pt x="0" y="240"/>
                  </a:lnTo>
                  <a:lnTo>
                    <a:pt x="0" y="330"/>
                  </a:lnTo>
                  <a:lnTo>
                    <a:pt x="60" y="420"/>
                  </a:lnTo>
                  <a:lnTo>
                    <a:pt x="150" y="450"/>
                  </a:lnTo>
                  <a:lnTo>
                    <a:pt x="240" y="480"/>
                  </a:lnTo>
                  <a:lnTo>
                    <a:pt x="330" y="450"/>
                  </a:lnTo>
                  <a:lnTo>
                    <a:pt x="420" y="420"/>
                  </a:lnTo>
                  <a:lnTo>
                    <a:pt x="450" y="330"/>
                  </a:lnTo>
                  <a:lnTo>
                    <a:pt x="480" y="240"/>
                  </a:lnTo>
                  <a:lnTo>
                    <a:pt x="450" y="150"/>
                  </a:lnTo>
                  <a:lnTo>
                    <a:pt x="420" y="60"/>
                  </a:lnTo>
                  <a:lnTo>
                    <a:pt x="33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109"/>
            <p:cNvSpPr/>
            <p:nvPr/>
          </p:nvSpPr>
          <p:spPr>
            <a:xfrm>
              <a:off x="3087000" y="3453900"/>
              <a:ext cx="12775" cy="12025"/>
            </a:xfrm>
            <a:custGeom>
              <a:avLst/>
              <a:gdLst/>
              <a:ahLst/>
              <a:cxnLst/>
              <a:rect l="l" t="t" r="r" b="b"/>
              <a:pathLst>
                <a:path w="511" h="481" extrusionOk="0">
                  <a:moveTo>
                    <a:pt x="151" y="1"/>
                  </a:moveTo>
                  <a:lnTo>
                    <a:pt x="91" y="61"/>
                  </a:lnTo>
                  <a:lnTo>
                    <a:pt x="31" y="150"/>
                  </a:lnTo>
                  <a:lnTo>
                    <a:pt x="1" y="240"/>
                  </a:lnTo>
                  <a:lnTo>
                    <a:pt x="31" y="330"/>
                  </a:lnTo>
                  <a:lnTo>
                    <a:pt x="91" y="420"/>
                  </a:lnTo>
                  <a:lnTo>
                    <a:pt x="151" y="450"/>
                  </a:lnTo>
                  <a:lnTo>
                    <a:pt x="270" y="480"/>
                  </a:lnTo>
                  <a:lnTo>
                    <a:pt x="360" y="450"/>
                  </a:lnTo>
                  <a:lnTo>
                    <a:pt x="420" y="420"/>
                  </a:lnTo>
                  <a:lnTo>
                    <a:pt x="480" y="330"/>
                  </a:lnTo>
                  <a:lnTo>
                    <a:pt x="510" y="240"/>
                  </a:lnTo>
                  <a:lnTo>
                    <a:pt x="480" y="150"/>
                  </a:lnTo>
                  <a:lnTo>
                    <a:pt x="420" y="61"/>
                  </a:lnTo>
                  <a:lnTo>
                    <a:pt x="36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109"/>
            <p:cNvSpPr/>
            <p:nvPr/>
          </p:nvSpPr>
          <p:spPr>
            <a:xfrm>
              <a:off x="3087000" y="3311575"/>
              <a:ext cx="12775" cy="12000"/>
            </a:xfrm>
            <a:custGeom>
              <a:avLst/>
              <a:gdLst/>
              <a:ahLst/>
              <a:cxnLst/>
              <a:rect l="l" t="t" r="r" b="b"/>
              <a:pathLst>
                <a:path w="511" h="480" extrusionOk="0">
                  <a:moveTo>
                    <a:pt x="270" y="0"/>
                  </a:moveTo>
                  <a:lnTo>
                    <a:pt x="151" y="30"/>
                  </a:lnTo>
                  <a:lnTo>
                    <a:pt x="91" y="90"/>
                  </a:lnTo>
                  <a:lnTo>
                    <a:pt x="31" y="150"/>
                  </a:lnTo>
                  <a:lnTo>
                    <a:pt x="1" y="240"/>
                  </a:lnTo>
                  <a:lnTo>
                    <a:pt x="31" y="330"/>
                  </a:lnTo>
                  <a:lnTo>
                    <a:pt x="91" y="420"/>
                  </a:lnTo>
                  <a:lnTo>
                    <a:pt x="151" y="480"/>
                  </a:lnTo>
                  <a:lnTo>
                    <a:pt x="360" y="480"/>
                  </a:lnTo>
                  <a:lnTo>
                    <a:pt x="420" y="420"/>
                  </a:lnTo>
                  <a:lnTo>
                    <a:pt x="480" y="330"/>
                  </a:lnTo>
                  <a:lnTo>
                    <a:pt x="510" y="240"/>
                  </a:lnTo>
                  <a:lnTo>
                    <a:pt x="480" y="150"/>
                  </a:lnTo>
                  <a:lnTo>
                    <a:pt x="420" y="90"/>
                  </a:lnTo>
                  <a:lnTo>
                    <a:pt x="360" y="30"/>
                  </a:lnTo>
                  <a:lnTo>
                    <a:pt x="27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109"/>
            <p:cNvSpPr/>
            <p:nvPr/>
          </p:nvSpPr>
          <p:spPr>
            <a:xfrm>
              <a:off x="3087000" y="3340025"/>
              <a:ext cx="12775" cy="12025"/>
            </a:xfrm>
            <a:custGeom>
              <a:avLst/>
              <a:gdLst/>
              <a:ahLst/>
              <a:cxnLst/>
              <a:rect l="l" t="t" r="r" b="b"/>
              <a:pathLst>
                <a:path w="511" h="481" extrusionOk="0">
                  <a:moveTo>
                    <a:pt x="270" y="1"/>
                  </a:moveTo>
                  <a:lnTo>
                    <a:pt x="151" y="31"/>
                  </a:lnTo>
                  <a:lnTo>
                    <a:pt x="91" y="61"/>
                  </a:lnTo>
                  <a:lnTo>
                    <a:pt x="31" y="151"/>
                  </a:lnTo>
                  <a:lnTo>
                    <a:pt x="1" y="241"/>
                  </a:lnTo>
                  <a:lnTo>
                    <a:pt x="31" y="331"/>
                  </a:lnTo>
                  <a:lnTo>
                    <a:pt x="91" y="420"/>
                  </a:lnTo>
                  <a:lnTo>
                    <a:pt x="151" y="480"/>
                  </a:lnTo>
                  <a:lnTo>
                    <a:pt x="360" y="480"/>
                  </a:lnTo>
                  <a:lnTo>
                    <a:pt x="420" y="420"/>
                  </a:lnTo>
                  <a:lnTo>
                    <a:pt x="480" y="331"/>
                  </a:lnTo>
                  <a:lnTo>
                    <a:pt x="510" y="241"/>
                  </a:lnTo>
                  <a:lnTo>
                    <a:pt x="480" y="151"/>
                  </a:lnTo>
                  <a:lnTo>
                    <a:pt x="420" y="61"/>
                  </a:lnTo>
                  <a:lnTo>
                    <a:pt x="360" y="31"/>
                  </a:lnTo>
                  <a:lnTo>
                    <a:pt x="27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109"/>
            <p:cNvSpPr/>
            <p:nvPr/>
          </p:nvSpPr>
          <p:spPr>
            <a:xfrm>
              <a:off x="3059300" y="3340025"/>
              <a:ext cx="12000" cy="12025"/>
            </a:xfrm>
            <a:custGeom>
              <a:avLst/>
              <a:gdLst/>
              <a:ahLst/>
              <a:cxnLst/>
              <a:rect l="l" t="t" r="r" b="b"/>
              <a:pathLst>
                <a:path w="480" h="481" extrusionOk="0">
                  <a:moveTo>
                    <a:pt x="240" y="1"/>
                  </a:moveTo>
                  <a:lnTo>
                    <a:pt x="150" y="31"/>
                  </a:lnTo>
                  <a:lnTo>
                    <a:pt x="60" y="61"/>
                  </a:lnTo>
                  <a:lnTo>
                    <a:pt x="0" y="151"/>
                  </a:lnTo>
                  <a:lnTo>
                    <a:pt x="0" y="241"/>
                  </a:lnTo>
                  <a:lnTo>
                    <a:pt x="0" y="331"/>
                  </a:lnTo>
                  <a:lnTo>
                    <a:pt x="60" y="420"/>
                  </a:lnTo>
                  <a:lnTo>
                    <a:pt x="150" y="480"/>
                  </a:lnTo>
                  <a:lnTo>
                    <a:pt x="330" y="480"/>
                  </a:lnTo>
                  <a:lnTo>
                    <a:pt x="390" y="420"/>
                  </a:lnTo>
                  <a:lnTo>
                    <a:pt x="450" y="331"/>
                  </a:lnTo>
                  <a:lnTo>
                    <a:pt x="479" y="241"/>
                  </a:lnTo>
                  <a:lnTo>
                    <a:pt x="450" y="151"/>
                  </a:lnTo>
                  <a:lnTo>
                    <a:pt x="39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109"/>
            <p:cNvSpPr/>
            <p:nvPr/>
          </p:nvSpPr>
          <p:spPr>
            <a:xfrm>
              <a:off x="2945425" y="3368500"/>
              <a:ext cx="12000" cy="12025"/>
            </a:xfrm>
            <a:custGeom>
              <a:avLst/>
              <a:gdLst/>
              <a:ahLst/>
              <a:cxnLst/>
              <a:rect l="l" t="t" r="r" b="b"/>
              <a:pathLst>
                <a:path w="480" h="481" extrusionOk="0">
                  <a:moveTo>
                    <a:pt x="240" y="1"/>
                  </a:moveTo>
                  <a:lnTo>
                    <a:pt x="150" y="31"/>
                  </a:lnTo>
                  <a:lnTo>
                    <a:pt x="60" y="61"/>
                  </a:lnTo>
                  <a:lnTo>
                    <a:pt x="30" y="150"/>
                  </a:lnTo>
                  <a:lnTo>
                    <a:pt x="0" y="240"/>
                  </a:lnTo>
                  <a:lnTo>
                    <a:pt x="30" y="330"/>
                  </a:lnTo>
                  <a:lnTo>
                    <a:pt x="60" y="420"/>
                  </a:lnTo>
                  <a:lnTo>
                    <a:pt x="150" y="480"/>
                  </a:lnTo>
                  <a:lnTo>
                    <a:pt x="330" y="480"/>
                  </a:lnTo>
                  <a:lnTo>
                    <a:pt x="420" y="420"/>
                  </a:lnTo>
                  <a:lnTo>
                    <a:pt x="480" y="330"/>
                  </a:lnTo>
                  <a:lnTo>
                    <a:pt x="480" y="240"/>
                  </a:lnTo>
                  <a:lnTo>
                    <a:pt x="480" y="150"/>
                  </a:lnTo>
                  <a:lnTo>
                    <a:pt x="42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109"/>
            <p:cNvSpPr/>
            <p:nvPr/>
          </p:nvSpPr>
          <p:spPr>
            <a:xfrm>
              <a:off x="2973875" y="3368500"/>
              <a:ext cx="12025" cy="12025"/>
            </a:xfrm>
            <a:custGeom>
              <a:avLst/>
              <a:gdLst/>
              <a:ahLst/>
              <a:cxnLst/>
              <a:rect l="l" t="t" r="r" b="b"/>
              <a:pathLst>
                <a:path w="481" h="481" extrusionOk="0">
                  <a:moveTo>
                    <a:pt x="241" y="1"/>
                  </a:moveTo>
                  <a:lnTo>
                    <a:pt x="151" y="31"/>
                  </a:lnTo>
                  <a:lnTo>
                    <a:pt x="61" y="61"/>
                  </a:lnTo>
                  <a:lnTo>
                    <a:pt x="31" y="150"/>
                  </a:lnTo>
                  <a:lnTo>
                    <a:pt x="1" y="240"/>
                  </a:lnTo>
                  <a:lnTo>
                    <a:pt x="31" y="330"/>
                  </a:lnTo>
                  <a:lnTo>
                    <a:pt x="61" y="420"/>
                  </a:lnTo>
                  <a:lnTo>
                    <a:pt x="151" y="480"/>
                  </a:lnTo>
                  <a:lnTo>
                    <a:pt x="331" y="480"/>
                  </a:lnTo>
                  <a:lnTo>
                    <a:pt x="421" y="420"/>
                  </a:lnTo>
                  <a:lnTo>
                    <a:pt x="480" y="330"/>
                  </a:lnTo>
                  <a:lnTo>
                    <a:pt x="480" y="240"/>
                  </a:lnTo>
                  <a:lnTo>
                    <a:pt x="480" y="150"/>
                  </a:lnTo>
                  <a:lnTo>
                    <a:pt x="421" y="61"/>
                  </a:lnTo>
                  <a:lnTo>
                    <a:pt x="331" y="31"/>
                  </a:lnTo>
                  <a:lnTo>
                    <a:pt x="24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09"/>
            <p:cNvSpPr/>
            <p:nvPr/>
          </p:nvSpPr>
          <p:spPr>
            <a:xfrm>
              <a:off x="3087000" y="3368500"/>
              <a:ext cx="12775" cy="12025"/>
            </a:xfrm>
            <a:custGeom>
              <a:avLst/>
              <a:gdLst/>
              <a:ahLst/>
              <a:cxnLst/>
              <a:rect l="l" t="t" r="r" b="b"/>
              <a:pathLst>
                <a:path w="511" h="481" extrusionOk="0">
                  <a:moveTo>
                    <a:pt x="270" y="1"/>
                  </a:moveTo>
                  <a:lnTo>
                    <a:pt x="151" y="31"/>
                  </a:lnTo>
                  <a:lnTo>
                    <a:pt x="91" y="61"/>
                  </a:lnTo>
                  <a:lnTo>
                    <a:pt x="31" y="150"/>
                  </a:lnTo>
                  <a:lnTo>
                    <a:pt x="1" y="240"/>
                  </a:lnTo>
                  <a:lnTo>
                    <a:pt x="31" y="330"/>
                  </a:lnTo>
                  <a:lnTo>
                    <a:pt x="91" y="420"/>
                  </a:lnTo>
                  <a:lnTo>
                    <a:pt x="151" y="480"/>
                  </a:lnTo>
                  <a:lnTo>
                    <a:pt x="360" y="480"/>
                  </a:lnTo>
                  <a:lnTo>
                    <a:pt x="420" y="420"/>
                  </a:lnTo>
                  <a:lnTo>
                    <a:pt x="480" y="330"/>
                  </a:lnTo>
                  <a:lnTo>
                    <a:pt x="510" y="240"/>
                  </a:lnTo>
                  <a:lnTo>
                    <a:pt x="480" y="150"/>
                  </a:lnTo>
                  <a:lnTo>
                    <a:pt x="420" y="61"/>
                  </a:lnTo>
                  <a:lnTo>
                    <a:pt x="360" y="31"/>
                  </a:lnTo>
                  <a:lnTo>
                    <a:pt x="27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09"/>
            <p:cNvSpPr/>
            <p:nvPr/>
          </p:nvSpPr>
          <p:spPr>
            <a:xfrm>
              <a:off x="3059300" y="3368500"/>
              <a:ext cx="12000" cy="12025"/>
            </a:xfrm>
            <a:custGeom>
              <a:avLst/>
              <a:gdLst/>
              <a:ahLst/>
              <a:cxnLst/>
              <a:rect l="l" t="t" r="r" b="b"/>
              <a:pathLst>
                <a:path w="480" h="481" extrusionOk="0">
                  <a:moveTo>
                    <a:pt x="240" y="1"/>
                  </a:moveTo>
                  <a:lnTo>
                    <a:pt x="150" y="31"/>
                  </a:lnTo>
                  <a:lnTo>
                    <a:pt x="60" y="61"/>
                  </a:lnTo>
                  <a:lnTo>
                    <a:pt x="0" y="150"/>
                  </a:lnTo>
                  <a:lnTo>
                    <a:pt x="0" y="240"/>
                  </a:lnTo>
                  <a:lnTo>
                    <a:pt x="0" y="330"/>
                  </a:lnTo>
                  <a:lnTo>
                    <a:pt x="60" y="420"/>
                  </a:lnTo>
                  <a:lnTo>
                    <a:pt x="150" y="480"/>
                  </a:lnTo>
                  <a:lnTo>
                    <a:pt x="330" y="480"/>
                  </a:lnTo>
                  <a:lnTo>
                    <a:pt x="390" y="420"/>
                  </a:lnTo>
                  <a:lnTo>
                    <a:pt x="450" y="330"/>
                  </a:lnTo>
                  <a:lnTo>
                    <a:pt x="479" y="240"/>
                  </a:lnTo>
                  <a:lnTo>
                    <a:pt x="450" y="150"/>
                  </a:lnTo>
                  <a:lnTo>
                    <a:pt x="39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09"/>
            <p:cNvSpPr/>
            <p:nvPr/>
          </p:nvSpPr>
          <p:spPr>
            <a:xfrm>
              <a:off x="2945425" y="3396975"/>
              <a:ext cx="12000" cy="12000"/>
            </a:xfrm>
            <a:custGeom>
              <a:avLst/>
              <a:gdLst/>
              <a:ahLst/>
              <a:cxnLst/>
              <a:rect l="l" t="t" r="r" b="b"/>
              <a:pathLst>
                <a:path w="480" h="480" extrusionOk="0">
                  <a:moveTo>
                    <a:pt x="150" y="0"/>
                  </a:moveTo>
                  <a:lnTo>
                    <a:pt x="60" y="60"/>
                  </a:lnTo>
                  <a:lnTo>
                    <a:pt x="30" y="150"/>
                  </a:lnTo>
                  <a:lnTo>
                    <a:pt x="0" y="240"/>
                  </a:lnTo>
                  <a:lnTo>
                    <a:pt x="30" y="330"/>
                  </a:lnTo>
                  <a:lnTo>
                    <a:pt x="60" y="420"/>
                  </a:lnTo>
                  <a:lnTo>
                    <a:pt x="150" y="450"/>
                  </a:lnTo>
                  <a:lnTo>
                    <a:pt x="240" y="480"/>
                  </a:lnTo>
                  <a:lnTo>
                    <a:pt x="330" y="450"/>
                  </a:lnTo>
                  <a:lnTo>
                    <a:pt x="420" y="420"/>
                  </a:lnTo>
                  <a:lnTo>
                    <a:pt x="480" y="330"/>
                  </a:lnTo>
                  <a:lnTo>
                    <a:pt x="480" y="240"/>
                  </a:lnTo>
                  <a:lnTo>
                    <a:pt x="480" y="150"/>
                  </a:lnTo>
                  <a:lnTo>
                    <a:pt x="420" y="60"/>
                  </a:lnTo>
                  <a:lnTo>
                    <a:pt x="33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09"/>
            <p:cNvSpPr/>
            <p:nvPr/>
          </p:nvSpPr>
          <p:spPr>
            <a:xfrm>
              <a:off x="2973875" y="3396975"/>
              <a:ext cx="12025" cy="12000"/>
            </a:xfrm>
            <a:custGeom>
              <a:avLst/>
              <a:gdLst/>
              <a:ahLst/>
              <a:cxnLst/>
              <a:rect l="l" t="t" r="r" b="b"/>
              <a:pathLst>
                <a:path w="481" h="480" extrusionOk="0">
                  <a:moveTo>
                    <a:pt x="151" y="0"/>
                  </a:moveTo>
                  <a:lnTo>
                    <a:pt x="61" y="60"/>
                  </a:lnTo>
                  <a:lnTo>
                    <a:pt x="31" y="150"/>
                  </a:lnTo>
                  <a:lnTo>
                    <a:pt x="1" y="240"/>
                  </a:lnTo>
                  <a:lnTo>
                    <a:pt x="31" y="330"/>
                  </a:lnTo>
                  <a:lnTo>
                    <a:pt x="61" y="420"/>
                  </a:lnTo>
                  <a:lnTo>
                    <a:pt x="151" y="450"/>
                  </a:lnTo>
                  <a:lnTo>
                    <a:pt x="241" y="480"/>
                  </a:lnTo>
                  <a:lnTo>
                    <a:pt x="331" y="450"/>
                  </a:lnTo>
                  <a:lnTo>
                    <a:pt x="421" y="420"/>
                  </a:lnTo>
                  <a:lnTo>
                    <a:pt x="480" y="330"/>
                  </a:lnTo>
                  <a:lnTo>
                    <a:pt x="480" y="240"/>
                  </a:lnTo>
                  <a:lnTo>
                    <a:pt x="480" y="150"/>
                  </a:lnTo>
                  <a:lnTo>
                    <a:pt x="421" y="60"/>
                  </a:lnTo>
                  <a:lnTo>
                    <a:pt x="33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9"/>
            <p:cNvSpPr/>
            <p:nvPr/>
          </p:nvSpPr>
          <p:spPr>
            <a:xfrm>
              <a:off x="3087000" y="3396975"/>
              <a:ext cx="12775" cy="12000"/>
            </a:xfrm>
            <a:custGeom>
              <a:avLst/>
              <a:gdLst/>
              <a:ahLst/>
              <a:cxnLst/>
              <a:rect l="l" t="t" r="r" b="b"/>
              <a:pathLst>
                <a:path w="511" h="480" extrusionOk="0">
                  <a:moveTo>
                    <a:pt x="151" y="0"/>
                  </a:moveTo>
                  <a:lnTo>
                    <a:pt x="91" y="60"/>
                  </a:lnTo>
                  <a:lnTo>
                    <a:pt x="31" y="150"/>
                  </a:lnTo>
                  <a:lnTo>
                    <a:pt x="1" y="240"/>
                  </a:lnTo>
                  <a:lnTo>
                    <a:pt x="31" y="330"/>
                  </a:lnTo>
                  <a:lnTo>
                    <a:pt x="91" y="420"/>
                  </a:lnTo>
                  <a:lnTo>
                    <a:pt x="151" y="450"/>
                  </a:lnTo>
                  <a:lnTo>
                    <a:pt x="270" y="480"/>
                  </a:lnTo>
                  <a:lnTo>
                    <a:pt x="360" y="450"/>
                  </a:lnTo>
                  <a:lnTo>
                    <a:pt x="420" y="420"/>
                  </a:lnTo>
                  <a:lnTo>
                    <a:pt x="480" y="330"/>
                  </a:lnTo>
                  <a:lnTo>
                    <a:pt x="510" y="240"/>
                  </a:lnTo>
                  <a:lnTo>
                    <a:pt x="480" y="150"/>
                  </a:lnTo>
                  <a:lnTo>
                    <a:pt x="420" y="60"/>
                  </a:lnTo>
                  <a:lnTo>
                    <a:pt x="36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09"/>
            <p:cNvSpPr/>
            <p:nvPr/>
          </p:nvSpPr>
          <p:spPr>
            <a:xfrm>
              <a:off x="3059300" y="3396975"/>
              <a:ext cx="12000" cy="12000"/>
            </a:xfrm>
            <a:custGeom>
              <a:avLst/>
              <a:gdLst/>
              <a:ahLst/>
              <a:cxnLst/>
              <a:rect l="l" t="t" r="r" b="b"/>
              <a:pathLst>
                <a:path w="480" h="480" extrusionOk="0">
                  <a:moveTo>
                    <a:pt x="150" y="0"/>
                  </a:moveTo>
                  <a:lnTo>
                    <a:pt x="60" y="60"/>
                  </a:lnTo>
                  <a:lnTo>
                    <a:pt x="0" y="150"/>
                  </a:lnTo>
                  <a:lnTo>
                    <a:pt x="0" y="240"/>
                  </a:lnTo>
                  <a:lnTo>
                    <a:pt x="0" y="330"/>
                  </a:lnTo>
                  <a:lnTo>
                    <a:pt x="60" y="420"/>
                  </a:lnTo>
                  <a:lnTo>
                    <a:pt x="150" y="450"/>
                  </a:lnTo>
                  <a:lnTo>
                    <a:pt x="240" y="480"/>
                  </a:lnTo>
                  <a:lnTo>
                    <a:pt x="330" y="450"/>
                  </a:lnTo>
                  <a:lnTo>
                    <a:pt x="390" y="420"/>
                  </a:lnTo>
                  <a:lnTo>
                    <a:pt x="450" y="330"/>
                  </a:lnTo>
                  <a:lnTo>
                    <a:pt x="479" y="240"/>
                  </a:lnTo>
                  <a:lnTo>
                    <a:pt x="450" y="150"/>
                  </a:lnTo>
                  <a:lnTo>
                    <a:pt x="390" y="60"/>
                  </a:lnTo>
                  <a:lnTo>
                    <a:pt x="33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109"/>
            <p:cNvSpPr/>
            <p:nvPr/>
          </p:nvSpPr>
          <p:spPr>
            <a:xfrm>
              <a:off x="2945425" y="3425425"/>
              <a:ext cx="12000" cy="12025"/>
            </a:xfrm>
            <a:custGeom>
              <a:avLst/>
              <a:gdLst/>
              <a:ahLst/>
              <a:cxnLst/>
              <a:rect l="l" t="t" r="r" b="b"/>
              <a:pathLst>
                <a:path w="480" h="481" extrusionOk="0">
                  <a:moveTo>
                    <a:pt x="150" y="1"/>
                  </a:moveTo>
                  <a:lnTo>
                    <a:pt x="60" y="61"/>
                  </a:lnTo>
                  <a:lnTo>
                    <a:pt x="30" y="151"/>
                  </a:lnTo>
                  <a:lnTo>
                    <a:pt x="0" y="241"/>
                  </a:lnTo>
                  <a:lnTo>
                    <a:pt x="30" y="331"/>
                  </a:lnTo>
                  <a:lnTo>
                    <a:pt x="60" y="421"/>
                  </a:lnTo>
                  <a:lnTo>
                    <a:pt x="150" y="450"/>
                  </a:lnTo>
                  <a:lnTo>
                    <a:pt x="240" y="480"/>
                  </a:lnTo>
                  <a:lnTo>
                    <a:pt x="330" y="450"/>
                  </a:lnTo>
                  <a:lnTo>
                    <a:pt x="420" y="421"/>
                  </a:lnTo>
                  <a:lnTo>
                    <a:pt x="480" y="331"/>
                  </a:lnTo>
                  <a:lnTo>
                    <a:pt x="480" y="241"/>
                  </a:lnTo>
                  <a:lnTo>
                    <a:pt x="480" y="151"/>
                  </a:lnTo>
                  <a:lnTo>
                    <a:pt x="42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09"/>
            <p:cNvSpPr/>
            <p:nvPr/>
          </p:nvSpPr>
          <p:spPr>
            <a:xfrm>
              <a:off x="3030825" y="3368500"/>
              <a:ext cx="12000" cy="12025"/>
            </a:xfrm>
            <a:custGeom>
              <a:avLst/>
              <a:gdLst/>
              <a:ahLst/>
              <a:cxnLst/>
              <a:rect l="l" t="t" r="r" b="b"/>
              <a:pathLst>
                <a:path w="480" h="481" extrusionOk="0">
                  <a:moveTo>
                    <a:pt x="240" y="1"/>
                  </a:moveTo>
                  <a:lnTo>
                    <a:pt x="150" y="31"/>
                  </a:lnTo>
                  <a:lnTo>
                    <a:pt x="60" y="61"/>
                  </a:lnTo>
                  <a:lnTo>
                    <a:pt x="0" y="150"/>
                  </a:lnTo>
                  <a:lnTo>
                    <a:pt x="0" y="240"/>
                  </a:lnTo>
                  <a:lnTo>
                    <a:pt x="0" y="330"/>
                  </a:lnTo>
                  <a:lnTo>
                    <a:pt x="60" y="420"/>
                  </a:lnTo>
                  <a:lnTo>
                    <a:pt x="150" y="480"/>
                  </a:lnTo>
                  <a:lnTo>
                    <a:pt x="330" y="480"/>
                  </a:lnTo>
                  <a:lnTo>
                    <a:pt x="420" y="420"/>
                  </a:lnTo>
                  <a:lnTo>
                    <a:pt x="450" y="330"/>
                  </a:lnTo>
                  <a:lnTo>
                    <a:pt x="480" y="240"/>
                  </a:lnTo>
                  <a:lnTo>
                    <a:pt x="450" y="150"/>
                  </a:lnTo>
                  <a:lnTo>
                    <a:pt x="420" y="61"/>
                  </a:lnTo>
                  <a:lnTo>
                    <a:pt x="330" y="31"/>
                  </a:lnTo>
                  <a:lnTo>
                    <a:pt x="24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09"/>
            <p:cNvSpPr/>
            <p:nvPr/>
          </p:nvSpPr>
          <p:spPr>
            <a:xfrm>
              <a:off x="3002350" y="3396975"/>
              <a:ext cx="12025" cy="12000"/>
            </a:xfrm>
            <a:custGeom>
              <a:avLst/>
              <a:gdLst/>
              <a:ahLst/>
              <a:cxnLst/>
              <a:rect l="l" t="t" r="r" b="b"/>
              <a:pathLst>
                <a:path w="481" h="480" extrusionOk="0">
                  <a:moveTo>
                    <a:pt x="150" y="0"/>
                  </a:moveTo>
                  <a:lnTo>
                    <a:pt x="61" y="60"/>
                  </a:lnTo>
                  <a:lnTo>
                    <a:pt x="1" y="150"/>
                  </a:lnTo>
                  <a:lnTo>
                    <a:pt x="1" y="240"/>
                  </a:lnTo>
                  <a:lnTo>
                    <a:pt x="1" y="330"/>
                  </a:lnTo>
                  <a:lnTo>
                    <a:pt x="61" y="420"/>
                  </a:lnTo>
                  <a:lnTo>
                    <a:pt x="150" y="450"/>
                  </a:lnTo>
                  <a:lnTo>
                    <a:pt x="240" y="480"/>
                  </a:lnTo>
                  <a:lnTo>
                    <a:pt x="330" y="450"/>
                  </a:lnTo>
                  <a:lnTo>
                    <a:pt x="420" y="420"/>
                  </a:lnTo>
                  <a:lnTo>
                    <a:pt x="450" y="330"/>
                  </a:lnTo>
                  <a:lnTo>
                    <a:pt x="480" y="240"/>
                  </a:lnTo>
                  <a:lnTo>
                    <a:pt x="450" y="150"/>
                  </a:lnTo>
                  <a:lnTo>
                    <a:pt x="420" y="60"/>
                  </a:lnTo>
                  <a:lnTo>
                    <a:pt x="33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109"/>
            <p:cNvSpPr/>
            <p:nvPr/>
          </p:nvSpPr>
          <p:spPr>
            <a:xfrm>
              <a:off x="2973875" y="3425425"/>
              <a:ext cx="12025" cy="12025"/>
            </a:xfrm>
            <a:custGeom>
              <a:avLst/>
              <a:gdLst/>
              <a:ahLst/>
              <a:cxnLst/>
              <a:rect l="l" t="t" r="r" b="b"/>
              <a:pathLst>
                <a:path w="481" h="481" extrusionOk="0">
                  <a:moveTo>
                    <a:pt x="151" y="1"/>
                  </a:moveTo>
                  <a:lnTo>
                    <a:pt x="61" y="61"/>
                  </a:lnTo>
                  <a:lnTo>
                    <a:pt x="31" y="151"/>
                  </a:lnTo>
                  <a:lnTo>
                    <a:pt x="1" y="241"/>
                  </a:lnTo>
                  <a:lnTo>
                    <a:pt x="31" y="331"/>
                  </a:lnTo>
                  <a:lnTo>
                    <a:pt x="61" y="421"/>
                  </a:lnTo>
                  <a:lnTo>
                    <a:pt x="151" y="450"/>
                  </a:lnTo>
                  <a:lnTo>
                    <a:pt x="241" y="480"/>
                  </a:lnTo>
                  <a:lnTo>
                    <a:pt x="331" y="450"/>
                  </a:lnTo>
                  <a:lnTo>
                    <a:pt x="421" y="421"/>
                  </a:lnTo>
                  <a:lnTo>
                    <a:pt x="480" y="331"/>
                  </a:lnTo>
                  <a:lnTo>
                    <a:pt x="480" y="241"/>
                  </a:lnTo>
                  <a:lnTo>
                    <a:pt x="480" y="151"/>
                  </a:lnTo>
                  <a:lnTo>
                    <a:pt x="421" y="61"/>
                  </a:lnTo>
                  <a:lnTo>
                    <a:pt x="33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09"/>
            <p:cNvSpPr/>
            <p:nvPr/>
          </p:nvSpPr>
          <p:spPr>
            <a:xfrm>
              <a:off x="2945425" y="3453900"/>
              <a:ext cx="12000" cy="12025"/>
            </a:xfrm>
            <a:custGeom>
              <a:avLst/>
              <a:gdLst/>
              <a:ahLst/>
              <a:cxnLst/>
              <a:rect l="l" t="t" r="r" b="b"/>
              <a:pathLst>
                <a:path w="480" h="481" extrusionOk="0">
                  <a:moveTo>
                    <a:pt x="150" y="1"/>
                  </a:moveTo>
                  <a:lnTo>
                    <a:pt x="60" y="61"/>
                  </a:lnTo>
                  <a:lnTo>
                    <a:pt x="30" y="150"/>
                  </a:lnTo>
                  <a:lnTo>
                    <a:pt x="0" y="240"/>
                  </a:lnTo>
                  <a:lnTo>
                    <a:pt x="30" y="330"/>
                  </a:lnTo>
                  <a:lnTo>
                    <a:pt x="60" y="420"/>
                  </a:lnTo>
                  <a:lnTo>
                    <a:pt x="150" y="450"/>
                  </a:lnTo>
                  <a:lnTo>
                    <a:pt x="240" y="480"/>
                  </a:lnTo>
                  <a:lnTo>
                    <a:pt x="330" y="450"/>
                  </a:lnTo>
                  <a:lnTo>
                    <a:pt x="420" y="420"/>
                  </a:lnTo>
                  <a:lnTo>
                    <a:pt x="480" y="330"/>
                  </a:lnTo>
                  <a:lnTo>
                    <a:pt x="480" y="240"/>
                  </a:lnTo>
                  <a:lnTo>
                    <a:pt x="480" y="150"/>
                  </a:lnTo>
                  <a:lnTo>
                    <a:pt x="42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09"/>
            <p:cNvSpPr/>
            <p:nvPr/>
          </p:nvSpPr>
          <p:spPr>
            <a:xfrm>
              <a:off x="2973875" y="3311575"/>
              <a:ext cx="12025" cy="12000"/>
            </a:xfrm>
            <a:custGeom>
              <a:avLst/>
              <a:gdLst/>
              <a:ahLst/>
              <a:cxnLst/>
              <a:rect l="l" t="t" r="r" b="b"/>
              <a:pathLst>
                <a:path w="481" h="480" extrusionOk="0">
                  <a:moveTo>
                    <a:pt x="241" y="0"/>
                  </a:moveTo>
                  <a:lnTo>
                    <a:pt x="151" y="30"/>
                  </a:lnTo>
                  <a:lnTo>
                    <a:pt x="61" y="90"/>
                  </a:lnTo>
                  <a:lnTo>
                    <a:pt x="31" y="150"/>
                  </a:lnTo>
                  <a:lnTo>
                    <a:pt x="1" y="240"/>
                  </a:lnTo>
                  <a:lnTo>
                    <a:pt x="31" y="330"/>
                  </a:lnTo>
                  <a:lnTo>
                    <a:pt x="61" y="420"/>
                  </a:lnTo>
                  <a:lnTo>
                    <a:pt x="151" y="480"/>
                  </a:lnTo>
                  <a:lnTo>
                    <a:pt x="331" y="480"/>
                  </a:lnTo>
                  <a:lnTo>
                    <a:pt x="421" y="420"/>
                  </a:lnTo>
                  <a:lnTo>
                    <a:pt x="480" y="330"/>
                  </a:lnTo>
                  <a:lnTo>
                    <a:pt x="480" y="240"/>
                  </a:lnTo>
                  <a:lnTo>
                    <a:pt x="480" y="150"/>
                  </a:lnTo>
                  <a:lnTo>
                    <a:pt x="421" y="90"/>
                  </a:lnTo>
                  <a:lnTo>
                    <a:pt x="331" y="30"/>
                  </a:lnTo>
                  <a:lnTo>
                    <a:pt x="24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109"/>
            <p:cNvSpPr/>
            <p:nvPr/>
          </p:nvSpPr>
          <p:spPr>
            <a:xfrm>
              <a:off x="3002350" y="3425425"/>
              <a:ext cx="12025" cy="12025"/>
            </a:xfrm>
            <a:custGeom>
              <a:avLst/>
              <a:gdLst/>
              <a:ahLst/>
              <a:cxnLst/>
              <a:rect l="l" t="t" r="r" b="b"/>
              <a:pathLst>
                <a:path w="481" h="481" extrusionOk="0">
                  <a:moveTo>
                    <a:pt x="150" y="1"/>
                  </a:moveTo>
                  <a:lnTo>
                    <a:pt x="61" y="61"/>
                  </a:lnTo>
                  <a:lnTo>
                    <a:pt x="1" y="151"/>
                  </a:lnTo>
                  <a:lnTo>
                    <a:pt x="1" y="241"/>
                  </a:lnTo>
                  <a:lnTo>
                    <a:pt x="1" y="331"/>
                  </a:lnTo>
                  <a:lnTo>
                    <a:pt x="61" y="421"/>
                  </a:lnTo>
                  <a:lnTo>
                    <a:pt x="150" y="450"/>
                  </a:lnTo>
                  <a:lnTo>
                    <a:pt x="240" y="480"/>
                  </a:lnTo>
                  <a:lnTo>
                    <a:pt x="330" y="450"/>
                  </a:lnTo>
                  <a:lnTo>
                    <a:pt x="420" y="421"/>
                  </a:lnTo>
                  <a:lnTo>
                    <a:pt x="450" y="331"/>
                  </a:lnTo>
                  <a:lnTo>
                    <a:pt x="480" y="241"/>
                  </a:lnTo>
                  <a:lnTo>
                    <a:pt x="450" y="151"/>
                  </a:lnTo>
                  <a:lnTo>
                    <a:pt x="42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09"/>
            <p:cNvSpPr/>
            <p:nvPr/>
          </p:nvSpPr>
          <p:spPr>
            <a:xfrm>
              <a:off x="2973875" y="3453900"/>
              <a:ext cx="12025" cy="12025"/>
            </a:xfrm>
            <a:custGeom>
              <a:avLst/>
              <a:gdLst/>
              <a:ahLst/>
              <a:cxnLst/>
              <a:rect l="l" t="t" r="r" b="b"/>
              <a:pathLst>
                <a:path w="481" h="481" extrusionOk="0">
                  <a:moveTo>
                    <a:pt x="151" y="1"/>
                  </a:moveTo>
                  <a:lnTo>
                    <a:pt x="61" y="61"/>
                  </a:lnTo>
                  <a:lnTo>
                    <a:pt x="31" y="150"/>
                  </a:lnTo>
                  <a:lnTo>
                    <a:pt x="1" y="240"/>
                  </a:lnTo>
                  <a:lnTo>
                    <a:pt x="31" y="330"/>
                  </a:lnTo>
                  <a:lnTo>
                    <a:pt x="61" y="420"/>
                  </a:lnTo>
                  <a:lnTo>
                    <a:pt x="151" y="450"/>
                  </a:lnTo>
                  <a:lnTo>
                    <a:pt x="241" y="480"/>
                  </a:lnTo>
                  <a:lnTo>
                    <a:pt x="331" y="450"/>
                  </a:lnTo>
                  <a:lnTo>
                    <a:pt x="421" y="420"/>
                  </a:lnTo>
                  <a:lnTo>
                    <a:pt x="480" y="330"/>
                  </a:lnTo>
                  <a:lnTo>
                    <a:pt x="480" y="240"/>
                  </a:lnTo>
                  <a:lnTo>
                    <a:pt x="480" y="150"/>
                  </a:lnTo>
                  <a:lnTo>
                    <a:pt x="421" y="61"/>
                  </a:lnTo>
                  <a:lnTo>
                    <a:pt x="33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109"/>
            <p:cNvSpPr/>
            <p:nvPr/>
          </p:nvSpPr>
          <p:spPr>
            <a:xfrm>
              <a:off x="3002350" y="3311575"/>
              <a:ext cx="12025" cy="12000"/>
            </a:xfrm>
            <a:custGeom>
              <a:avLst/>
              <a:gdLst/>
              <a:ahLst/>
              <a:cxnLst/>
              <a:rect l="l" t="t" r="r" b="b"/>
              <a:pathLst>
                <a:path w="481" h="480" extrusionOk="0">
                  <a:moveTo>
                    <a:pt x="240" y="0"/>
                  </a:moveTo>
                  <a:lnTo>
                    <a:pt x="150" y="30"/>
                  </a:lnTo>
                  <a:lnTo>
                    <a:pt x="61" y="90"/>
                  </a:lnTo>
                  <a:lnTo>
                    <a:pt x="1" y="150"/>
                  </a:lnTo>
                  <a:lnTo>
                    <a:pt x="1" y="240"/>
                  </a:lnTo>
                  <a:lnTo>
                    <a:pt x="1" y="330"/>
                  </a:lnTo>
                  <a:lnTo>
                    <a:pt x="61" y="420"/>
                  </a:lnTo>
                  <a:lnTo>
                    <a:pt x="150" y="480"/>
                  </a:lnTo>
                  <a:lnTo>
                    <a:pt x="330" y="480"/>
                  </a:lnTo>
                  <a:lnTo>
                    <a:pt x="420" y="420"/>
                  </a:lnTo>
                  <a:lnTo>
                    <a:pt x="450" y="330"/>
                  </a:lnTo>
                  <a:lnTo>
                    <a:pt x="480" y="240"/>
                  </a:lnTo>
                  <a:lnTo>
                    <a:pt x="450" y="150"/>
                  </a:lnTo>
                  <a:lnTo>
                    <a:pt x="420" y="90"/>
                  </a:lnTo>
                  <a:lnTo>
                    <a:pt x="330" y="30"/>
                  </a:lnTo>
                  <a:lnTo>
                    <a:pt x="24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09"/>
            <p:cNvSpPr/>
            <p:nvPr/>
          </p:nvSpPr>
          <p:spPr>
            <a:xfrm>
              <a:off x="3030825" y="3425425"/>
              <a:ext cx="12000" cy="12025"/>
            </a:xfrm>
            <a:custGeom>
              <a:avLst/>
              <a:gdLst/>
              <a:ahLst/>
              <a:cxnLst/>
              <a:rect l="l" t="t" r="r" b="b"/>
              <a:pathLst>
                <a:path w="480" h="481" extrusionOk="0">
                  <a:moveTo>
                    <a:pt x="150" y="1"/>
                  </a:moveTo>
                  <a:lnTo>
                    <a:pt x="60" y="61"/>
                  </a:lnTo>
                  <a:lnTo>
                    <a:pt x="0" y="151"/>
                  </a:lnTo>
                  <a:lnTo>
                    <a:pt x="0" y="241"/>
                  </a:lnTo>
                  <a:lnTo>
                    <a:pt x="0" y="331"/>
                  </a:lnTo>
                  <a:lnTo>
                    <a:pt x="60" y="421"/>
                  </a:lnTo>
                  <a:lnTo>
                    <a:pt x="150" y="450"/>
                  </a:lnTo>
                  <a:lnTo>
                    <a:pt x="240" y="480"/>
                  </a:lnTo>
                  <a:lnTo>
                    <a:pt x="330" y="450"/>
                  </a:lnTo>
                  <a:lnTo>
                    <a:pt x="420" y="421"/>
                  </a:lnTo>
                  <a:lnTo>
                    <a:pt x="450" y="331"/>
                  </a:lnTo>
                  <a:lnTo>
                    <a:pt x="480" y="241"/>
                  </a:lnTo>
                  <a:lnTo>
                    <a:pt x="450" y="151"/>
                  </a:lnTo>
                  <a:lnTo>
                    <a:pt x="42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109"/>
            <p:cNvSpPr/>
            <p:nvPr/>
          </p:nvSpPr>
          <p:spPr>
            <a:xfrm>
              <a:off x="3002350" y="3453900"/>
              <a:ext cx="12025" cy="12025"/>
            </a:xfrm>
            <a:custGeom>
              <a:avLst/>
              <a:gdLst/>
              <a:ahLst/>
              <a:cxnLst/>
              <a:rect l="l" t="t" r="r" b="b"/>
              <a:pathLst>
                <a:path w="481" h="481" extrusionOk="0">
                  <a:moveTo>
                    <a:pt x="150" y="1"/>
                  </a:moveTo>
                  <a:lnTo>
                    <a:pt x="61" y="61"/>
                  </a:lnTo>
                  <a:lnTo>
                    <a:pt x="1" y="150"/>
                  </a:lnTo>
                  <a:lnTo>
                    <a:pt x="1" y="240"/>
                  </a:lnTo>
                  <a:lnTo>
                    <a:pt x="1" y="330"/>
                  </a:lnTo>
                  <a:lnTo>
                    <a:pt x="61" y="420"/>
                  </a:lnTo>
                  <a:lnTo>
                    <a:pt x="150" y="450"/>
                  </a:lnTo>
                  <a:lnTo>
                    <a:pt x="240" y="480"/>
                  </a:lnTo>
                  <a:lnTo>
                    <a:pt x="330" y="450"/>
                  </a:lnTo>
                  <a:lnTo>
                    <a:pt x="420" y="420"/>
                  </a:lnTo>
                  <a:lnTo>
                    <a:pt x="450" y="330"/>
                  </a:lnTo>
                  <a:lnTo>
                    <a:pt x="480" y="240"/>
                  </a:lnTo>
                  <a:lnTo>
                    <a:pt x="450" y="150"/>
                  </a:lnTo>
                  <a:lnTo>
                    <a:pt x="42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109"/>
            <p:cNvSpPr/>
            <p:nvPr/>
          </p:nvSpPr>
          <p:spPr>
            <a:xfrm>
              <a:off x="3030825" y="3311575"/>
              <a:ext cx="12000" cy="12000"/>
            </a:xfrm>
            <a:custGeom>
              <a:avLst/>
              <a:gdLst/>
              <a:ahLst/>
              <a:cxnLst/>
              <a:rect l="l" t="t" r="r" b="b"/>
              <a:pathLst>
                <a:path w="480" h="480" extrusionOk="0">
                  <a:moveTo>
                    <a:pt x="240" y="0"/>
                  </a:moveTo>
                  <a:lnTo>
                    <a:pt x="150" y="30"/>
                  </a:lnTo>
                  <a:lnTo>
                    <a:pt x="60" y="90"/>
                  </a:lnTo>
                  <a:lnTo>
                    <a:pt x="0" y="150"/>
                  </a:lnTo>
                  <a:lnTo>
                    <a:pt x="0" y="240"/>
                  </a:lnTo>
                  <a:lnTo>
                    <a:pt x="0" y="330"/>
                  </a:lnTo>
                  <a:lnTo>
                    <a:pt x="60" y="420"/>
                  </a:lnTo>
                  <a:lnTo>
                    <a:pt x="150" y="480"/>
                  </a:lnTo>
                  <a:lnTo>
                    <a:pt x="330" y="480"/>
                  </a:lnTo>
                  <a:lnTo>
                    <a:pt x="420" y="420"/>
                  </a:lnTo>
                  <a:lnTo>
                    <a:pt x="450" y="330"/>
                  </a:lnTo>
                  <a:lnTo>
                    <a:pt x="480" y="240"/>
                  </a:lnTo>
                  <a:lnTo>
                    <a:pt x="450" y="150"/>
                  </a:lnTo>
                  <a:lnTo>
                    <a:pt x="420" y="90"/>
                  </a:lnTo>
                  <a:lnTo>
                    <a:pt x="330" y="30"/>
                  </a:lnTo>
                  <a:lnTo>
                    <a:pt x="24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09"/>
            <p:cNvSpPr/>
            <p:nvPr/>
          </p:nvSpPr>
          <p:spPr>
            <a:xfrm>
              <a:off x="3059300" y="3425425"/>
              <a:ext cx="12000" cy="12025"/>
            </a:xfrm>
            <a:custGeom>
              <a:avLst/>
              <a:gdLst/>
              <a:ahLst/>
              <a:cxnLst/>
              <a:rect l="l" t="t" r="r" b="b"/>
              <a:pathLst>
                <a:path w="480" h="481" extrusionOk="0">
                  <a:moveTo>
                    <a:pt x="150" y="1"/>
                  </a:moveTo>
                  <a:lnTo>
                    <a:pt x="60" y="61"/>
                  </a:lnTo>
                  <a:lnTo>
                    <a:pt x="0" y="151"/>
                  </a:lnTo>
                  <a:lnTo>
                    <a:pt x="0" y="241"/>
                  </a:lnTo>
                  <a:lnTo>
                    <a:pt x="0" y="331"/>
                  </a:lnTo>
                  <a:lnTo>
                    <a:pt x="60" y="421"/>
                  </a:lnTo>
                  <a:lnTo>
                    <a:pt x="150" y="450"/>
                  </a:lnTo>
                  <a:lnTo>
                    <a:pt x="240" y="480"/>
                  </a:lnTo>
                  <a:lnTo>
                    <a:pt x="330" y="450"/>
                  </a:lnTo>
                  <a:lnTo>
                    <a:pt x="390" y="421"/>
                  </a:lnTo>
                  <a:lnTo>
                    <a:pt x="450" y="331"/>
                  </a:lnTo>
                  <a:lnTo>
                    <a:pt x="479" y="241"/>
                  </a:lnTo>
                  <a:lnTo>
                    <a:pt x="450" y="151"/>
                  </a:lnTo>
                  <a:lnTo>
                    <a:pt x="39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09"/>
            <p:cNvSpPr/>
            <p:nvPr/>
          </p:nvSpPr>
          <p:spPr>
            <a:xfrm>
              <a:off x="3030825" y="3453900"/>
              <a:ext cx="12000" cy="12025"/>
            </a:xfrm>
            <a:custGeom>
              <a:avLst/>
              <a:gdLst/>
              <a:ahLst/>
              <a:cxnLst/>
              <a:rect l="l" t="t" r="r" b="b"/>
              <a:pathLst>
                <a:path w="480" h="481" extrusionOk="0">
                  <a:moveTo>
                    <a:pt x="150" y="1"/>
                  </a:moveTo>
                  <a:lnTo>
                    <a:pt x="60" y="61"/>
                  </a:lnTo>
                  <a:lnTo>
                    <a:pt x="0" y="150"/>
                  </a:lnTo>
                  <a:lnTo>
                    <a:pt x="0" y="240"/>
                  </a:lnTo>
                  <a:lnTo>
                    <a:pt x="0" y="330"/>
                  </a:lnTo>
                  <a:lnTo>
                    <a:pt x="60" y="420"/>
                  </a:lnTo>
                  <a:lnTo>
                    <a:pt x="150" y="450"/>
                  </a:lnTo>
                  <a:lnTo>
                    <a:pt x="240" y="480"/>
                  </a:lnTo>
                  <a:lnTo>
                    <a:pt x="330" y="450"/>
                  </a:lnTo>
                  <a:lnTo>
                    <a:pt x="420" y="420"/>
                  </a:lnTo>
                  <a:lnTo>
                    <a:pt x="450" y="330"/>
                  </a:lnTo>
                  <a:lnTo>
                    <a:pt x="480" y="240"/>
                  </a:lnTo>
                  <a:lnTo>
                    <a:pt x="450" y="150"/>
                  </a:lnTo>
                  <a:lnTo>
                    <a:pt x="42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09"/>
            <p:cNvSpPr/>
            <p:nvPr/>
          </p:nvSpPr>
          <p:spPr>
            <a:xfrm>
              <a:off x="3059300" y="3311575"/>
              <a:ext cx="12000" cy="12000"/>
            </a:xfrm>
            <a:custGeom>
              <a:avLst/>
              <a:gdLst/>
              <a:ahLst/>
              <a:cxnLst/>
              <a:rect l="l" t="t" r="r" b="b"/>
              <a:pathLst>
                <a:path w="480" h="480" extrusionOk="0">
                  <a:moveTo>
                    <a:pt x="240" y="0"/>
                  </a:moveTo>
                  <a:lnTo>
                    <a:pt x="150" y="30"/>
                  </a:lnTo>
                  <a:lnTo>
                    <a:pt x="60" y="90"/>
                  </a:lnTo>
                  <a:lnTo>
                    <a:pt x="0" y="150"/>
                  </a:lnTo>
                  <a:lnTo>
                    <a:pt x="0" y="240"/>
                  </a:lnTo>
                  <a:lnTo>
                    <a:pt x="0" y="330"/>
                  </a:lnTo>
                  <a:lnTo>
                    <a:pt x="60" y="420"/>
                  </a:lnTo>
                  <a:lnTo>
                    <a:pt x="150" y="480"/>
                  </a:lnTo>
                  <a:lnTo>
                    <a:pt x="330" y="480"/>
                  </a:lnTo>
                  <a:lnTo>
                    <a:pt x="390" y="420"/>
                  </a:lnTo>
                  <a:lnTo>
                    <a:pt x="450" y="330"/>
                  </a:lnTo>
                  <a:lnTo>
                    <a:pt x="479" y="240"/>
                  </a:lnTo>
                  <a:lnTo>
                    <a:pt x="450" y="150"/>
                  </a:lnTo>
                  <a:lnTo>
                    <a:pt x="390" y="90"/>
                  </a:lnTo>
                  <a:lnTo>
                    <a:pt x="330" y="30"/>
                  </a:lnTo>
                  <a:lnTo>
                    <a:pt x="24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09"/>
            <p:cNvSpPr/>
            <p:nvPr/>
          </p:nvSpPr>
          <p:spPr>
            <a:xfrm>
              <a:off x="3087000" y="3425425"/>
              <a:ext cx="12775" cy="12025"/>
            </a:xfrm>
            <a:custGeom>
              <a:avLst/>
              <a:gdLst/>
              <a:ahLst/>
              <a:cxnLst/>
              <a:rect l="l" t="t" r="r" b="b"/>
              <a:pathLst>
                <a:path w="511" h="481" extrusionOk="0">
                  <a:moveTo>
                    <a:pt x="151" y="1"/>
                  </a:moveTo>
                  <a:lnTo>
                    <a:pt x="91" y="61"/>
                  </a:lnTo>
                  <a:lnTo>
                    <a:pt x="31" y="151"/>
                  </a:lnTo>
                  <a:lnTo>
                    <a:pt x="1" y="241"/>
                  </a:lnTo>
                  <a:lnTo>
                    <a:pt x="31" y="331"/>
                  </a:lnTo>
                  <a:lnTo>
                    <a:pt x="91" y="421"/>
                  </a:lnTo>
                  <a:lnTo>
                    <a:pt x="151" y="450"/>
                  </a:lnTo>
                  <a:lnTo>
                    <a:pt x="270" y="480"/>
                  </a:lnTo>
                  <a:lnTo>
                    <a:pt x="360" y="450"/>
                  </a:lnTo>
                  <a:lnTo>
                    <a:pt x="420" y="421"/>
                  </a:lnTo>
                  <a:lnTo>
                    <a:pt x="480" y="331"/>
                  </a:lnTo>
                  <a:lnTo>
                    <a:pt x="510" y="241"/>
                  </a:lnTo>
                  <a:lnTo>
                    <a:pt x="480" y="151"/>
                  </a:lnTo>
                  <a:lnTo>
                    <a:pt x="420" y="61"/>
                  </a:lnTo>
                  <a:lnTo>
                    <a:pt x="36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09"/>
            <p:cNvSpPr/>
            <p:nvPr/>
          </p:nvSpPr>
          <p:spPr>
            <a:xfrm>
              <a:off x="3059300" y="3453900"/>
              <a:ext cx="12000" cy="12025"/>
            </a:xfrm>
            <a:custGeom>
              <a:avLst/>
              <a:gdLst/>
              <a:ahLst/>
              <a:cxnLst/>
              <a:rect l="l" t="t" r="r" b="b"/>
              <a:pathLst>
                <a:path w="480" h="481" extrusionOk="0">
                  <a:moveTo>
                    <a:pt x="150" y="1"/>
                  </a:moveTo>
                  <a:lnTo>
                    <a:pt x="60" y="61"/>
                  </a:lnTo>
                  <a:lnTo>
                    <a:pt x="0" y="150"/>
                  </a:lnTo>
                  <a:lnTo>
                    <a:pt x="0" y="240"/>
                  </a:lnTo>
                  <a:lnTo>
                    <a:pt x="0" y="330"/>
                  </a:lnTo>
                  <a:lnTo>
                    <a:pt x="60" y="420"/>
                  </a:lnTo>
                  <a:lnTo>
                    <a:pt x="150" y="450"/>
                  </a:lnTo>
                  <a:lnTo>
                    <a:pt x="240" y="480"/>
                  </a:lnTo>
                  <a:lnTo>
                    <a:pt x="330" y="450"/>
                  </a:lnTo>
                  <a:lnTo>
                    <a:pt x="390" y="420"/>
                  </a:lnTo>
                  <a:lnTo>
                    <a:pt x="450" y="330"/>
                  </a:lnTo>
                  <a:lnTo>
                    <a:pt x="479" y="240"/>
                  </a:lnTo>
                  <a:lnTo>
                    <a:pt x="450" y="150"/>
                  </a:lnTo>
                  <a:lnTo>
                    <a:pt x="390" y="61"/>
                  </a:lnTo>
                  <a:lnTo>
                    <a:pt x="33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 name="Google Shape;77;p109"/>
          <p:cNvSpPr/>
          <p:nvPr/>
        </p:nvSpPr>
        <p:spPr>
          <a:xfrm rot="-6461070" flipH="1">
            <a:off x="5999849" y="-45229"/>
            <a:ext cx="4197450" cy="2125776"/>
          </a:xfrm>
          <a:custGeom>
            <a:avLst/>
            <a:gdLst/>
            <a:ahLst/>
            <a:cxnLst/>
            <a:rect l="l" t="t" r="r" b="b"/>
            <a:pathLst>
              <a:path w="32663" h="16542" extrusionOk="0">
                <a:moveTo>
                  <a:pt x="6293" y="4165"/>
                </a:moveTo>
                <a:lnTo>
                  <a:pt x="6593" y="4195"/>
                </a:lnTo>
                <a:lnTo>
                  <a:pt x="6773" y="4225"/>
                </a:lnTo>
                <a:lnTo>
                  <a:pt x="7013" y="4285"/>
                </a:lnTo>
                <a:lnTo>
                  <a:pt x="7192" y="4375"/>
                </a:lnTo>
                <a:lnTo>
                  <a:pt x="7402" y="4495"/>
                </a:lnTo>
                <a:lnTo>
                  <a:pt x="7552" y="4645"/>
                </a:lnTo>
                <a:lnTo>
                  <a:pt x="7612" y="4765"/>
                </a:lnTo>
                <a:lnTo>
                  <a:pt x="7642" y="4855"/>
                </a:lnTo>
                <a:lnTo>
                  <a:pt x="7672" y="5004"/>
                </a:lnTo>
                <a:lnTo>
                  <a:pt x="7672" y="5184"/>
                </a:lnTo>
                <a:lnTo>
                  <a:pt x="7642" y="5334"/>
                </a:lnTo>
                <a:lnTo>
                  <a:pt x="7582" y="5484"/>
                </a:lnTo>
                <a:lnTo>
                  <a:pt x="7492" y="5604"/>
                </a:lnTo>
                <a:lnTo>
                  <a:pt x="7372" y="5724"/>
                </a:lnTo>
                <a:lnTo>
                  <a:pt x="7252" y="5813"/>
                </a:lnTo>
                <a:lnTo>
                  <a:pt x="7102" y="5903"/>
                </a:lnTo>
                <a:lnTo>
                  <a:pt x="6953" y="5933"/>
                </a:lnTo>
                <a:lnTo>
                  <a:pt x="6803" y="5963"/>
                </a:lnTo>
                <a:lnTo>
                  <a:pt x="6653" y="5963"/>
                </a:lnTo>
                <a:lnTo>
                  <a:pt x="6473" y="5933"/>
                </a:lnTo>
                <a:lnTo>
                  <a:pt x="6323" y="5903"/>
                </a:lnTo>
                <a:lnTo>
                  <a:pt x="6173" y="5843"/>
                </a:lnTo>
                <a:lnTo>
                  <a:pt x="6024" y="5754"/>
                </a:lnTo>
                <a:lnTo>
                  <a:pt x="5874" y="5634"/>
                </a:lnTo>
                <a:lnTo>
                  <a:pt x="5664" y="5424"/>
                </a:lnTo>
                <a:lnTo>
                  <a:pt x="5484" y="5154"/>
                </a:lnTo>
                <a:lnTo>
                  <a:pt x="5334" y="4855"/>
                </a:lnTo>
                <a:lnTo>
                  <a:pt x="5215" y="4525"/>
                </a:lnTo>
                <a:lnTo>
                  <a:pt x="5155" y="4225"/>
                </a:lnTo>
                <a:lnTo>
                  <a:pt x="5724" y="4165"/>
                </a:lnTo>
                <a:close/>
                <a:moveTo>
                  <a:pt x="17470" y="6383"/>
                </a:moveTo>
                <a:lnTo>
                  <a:pt x="17560" y="6413"/>
                </a:lnTo>
                <a:lnTo>
                  <a:pt x="17710" y="6533"/>
                </a:lnTo>
                <a:lnTo>
                  <a:pt x="17830" y="6653"/>
                </a:lnTo>
                <a:lnTo>
                  <a:pt x="17890" y="6772"/>
                </a:lnTo>
                <a:lnTo>
                  <a:pt x="17890" y="6922"/>
                </a:lnTo>
                <a:lnTo>
                  <a:pt x="17920" y="7042"/>
                </a:lnTo>
                <a:lnTo>
                  <a:pt x="17890" y="7192"/>
                </a:lnTo>
                <a:lnTo>
                  <a:pt x="17800" y="7462"/>
                </a:lnTo>
                <a:lnTo>
                  <a:pt x="17650" y="7731"/>
                </a:lnTo>
                <a:lnTo>
                  <a:pt x="17560" y="7821"/>
                </a:lnTo>
                <a:lnTo>
                  <a:pt x="17470" y="7911"/>
                </a:lnTo>
                <a:lnTo>
                  <a:pt x="17261" y="8061"/>
                </a:lnTo>
                <a:lnTo>
                  <a:pt x="17051" y="8151"/>
                </a:lnTo>
                <a:lnTo>
                  <a:pt x="16811" y="8241"/>
                </a:lnTo>
                <a:lnTo>
                  <a:pt x="16571" y="8271"/>
                </a:lnTo>
                <a:lnTo>
                  <a:pt x="16512" y="8031"/>
                </a:lnTo>
                <a:lnTo>
                  <a:pt x="16482" y="7761"/>
                </a:lnTo>
                <a:lnTo>
                  <a:pt x="16482" y="7462"/>
                </a:lnTo>
                <a:lnTo>
                  <a:pt x="16512" y="7162"/>
                </a:lnTo>
                <a:lnTo>
                  <a:pt x="16541" y="7012"/>
                </a:lnTo>
                <a:lnTo>
                  <a:pt x="16601" y="6862"/>
                </a:lnTo>
                <a:lnTo>
                  <a:pt x="16721" y="6653"/>
                </a:lnTo>
                <a:lnTo>
                  <a:pt x="16901" y="6503"/>
                </a:lnTo>
                <a:lnTo>
                  <a:pt x="17111" y="6413"/>
                </a:lnTo>
                <a:lnTo>
                  <a:pt x="17231" y="6383"/>
                </a:lnTo>
                <a:close/>
                <a:moveTo>
                  <a:pt x="31284" y="10668"/>
                </a:moveTo>
                <a:lnTo>
                  <a:pt x="31494" y="10698"/>
                </a:lnTo>
                <a:lnTo>
                  <a:pt x="31614" y="10758"/>
                </a:lnTo>
                <a:lnTo>
                  <a:pt x="31764" y="10818"/>
                </a:lnTo>
                <a:lnTo>
                  <a:pt x="31854" y="10908"/>
                </a:lnTo>
                <a:lnTo>
                  <a:pt x="31974" y="10997"/>
                </a:lnTo>
                <a:lnTo>
                  <a:pt x="32153" y="11237"/>
                </a:lnTo>
                <a:lnTo>
                  <a:pt x="32273" y="11477"/>
                </a:lnTo>
                <a:lnTo>
                  <a:pt x="32153" y="11687"/>
                </a:lnTo>
                <a:lnTo>
                  <a:pt x="32004" y="11866"/>
                </a:lnTo>
                <a:lnTo>
                  <a:pt x="31824" y="12016"/>
                </a:lnTo>
                <a:lnTo>
                  <a:pt x="31584" y="12136"/>
                </a:lnTo>
                <a:lnTo>
                  <a:pt x="31404" y="12196"/>
                </a:lnTo>
                <a:lnTo>
                  <a:pt x="31015" y="12196"/>
                </a:lnTo>
                <a:lnTo>
                  <a:pt x="30805" y="12136"/>
                </a:lnTo>
                <a:lnTo>
                  <a:pt x="30685" y="12046"/>
                </a:lnTo>
                <a:lnTo>
                  <a:pt x="30565" y="11956"/>
                </a:lnTo>
                <a:lnTo>
                  <a:pt x="30475" y="11837"/>
                </a:lnTo>
                <a:lnTo>
                  <a:pt x="30415" y="11717"/>
                </a:lnTo>
                <a:lnTo>
                  <a:pt x="30356" y="11537"/>
                </a:lnTo>
                <a:lnTo>
                  <a:pt x="30386" y="11357"/>
                </a:lnTo>
                <a:lnTo>
                  <a:pt x="30445" y="11177"/>
                </a:lnTo>
                <a:lnTo>
                  <a:pt x="30565" y="10997"/>
                </a:lnTo>
                <a:lnTo>
                  <a:pt x="30745" y="10848"/>
                </a:lnTo>
                <a:lnTo>
                  <a:pt x="30895" y="10758"/>
                </a:lnTo>
                <a:lnTo>
                  <a:pt x="31105" y="10698"/>
                </a:lnTo>
                <a:lnTo>
                  <a:pt x="31284" y="10668"/>
                </a:lnTo>
                <a:close/>
                <a:moveTo>
                  <a:pt x="23284" y="11507"/>
                </a:moveTo>
                <a:lnTo>
                  <a:pt x="23523" y="11567"/>
                </a:lnTo>
                <a:lnTo>
                  <a:pt x="23733" y="11717"/>
                </a:lnTo>
                <a:lnTo>
                  <a:pt x="23913" y="11866"/>
                </a:lnTo>
                <a:lnTo>
                  <a:pt x="24033" y="12046"/>
                </a:lnTo>
                <a:lnTo>
                  <a:pt x="24093" y="12226"/>
                </a:lnTo>
                <a:lnTo>
                  <a:pt x="24123" y="12406"/>
                </a:lnTo>
                <a:lnTo>
                  <a:pt x="24093" y="12616"/>
                </a:lnTo>
                <a:lnTo>
                  <a:pt x="24003" y="12825"/>
                </a:lnTo>
                <a:lnTo>
                  <a:pt x="23883" y="13005"/>
                </a:lnTo>
                <a:lnTo>
                  <a:pt x="23673" y="13155"/>
                </a:lnTo>
                <a:lnTo>
                  <a:pt x="23464" y="13245"/>
                </a:lnTo>
                <a:lnTo>
                  <a:pt x="23224" y="13335"/>
                </a:lnTo>
                <a:lnTo>
                  <a:pt x="22954" y="13395"/>
                </a:lnTo>
                <a:lnTo>
                  <a:pt x="22385" y="13395"/>
                </a:lnTo>
                <a:lnTo>
                  <a:pt x="21875" y="13335"/>
                </a:lnTo>
                <a:lnTo>
                  <a:pt x="21845" y="13005"/>
                </a:lnTo>
                <a:lnTo>
                  <a:pt x="21875" y="12706"/>
                </a:lnTo>
                <a:lnTo>
                  <a:pt x="21935" y="12466"/>
                </a:lnTo>
                <a:lnTo>
                  <a:pt x="22025" y="12256"/>
                </a:lnTo>
                <a:lnTo>
                  <a:pt x="22145" y="12046"/>
                </a:lnTo>
                <a:lnTo>
                  <a:pt x="22295" y="11866"/>
                </a:lnTo>
                <a:lnTo>
                  <a:pt x="22475" y="11747"/>
                </a:lnTo>
                <a:lnTo>
                  <a:pt x="22654" y="11627"/>
                </a:lnTo>
                <a:lnTo>
                  <a:pt x="22834" y="11537"/>
                </a:lnTo>
                <a:lnTo>
                  <a:pt x="23044" y="11507"/>
                </a:lnTo>
                <a:close/>
                <a:moveTo>
                  <a:pt x="8301" y="0"/>
                </a:moveTo>
                <a:lnTo>
                  <a:pt x="7941" y="60"/>
                </a:lnTo>
                <a:lnTo>
                  <a:pt x="7582" y="120"/>
                </a:lnTo>
                <a:lnTo>
                  <a:pt x="7252" y="240"/>
                </a:lnTo>
                <a:lnTo>
                  <a:pt x="6923" y="390"/>
                </a:lnTo>
                <a:lnTo>
                  <a:pt x="6623" y="570"/>
                </a:lnTo>
                <a:lnTo>
                  <a:pt x="6323" y="779"/>
                </a:lnTo>
                <a:lnTo>
                  <a:pt x="6054" y="1049"/>
                </a:lnTo>
                <a:lnTo>
                  <a:pt x="5784" y="1349"/>
                </a:lnTo>
                <a:lnTo>
                  <a:pt x="5544" y="1708"/>
                </a:lnTo>
                <a:lnTo>
                  <a:pt x="5364" y="2098"/>
                </a:lnTo>
                <a:lnTo>
                  <a:pt x="5215" y="2487"/>
                </a:lnTo>
                <a:lnTo>
                  <a:pt x="5095" y="2907"/>
                </a:lnTo>
                <a:lnTo>
                  <a:pt x="5035" y="3326"/>
                </a:lnTo>
                <a:lnTo>
                  <a:pt x="5035" y="3746"/>
                </a:lnTo>
                <a:lnTo>
                  <a:pt x="5065" y="4165"/>
                </a:lnTo>
                <a:lnTo>
                  <a:pt x="4435" y="4315"/>
                </a:lnTo>
                <a:lnTo>
                  <a:pt x="3836" y="4555"/>
                </a:lnTo>
                <a:lnTo>
                  <a:pt x="3237" y="4825"/>
                </a:lnTo>
                <a:lnTo>
                  <a:pt x="2668" y="5154"/>
                </a:lnTo>
                <a:lnTo>
                  <a:pt x="2158" y="5544"/>
                </a:lnTo>
                <a:lnTo>
                  <a:pt x="1679" y="5993"/>
                </a:lnTo>
                <a:lnTo>
                  <a:pt x="1259" y="6503"/>
                </a:lnTo>
                <a:lnTo>
                  <a:pt x="1049" y="6742"/>
                </a:lnTo>
                <a:lnTo>
                  <a:pt x="870" y="7042"/>
                </a:lnTo>
                <a:lnTo>
                  <a:pt x="690" y="7372"/>
                </a:lnTo>
                <a:lnTo>
                  <a:pt x="510" y="7761"/>
                </a:lnTo>
                <a:lnTo>
                  <a:pt x="360" y="8121"/>
                </a:lnTo>
                <a:lnTo>
                  <a:pt x="240" y="8510"/>
                </a:lnTo>
                <a:lnTo>
                  <a:pt x="150" y="8900"/>
                </a:lnTo>
                <a:lnTo>
                  <a:pt x="61" y="9289"/>
                </a:lnTo>
                <a:lnTo>
                  <a:pt x="31" y="9679"/>
                </a:lnTo>
                <a:lnTo>
                  <a:pt x="1" y="10099"/>
                </a:lnTo>
                <a:lnTo>
                  <a:pt x="1" y="10488"/>
                </a:lnTo>
                <a:lnTo>
                  <a:pt x="31" y="10908"/>
                </a:lnTo>
                <a:lnTo>
                  <a:pt x="90" y="11297"/>
                </a:lnTo>
                <a:lnTo>
                  <a:pt x="180" y="11687"/>
                </a:lnTo>
                <a:lnTo>
                  <a:pt x="300" y="12076"/>
                </a:lnTo>
                <a:lnTo>
                  <a:pt x="420" y="12466"/>
                </a:lnTo>
                <a:lnTo>
                  <a:pt x="570" y="12825"/>
                </a:lnTo>
                <a:lnTo>
                  <a:pt x="750" y="13185"/>
                </a:lnTo>
                <a:lnTo>
                  <a:pt x="780" y="13215"/>
                </a:lnTo>
                <a:lnTo>
                  <a:pt x="810" y="13185"/>
                </a:lnTo>
                <a:lnTo>
                  <a:pt x="840" y="13185"/>
                </a:lnTo>
                <a:lnTo>
                  <a:pt x="840" y="13155"/>
                </a:lnTo>
                <a:lnTo>
                  <a:pt x="630" y="12795"/>
                </a:lnTo>
                <a:lnTo>
                  <a:pt x="480" y="12436"/>
                </a:lnTo>
                <a:lnTo>
                  <a:pt x="360" y="12046"/>
                </a:lnTo>
                <a:lnTo>
                  <a:pt x="240" y="11657"/>
                </a:lnTo>
                <a:lnTo>
                  <a:pt x="180" y="11267"/>
                </a:lnTo>
                <a:lnTo>
                  <a:pt x="120" y="10878"/>
                </a:lnTo>
                <a:lnTo>
                  <a:pt x="90" y="10488"/>
                </a:lnTo>
                <a:lnTo>
                  <a:pt x="90" y="10099"/>
                </a:lnTo>
                <a:lnTo>
                  <a:pt x="90" y="9709"/>
                </a:lnTo>
                <a:lnTo>
                  <a:pt x="150" y="9289"/>
                </a:lnTo>
                <a:lnTo>
                  <a:pt x="210" y="8900"/>
                </a:lnTo>
                <a:lnTo>
                  <a:pt x="300" y="8510"/>
                </a:lnTo>
                <a:lnTo>
                  <a:pt x="420" y="8151"/>
                </a:lnTo>
                <a:lnTo>
                  <a:pt x="570" y="7761"/>
                </a:lnTo>
                <a:lnTo>
                  <a:pt x="750" y="7402"/>
                </a:lnTo>
                <a:lnTo>
                  <a:pt x="930" y="7072"/>
                </a:lnTo>
                <a:lnTo>
                  <a:pt x="1109" y="6802"/>
                </a:lnTo>
                <a:lnTo>
                  <a:pt x="1319" y="6533"/>
                </a:lnTo>
                <a:lnTo>
                  <a:pt x="1739" y="6053"/>
                </a:lnTo>
                <a:lnTo>
                  <a:pt x="2218" y="5604"/>
                </a:lnTo>
                <a:lnTo>
                  <a:pt x="2727" y="5214"/>
                </a:lnTo>
                <a:lnTo>
                  <a:pt x="3267" y="4885"/>
                </a:lnTo>
                <a:lnTo>
                  <a:pt x="3866" y="4615"/>
                </a:lnTo>
                <a:lnTo>
                  <a:pt x="4465" y="4405"/>
                </a:lnTo>
                <a:lnTo>
                  <a:pt x="5095" y="4255"/>
                </a:lnTo>
                <a:lnTo>
                  <a:pt x="5155" y="4525"/>
                </a:lnTo>
                <a:lnTo>
                  <a:pt x="5275" y="4885"/>
                </a:lnTo>
                <a:lnTo>
                  <a:pt x="5424" y="5214"/>
                </a:lnTo>
                <a:lnTo>
                  <a:pt x="5604" y="5484"/>
                </a:lnTo>
                <a:lnTo>
                  <a:pt x="5844" y="5694"/>
                </a:lnTo>
                <a:lnTo>
                  <a:pt x="5994" y="5813"/>
                </a:lnTo>
                <a:lnTo>
                  <a:pt x="6144" y="5903"/>
                </a:lnTo>
                <a:lnTo>
                  <a:pt x="6293" y="5963"/>
                </a:lnTo>
                <a:lnTo>
                  <a:pt x="6473" y="5993"/>
                </a:lnTo>
                <a:lnTo>
                  <a:pt x="6653" y="6023"/>
                </a:lnTo>
                <a:lnTo>
                  <a:pt x="6983" y="6023"/>
                </a:lnTo>
                <a:lnTo>
                  <a:pt x="7132" y="5963"/>
                </a:lnTo>
                <a:lnTo>
                  <a:pt x="7282" y="5873"/>
                </a:lnTo>
                <a:lnTo>
                  <a:pt x="7432" y="5784"/>
                </a:lnTo>
                <a:lnTo>
                  <a:pt x="7552" y="5664"/>
                </a:lnTo>
                <a:lnTo>
                  <a:pt x="7642" y="5514"/>
                </a:lnTo>
                <a:lnTo>
                  <a:pt x="7702" y="5334"/>
                </a:lnTo>
                <a:lnTo>
                  <a:pt x="7762" y="5184"/>
                </a:lnTo>
                <a:lnTo>
                  <a:pt x="7762" y="5004"/>
                </a:lnTo>
                <a:lnTo>
                  <a:pt x="7732" y="4855"/>
                </a:lnTo>
                <a:lnTo>
                  <a:pt x="7702" y="4765"/>
                </a:lnTo>
                <a:lnTo>
                  <a:pt x="7612" y="4645"/>
                </a:lnTo>
                <a:lnTo>
                  <a:pt x="7522" y="4525"/>
                </a:lnTo>
                <a:lnTo>
                  <a:pt x="7402" y="4405"/>
                </a:lnTo>
                <a:lnTo>
                  <a:pt x="7192" y="4285"/>
                </a:lnTo>
                <a:lnTo>
                  <a:pt x="6953" y="4195"/>
                </a:lnTo>
                <a:lnTo>
                  <a:pt x="6653" y="4105"/>
                </a:lnTo>
                <a:lnTo>
                  <a:pt x="6293" y="4075"/>
                </a:lnTo>
                <a:lnTo>
                  <a:pt x="5724" y="4105"/>
                </a:lnTo>
                <a:lnTo>
                  <a:pt x="5155" y="4165"/>
                </a:lnTo>
                <a:lnTo>
                  <a:pt x="5095" y="3746"/>
                </a:lnTo>
                <a:lnTo>
                  <a:pt x="5125" y="3326"/>
                </a:lnTo>
                <a:lnTo>
                  <a:pt x="5155" y="2907"/>
                </a:lnTo>
                <a:lnTo>
                  <a:pt x="5275" y="2517"/>
                </a:lnTo>
                <a:lnTo>
                  <a:pt x="5424" y="2128"/>
                </a:lnTo>
                <a:lnTo>
                  <a:pt x="5604" y="1738"/>
                </a:lnTo>
                <a:lnTo>
                  <a:pt x="5844" y="1409"/>
                </a:lnTo>
                <a:lnTo>
                  <a:pt x="6114" y="1079"/>
                </a:lnTo>
                <a:lnTo>
                  <a:pt x="6383" y="839"/>
                </a:lnTo>
                <a:lnTo>
                  <a:pt x="6653" y="629"/>
                </a:lnTo>
                <a:lnTo>
                  <a:pt x="6953" y="450"/>
                </a:lnTo>
                <a:lnTo>
                  <a:pt x="7282" y="330"/>
                </a:lnTo>
                <a:lnTo>
                  <a:pt x="7612" y="210"/>
                </a:lnTo>
                <a:lnTo>
                  <a:pt x="7971" y="120"/>
                </a:lnTo>
                <a:lnTo>
                  <a:pt x="8331" y="90"/>
                </a:lnTo>
                <a:lnTo>
                  <a:pt x="8691" y="90"/>
                </a:lnTo>
                <a:lnTo>
                  <a:pt x="9080" y="120"/>
                </a:lnTo>
                <a:lnTo>
                  <a:pt x="9470" y="180"/>
                </a:lnTo>
                <a:lnTo>
                  <a:pt x="9859" y="300"/>
                </a:lnTo>
                <a:lnTo>
                  <a:pt x="10219" y="450"/>
                </a:lnTo>
                <a:lnTo>
                  <a:pt x="10578" y="629"/>
                </a:lnTo>
                <a:lnTo>
                  <a:pt x="10908" y="869"/>
                </a:lnTo>
                <a:lnTo>
                  <a:pt x="11208" y="1109"/>
                </a:lnTo>
                <a:lnTo>
                  <a:pt x="11507" y="1409"/>
                </a:lnTo>
                <a:lnTo>
                  <a:pt x="11747" y="1738"/>
                </a:lnTo>
                <a:lnTo>
                  <a:pt x="11987" y="2068"/>
                </a:lnTo>
                <a:lnTo>
                  <a:pt x="12167" y="2457"/>
                </a:lnTo>
                <a:lnTo>
                  <a:pt x="12346" y="2817"/>
                </a:lnTo>
                <a:lnTo>
                  <a:pt x="12496" y="3206"/>
                </a:lnTo>
                <a:lnTo>
                  <a:pt x="12616" y="3626"/>
                </a:lnTo>
                <a:lnTo>
                  <a:pt x="12856" y="4405"/>
                </a:lnTo>
                <a:lnTo>
                  <a:pt x="12886" y="4465"/>
                </a:lnTo>
                <a:lnTo>
                  <a:pt x="13155" y="5334"/>
                </a:lnTo>
                <a:lnTo>
                  <a:pt x="13305" y="5724"/>
                </a:lnTo>
                <a:lnTo>
                  <a:pt x="13455" y="6143"/>
                </a:lnTo>
                <a:lnTo>
                  <a:pt x="13635" y="6503"/>
                </a:lnTo>
                <a:lnTo>
                  <a:pt x="13845" y="6862"/>
                </a:lnTo>
                <a:lnTo>
                  <a:pt x="14084" y="7222"/>
                </a:lnTo>
                <a:lnTo>
                  <a:pt x="14384" y="7521"/>
                </a:lnTo>
                <a:lnTo>
                  <a:pt x="14594" y="7701"/>
                </a:lnTo>
                <a:lnTo>
                  <a:pt x="14833" y="7881"/>
                </a:lnTo>
                <a:lnTo>
                  <a:pt x="15073" y="8031"/>
                </a:lnTo>
                <a:lnTo>
                  <a:pt x="15343" y="8151"/>
                </a:lnTo>
                <a:lnTo>
                  <a:pt x="15643" y="8271"/>
                </a:lnTo>
                <a:lnTo>
                  <a:pt x="15942" y="8331"/>
                </a:lnTo>
                <a:lnTo>
                  <a:pt x="16212" y="8361"/>
                </a:lnTo>
                <a:lnTo>
                  <a:pt x="16512" y="8361"/>
                </a:lnTo>
                <a:lnTo>
                  <a:pt x="16631" y="8810"/>
                </a:lnTo>
                <a:lnTo>
                  <a:pt x="16811" y="9289"/>
                </a:lnTo>
                <a:lnTo>
                  <a:pt x="17021" y="9739"/>
                </a:lnTo>
                <a:lnTo>
                  <a:pt x="17261" y="10158"/>
                </a:lnTo>
                <a:lnTo>
                  <a:pt x="17530" y="10578"/>
                </a:lnTo>
                <a:lnTo>
                  <a:pt x="17830" y="10997"/>
                </a:lnTo>
                <a:lnTo>
                  <a:pt x="18160" y="11357"/>
                </a:lnTo>
                <a:lnTo>
                  <a:pt x="18519" y="11717"/>
                </a:lnTo>
                <a:lnTo>
                  <a:pt x="18909" y="12046"/>
                </a:lnTo>
                <a:lnTo>
                  <a:pt x="19268" y="12316"/>
                </a:lnTo>
                <a:lnTo>
                  <a:pt x="19688" y="12586"/>
                </a:lnTo>
                <a:lnTo>
                  <a:pt x="20077" y="12795"/>
                </a:lnTo>
                <a:lnTo>
                  <a:pt x="20497" y="13005"/>
                </a:lnTo>
                <a:lnTo>
                  <a:pt x="20946" y="13155"/>
                </a:lnTo>
                <a:lnTo>
                  <a:pt x="21366" y="13305"/>
                </a:lnTo>
                <a:lnTo>
                  <a:pt x="21815" y="13395"/>
                </a:lnTo>
                <a:lnTo>
                  <a:pt x="21905" y="13694"/>
                </a:lnTo>
                <a:lnTo>
                  <a:pt x="21995" y="13964"/>
                </a:lnTo>
                <a:lnTo>
                  <a:pt x="22145" y="14234"/>
                </a:lnTo>
                <a:lnTo>
                  <a:pt x="22265" y="14473"/>
                </a:lnTo>
                <a:lnTo>
                  <a:pt x="22445" y="14683"/>
                </a:lnTo>
                <a:lnTo>
                  <a:pt x="22624" y="14923"/>
                </a:lnTo>
                <a:lnTo>
                  <a:pt x="22804" y="15133"/>
                </a:lnTo>
                <a:lnTo>
                  <a:pt x="23014" y="15342"/>
                </a:lnTo>
                <a:lnTo>
                  <a:pt x="23254" y="15522"/>
                </a:lnTo>
                <a:lnTo>
                  <a:pt x="23493" y="15672"/>
                </a:lnTo>
                <a:lnTo>
                  <a:pt x="23733" y="15852"/>
                </a:lnTo>
                <a:lnTo>
                  <a:pt x="24003" y="15972"/>
                </a:lnTo>
                <a:lnTo>
                  <a:pt x="24542" y="16211"/>
                </a:lnTo>
                <a:lnTo>
                  <a:pt x="25142" y="16391"/>
                </a:lnTo>
                <a:lnTo>
                  <a:pt x="25741" y="16511"/>
                </a:lnTo>
                <a:lnTo>
                  <a:pt x="26070" y="16541"/>
                </a:lnTo>
                <a:lnTo>
                  <a:pt x="26370" y="16541"/>
                </a:lnTo>
                <a:lnTo>
                  <a:pt x="26969" y="16511"/>
                </a:lnTo>
                <a:lnTo>
                  <a:pt x="27599" y="16391"/>
                </a:lnTo>
                <a:lnTo>
                  <a:pt x="28198" y="16241"/>
                </a:lnTo>
                <a:lnTo>
                  <a:pt x="28827" y="16002"/>
                </a:lnTo>
                <a:lnTo>
                  <a:pt x="29397" y="15702"/>
                </a:lnTo>
                <a:lnTo>
                  <a:pt x="29966" y="15312"/>
                </a:lnTo>
                <a:lnTo>
                  <a:pt x="30535" y="14893"/>
                </a:lnTo>
                <a:lnTo>
                  <a:pt x="31045" y="14443"/>
                </a:lnTo>
                <a:lnTo>
                  <a:pt x="31554" y="13904"/>
                </a:lnTo>
                <a:lnTo>
                  <a:pt x="31824" y="13545"/>
                </a:lnTo>
                <a:lnTo>
                  <a:pt x="32094" y="13155"/>
                </a:lnTo>
                <a:lnTo>
                  <a:pt x="32213" y="12915"/>
                </a:lnTo>
                <a:lnTo>
                  <a:pt x="32303" y="12706"/>
                </a:lnTo>
                <a:lnTo>
                  <a:pt x="32363" y="12436"/>
                </a:lnTo>
                <a:lnTo>
                  <a:pt x="32423" y="12196"/>
                </a:lnTo>
                <a:lnTo>
                  <a:pt x="32423" y="12016"/>
                </a:lnTo>
                <a:lnTo>
                  <a:pt x="32423" y="11837"/>
                </a:lnTo>
                <a:lnTo>
                  <a:pt x="32393" y="11657"/>
                </a:lnTo>
                <a:lnTo>
                  <a:pt x="32333" y="11507"/>
                </a:lnTo>
                <a:lnTo>
                  <a:pt x="32453" y="11267"/>
                </a:lnTo>
                <a:lnTo>
                  <a:pt x="32513" y="11057"/>
                </a:lnTo>
                <a:lnTo>
                  <a:pt x="32573" y="10818"/>
                </a:lnTo>
                <a:lnTo>
                  <a:pt x="32633" y="10608"/>
                </a:lnTo>
                <a:lnTo>
                  <a:pt x="32633" y="10368"/>
                </a:lnTo>
                <a:lnTo>
                  <a:pt x="32663" y="10128"/>
                </a:lnTo>
                <a:lnTo>
                  <a:pt x="32603" y="9649"/>
                </a:lnTo>
                <a:lnTo>
                  <a:pt x="32483" y="9200"/>
                </a:lnTo>
                <a:lnTo>
                  <a:pt x="32333" y="8780"/>
                </a:lnTo>
                <a:lnTo>
                  <a:pt x="32094" y="8361"/>
                </a:lnTo>
                <a:lnTo>
                  <a:pt x="31944" y="8181"/>
                </a:lnTo>
                <a:lnTo>
                  <a:pt x="31794" y="8001"/>
                </a:lnTo>
                <a:lnTo>
                  <a:pt x="31614" y="7851"/>
                </a:lnTo>
                <a:lnTo>
                  <a:pt x="31434" y="7701"/>
                </a:lnTo>
                <a:lnTo>
                  <a:pt x="31404" y="7671"/>
                </a:lnTo>
                <a:lnTo>
                  <a:pt x="31374" y="7701"/>
                </a:lnTo>
                <a:lnTo>
                  <a:pt x="31374" y="7731"/>
                </a:lnTo>
                <a:lnTo>
                  <a:pt x="31404" y="7761"/>
                </a:lnTo>
                <a:lnTo>
                  <a:pt x="31584" y="7881"/>
                </a:lnTo>
                <a:lnTo>
                  <a:pt x="31734" y="8061"/>
                </a:lnTo>
                <a:lnTo>
                  <a:pt x="32034" y="8420"/>
                </a:lnTo>
                <a:lnTo>
                  <a:pt x="32243" y="8810"/>
                </a:lnTo>
                <a:lnTo>
                  <a:pt x="32423" y="9230"/>
                </a:lnTo>
                <a:lnTo>
                  <a:pt x="32543" y="9679"/>
                </a:lnTo>
                <a:lnTo>
                  <a:pt x="32573" y="10128"/>
                </a:lnTo>
                <a:lnTo>
                  <a:pt x="32543" y="10578"/>
                </a:lnTo>
                <a:lnTo>
                  <a:pt x="32513" y="10818"/>
                </a:lnTo>
                <a:lnTo>
                  <a:pt x="32453" y="11027"/>
                </a:lnTo>
                <a:lnTo>
                  <a:pt x="32393" y="11207"/>
                </a:lnTo>
                <a:lnTo>
                  <a:pt x="32303" y="11417"/>
                </a:lnTo>
                <a:lnTo>
                  <a:pt x="32183" y="11147"/>
                </a:lnTo>
                <a:lnTo>
                  <a:pt x="32004" y="10938"/>
                </a:lnTo>
                <a:lnTo>
                  <a:pt x="31764" y="10758"/>
                </a:lnTo>
                <a:lnTo>
                  <a:pt x="31644" y="10668"/>
                </a:lnTo>
                <a:lnTo>
                  <a:pt x="31494" y="10638"/>
                </a:lnTo>
                <a:lnTo>
                  <a:pt x="31374" y="10608"/>
                </a:lnTo>
                <a:lnTo>
                  <a:pt x="31135" y="10608"/>
                </a:lnTo>
                <a:lnTo>
                  <a:pt x="30985" y="10638"/>
                </a:lnTo>
                <a:lnTo>
                  <a:pt x="30745" y="10758"/>
                </a:lnTo>
                <a:lnTo>
                  <a:pt x="30625" y="10848"/>
                </a:lnTo>
                <a:lnTo>
                  <a:pt x="30535" y="10938"/>
                </a:lnTo>
                <a:lnTo>
                  <a:pt x="30386" y="11147"/>
                </a:lnTo>
                <a:lnTo>
                  <a:pt x="30326" y="11327"/>
                </a:lnTo>
                <a:lnTo>
                  <a:pt x="30296" y="11537"/>
                </a:lnTo>
                <a:lnTo>
                  <a:pt x="30326" y="11747"/>
                </a:lnTo>
                <a:lnTo>
                  <a:pt x="30415" y="11896"/>
                </a:lnTo>
                <a:lnTo>
                  <a:pt x="30505" y="12016"/>
                </a:lnTo>
                <a:lnTo>
                  <a:pt x="30625" y="12106"/>
                </a:lnTo>
                <a:lnTo>
                  <a:pt x="30805" y="12196"/>
                </a:lnTo>
                <a:lnTo>
                  <a:pt x="30985" y="12256"/>
                </a:lnTo>
                <a:lnTo>
                  <a:pt x="31225" y="12286"/>
                </a:lnTo>
                <a:lnTo>
                  <a:pt x="31434" y="12256"/>
                </a:lnTo>
                <a:lnTo>
                  <a:pt x="31614" y="12196"/>
                </a:lnTo>
                <a:lnTo>
                  <a:pt x="31824" y="12076"/>
                </a:lnTo>
                <a:lnTo>
                  <a:pt x="32004" y="11926"/>
                </a:lnTo>
                <a:lnTo>
                  <a:pt x="32183" y="11747"/>
                </a:lnTo>
                <a:lnTo>
                  <a:pt x="32303" y="11567"/>
                </a:lnTo>
                <a:lnTo>
                  <a:pt x="32363" y="11896"/>
                </a:lnTo>
                <a:lnTo>
                  <a:pt x="32333" y="12196"/>
                </a:lnTo>
                <a:lnTo>
                  <a:pt x="32303" y="12436"/>
                </a:lnTo>
                <a:lnTo>
                  <a:pt x="32243" y="12676"/>
                </a:lnTo>
                <a:lnTo>
                  <a:pt x="32153" y="12885"/>
                </a:lnTo>
                <a:lnTo>
                  <a:pt x="32034" y="13125"/>
                </a:lnTo>
                <a:lnTo>
                  <a:pt x="31764" y="13515"/>
                </a:lnTo>
                <a:lnTo>
                  <a:pt x="31494" y="13844"/>
                </a:lnTo>
                <a:lnTo>
                  <a:pt x="30985" y="14384"/>
                </a:lnTo>
                <a:lnTo>
                  <a:pt x="30475" y="14863"/>
                </a:lnTo>
                <a:lnTo>
                  <a:pt x="29936" y="15253"/>
                </a:lnTo>
                <a:lnTo>
                  <a:pt x="29367" y="15612"/>
                </a:lnTo>
                <a:lnTo>
                  <a:pt x="28797" y="15912"/>
                </a:lnTo>
                <a:lnTo>
                  <a:pt x="28198" y="16152"/>
                </a:lnTo>
                <a:lnTo>
                  <a:pt x="27569" y="16331"/>
                </a:lnTo>
                <a:lnTo>
                  <a:pt x="26969" y="16421"/>
                </a:lnTo>
                <a:lnTo>
                  <a:pt x="26610" y="16451"/>
                </a:lnTo>
                <a:lnTo>
                  <a:pt x="26280" y="16481"/>
                </a:lnTo>
                <a:lnTo>
                  <a:pt x="25921" y="16451"/>
                </a:lnTo>
                <a:lnTo>
                  <a:pt x="25591" y="16421"/>
                </a:lnTo>
                <a:lnTo>
                  <a:pt x="25261" y="16361"/>
                </a:lnTo>
                <a:lnTo>
                  <a:pt x="24932" y="16271"/>
                </a:lnTo>
                <a:lnTo>
                  <a:pt x="24602" y="16152"/>
                </a:lnTo>
                <a:lnTo>
                  <a:pt x="24303" y="16032"/>
                </a:lnTo>
                <a:lnTo>
                  <a:pt x="24003" y="15912"/>
                </a:lnTo>
                <a:lnTo>
                  <a:pt x="23703" y="15732"/>
                </a:lnTo>
                <a:lnTo>
                  <a:pt x="23434" y="15552"/>
                </a:lnTo>
                <a:lnTo>
                  <a:pt x="23164" y="15372"/>
                </a:lnTo>
                <a:lnTo>
                  <a:pt x="22924" y="15163"/>
                </a:lnTo>
                <a:lnTo>
                  <a:pt x="22714" y="14923"/>
                </a:lnTo>
                <a:lnTo>
                  <a:pt x="22505" y="14683"/>
                </a:lnTo>
                <a:lnTo>
                  <a:pt x="22325" y="14414"/>
                </a:lnTo>
                <a:lnTo>
                  <a:pt x="22205" y="14204"/>
                </a:lnTo>
                <a:lnTo>
                  <a:pt x="22085" y="13964"/>
                </a:lnTo>
                <a:lnTo>
                  <a:pt x="21965" y="13694"/>
                </a:lnTo>
                <a:lnTo>
                  <a:pt x="21905" y="13395"/>
                </a:lnTo>
                <a:lnTo>
                  <a:pt x="22385" y="13455"/>
                </a:lnTo>
                <a:lnTo>
                  <a:pt x="22684" y="13485"/>
                </a:lnTo>
                <a:lnTo>
                  <a:pt x="22954" y="13455"/>
                </a:lnTo>
                <a:lnTo>
                  <a:pt x="23254" y="13395"/>
                </a:lnTo>
                <a:lnTo>
                  <a:pt x="23493" y="13305"/>
                </a:lnTo>
                <a:lnTo>
                  <a:pt x="23733" y="13185"/>
                </a:lnTo>
                <a:lnTo>
                  <a:pt x="23943" y="13035"/>
                </a:lnTo>
                <a:lnTo>
                  <a:pt x="24093" y="12855"/>
                </a:lnTo>
                <a:lnTo>
                  <a:pt x="24183" y="12616"/>
                </a:lnTo>
                <a:lnTo>
                  <a:pt x="24183" y="12406"/>
                </a:lnTo>
                <a:lnTo>
                  <a:pt x="24153" y="12226"/>
                </a:lnTo>
                <a:lnTo>
                  <a:pt x="24093" y="12016"/>
                </a:lnTo>
                <a:lnTo>
                  <a:pt x="23943" y="11837"/>
                </a:lnTo>
                <a:lnTo>
                  <a:pt x="23763" y="11657"/>
                </a:lnTo>
                <a:lnTo>
                  <a:pt x="23523" y="11507"/>
                </a:lnTo>
                <a:lnTo>
                  <a:pt x="23284" y="11447"/>
                </a:lnTo>
                <a:lnTo>
                  <a:pt x="23044" y="11417"/>
                </a:lnTo>
                <a:lnTo>
                  <a:pt x="22834" y="11477"/>
                </a:lnTo>
                <a:lnTo>
                  <a:pt x="22624" y="11567"/>
                </a:lnTo>
                <a:lnTo>
                  <a:pt x="22415" y="11687"/>
                </a:lnTo>
                <a:lnTo>
                  <a:pt x="22235" y="11837"/>
                </a:lnTo>
                <a:lnTo>
                  <a:pt x="22085" y="12016"/>
                </a:lnTo>
                <a:lnTo>
                  <a:pt x="21965" y="12226"/>
                </a:lnTo>
                <a:lnTo>
                  <a:pt x="21875" y="12436"/>
                </a:lnTo>
                <a:lnTo>
                  <a:pt x="21815" y="12676"/>
                </a:lnTo>
                <a:lnTo>
                  <a:pt x="21785" y="13005"/>
                </a:lnTo>
                <a:lnTo>
                  <a:pt x="21815" y="13305"/>
                </a:lnTo>
                <a:lnTo>
                  <a:pt x="21366" y="13215"/>
                </a:lnTo>
                <a:lnTo>
                  <a:pt x="20946" y="13095"/>
                </a:lnTo>
                <a:lnTo>
                  <a:pt x="20527" y="12915"/>
                </a:lnTo>
                <a:lnTo>
                  <a:pt x="20107" y="12735"/>
                </a:lnTo>
                <a:lnTo>
                  <a:pt x="19688" y="12526"/>
                </a:lnTo>
                <a:lnTo>
                  <a:pt x="19298" y="12256"/>
                </a:lnTo>
                <a:lnTo>
                  <a:pt x="18939" y="11986"/>
                </a:lnTo>
                <a:lnTo>
                  <a:pt x="18579" y="11687"/>
                </a:lnTo>
                <a:lnTo>
                  <a:pt x="18220" y="11327"/>
                </a:lnTo>
                <a:lnTo>
                  <a:pt x="17890" y="10938"/>
                </a:lnTo>
                <a:lnTo>
                  <a:pt x="17590" y="10548"/>
                </a:lnTo>
                <a:lnTo>
                  <a:pt x="17321" y="10128"/>
                </a:lnTo>
                <a:lnTo>
                  <a:pt x="17081" y="9709"/>
                </a:lnTo>
                <a:lnTo>
                  <a:pt x="16871" y="9259"/>
                </a:lnTo>
                <a:lnTo>
                  <a:pt x="16721" y="8810"/>
                </a:lnTo>
                <a:lnTo>
                  <a:pt x="16601" y="8331"/>
                </a:lnTo>
                <a:lnTo>
                  <a:pt x="16841" y="8301"/>
                </a:lnTo>
                <a:lnTo>
                  <a:pt x="17081" y="8241"/>
                </a:lnTo>
                <a:lnTo>
                  <a:pt x="17291" y="8121"/>
                </a:lnTo>
                <a:lnTo>
                  <a:pt x="17500" y="7971"/>
                </a:lnTo>
                <a:lnTo>
                  <a:pt x="17620" y="7881"/>
                </a:lnTo>
                <a:lnTo>
                  <a:pt x="17710" y="7761"/>
                </a:lnTo>
                <a:lnTo>
                  <a:pt x="17800" y="7641"/>
                </a:lnTo>
                <a:lnTo>
                  <a:pt x="17860" y="7492"/>
                </a:lnTo>
                <a:lnTo>
                  <a:pt x="17920" y="7342"/>
                </a:lnTo>
                <a:lnTo>
                  <a:pt x="17950" y="7192"/>
                </a:lnTo>
                <a:lnTo>
                  <a:pt x="17980" y="7042"/>
                </a:lnTo>
                <a:lnTo>
                  <a:pt x="17980" y="6892"/>
                </a:lnTo>
                <a:lnTo>
                  <a:pt x="17920" y="6712"/>
                </a:lnTo>
                <a:lnTo>
                  <a:pt x="17860" y="6563"/>
                </a:lnTo>
                <a:lnTo>
                  <a:pt x="17740" y="6443"/>
                </a:lnTo>
                <a:lnTo>
                  <a:pt x="17590" y="6353"/>
                </a:lnTo>
                <a:lnTo>
                  <a:pt x="17470" y="6323"/>
                </a:lnTo>
                <a:lnTo>
                  <a:pt x="17321" y="6293"/>
                </a:lnTo>
                <a:lnTo>
                  <a:pt x="17201" y="6323"/>
                </a:lnTo>
                <a:lnTo>
                  <a:pt x="17051" y="6353"/>
                </a:lnTo>
                <a:lnTo>
                  <a:pt x="16901" y="6443"/>
                </a:lnTo>
                <a:lnTo>
                  <a:pt x="16751" y="6533"/>
                </a:lnTo>
                <a:lnTo>
                  <a:pt x="16631" y="6653"/>
                </a:lnTo>
                <a:lnTo>
                  <a:pt x="16541" y="6832"/>
                </a:lnTo>
                <a:lnTo>
                  <a:pt x="16482" y="6982"/>
                </a:lnTo>
                <a:lnTo>
                  <a:pt x="16422" y="7132"/>
                </a:lnTo>
                <a:lnTo>
                  <a:pt x="16392" y="7432"/>
                </a:lnTo>
                <a:lnTo>
                  <a:pt x="16422" y="7761"/>
                </a:lnTo>
                <a:lnTo>
                  <a:pt x="16452" y="8061"/>
                </a:lnTo>
                <a:lnTo>
                  <a:pt x="16512" y="8271"/>
                </a:lnTo>
                <a:lnTo>
                  <a:pt x="16212" y="8271"/>
                </a:lnTo>
                <a:lnTo>
                  <a:pt x="15942" y="8241"/>
                </a:lnTo>
                <a:lnTo>
                  <a:pt x="15643" y="8181"/>
                </a:lnTo>
                <a:lnTo>
                  <a:pt x="15373" y="8091"/>
                </a:lnTo>
                <a:lnTo>
                  <a:pt x="15103" y="7971"/>
                </a:lnTo>
                <a:lnTo>
                  <a:pt x="14863" y="7821"/>
                </a:lnTo>
                <a:lnTo>
                  <a:pt x="14624" y="7641"/>
                </a:lnTo>
                <a:lnTo>
                  <a:pt x="14414" y="7462"/>
                </a:lnTo>
                <a:lnTo>
                  <a:pt x="14144" y="7162"/>
                </a:lnTo>
                <a:lnTo>
                  <a:pt x="13905" y="6832"/>
                </a:lnTo>
                <a:lnTo>
                  <a:pt x="13695" y="6473"/>
                </a:lnTo>
                <a:lnTo>
                  <a:pt x="13515" y="6113"/>
                </a:lnTo>
                <a:lnTo>
                  <a:pt x="13365" y="5694"/>
                </a:lnTo>
                <a:lnTo>
                  <a:pt x="13215" y="5304"/>
                </a:lnTo>
                <a:lnTo>
                  <a:pt x="12946" y="4465"/>
                </a:lnTo>
                <a:lnTo>
                  <a:pt x="12946" y="4405"/>
                </a:lnTo>
                <a:lnTo>
                  <a:pt x="12706" y="3596"/>
                </a:lnTo>
                <a:lnTo>
                  <a:pt x="12556" y="3177"/>
                </a:lnTo>
                <a:lnTo>
                  <a:pt x="12406" y="2787"/>
                </a:lnTo>
                <a:lnTo>
                  <a:pt x="12226" y="2397"/>
                </a:lnTo>
                <a:lnTo>
                  <a:pt x="12047" y="2038"/>
                </a:lnTo>
                <a:lnTo>
                  <a:pt x="11807" y="1678"/>
                </a:lnTo>
                <a:lnTo>
                  <a:pt x="11567" y="1349"/>
                </a:lnTo>
                <a:lnTo>
                  <a:pt x="11268" y="1079"/>
                </a:lnTo>
                <a:lnTo>
                  <a:pt x="10968" y="809"/>
                </a:lnTo>
                <a:lnTo>
                  <a:pt x="10608" y="570"/>
                </a:lnTo>
                <a:lnTo>
                  <a:pt x="10249" y="390"/>
                </a:lnTo>
                <a:lnTo>
                  <a:pt x="9889" y="240"/>
                </a:lnTo>
                <a:lnTo>
                  <a:pt x="9500" y="120"/>
                </a:lnTo>
                <a:lnTo>
                  <a:pt x="9080" y="30"/>
                </a:lnTo>
                <a:lnTo>
                  <a:pt x="8691" y="0"/>
                </a:lnTo>
                <a:close/>
              </a:path>
            </a:pathLst>
          </a:custGeom>
          <a:solidFill>
            <a:srgbClr val="1D0D00">
              <a:alpha val="3568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09"/>
          <p:cNvSpPr/>
          <p:nvPr/>
        </p:nvSpPr>
        <p:spPr>
          <a:xfrm rot="8999994" flipH="1">
            <a:off x="-1134501" y="-246933"/>
            <a:ext cx="4197510" cy="2125806"/>
          </a:xfrm>
          <a:custGeom>
            <a:avLst/>
            <a:gdLst/>
            <a:ahLst/>
            <a:cxnLst/>
            <a:rect l="l" t="t" r="r" b="b"/>
            <a:pathLst>
              <a:path w="32663" h="16542" extrusionOk="0">
                <a:moveTo>
                  <a:pt x="6293" y="4165"/>
                </a:moveTo>
                <a:lnTo>
                  <a:pt x="6593" y="4195"/>
                </a:lnTo>
                <a:lnTo>
                  <a:pt x="6773" y="4225"/>
                </a:lnTo>
                <a:lnTo>
                  <a:pt x="7013" y="4285"/>
                </a:lnTo>
                <a:lnTo>
                  <a:pt x="7192" y="4375"/>
                </a:lnTo>
                <a:lnTo>
                  <a:pt x="7402" y="4495"/>
                </a:lnTo>
                <a:lnTo>
                  <a:pt x="7552" y="4645"/>
                </a:lnTo>
                <a:lnTo>
                  <a:pt x="7612" y="4765"/>
                </a:lnTo>
                <a:lnTo>
                  <a:pt x="7642" y="4855"/>
                </a:lnTo>
                <a:lnTo>
                  <a:pt x="7672" y="5004"/>
                </a:lnTo>
                <a:lnTo>
                  <a:pt x="7672" y="5184"/>
                </a:lnTo>
                <a:lnTo>
                  <a:pt x="7642" y="5334"/>
                </a:lnTo>
                <a:lnTo>
                  <a:pt x="7582" y="5484"/>
                </a:lnTo>
                <a:lnTo>
                  <a:pt x="7492" y="5604"/>
                </a:lnTo>
                <a:lnTo>
                  <a:pt x="7372" y="5724"/>
                </a:lnTo>
                <a:lnTo>
                  <a:pt x="7252" y="5813"/>
                </a:lnTo>
                <a:lnTo>
                  <a:pt x="7102" y="5903"/>
                </a:lnTo>
                <a:lnTo>
                  <a:pt x="6953" y="5933"/>
                </a:lnTo>
                <a:lnTo>
                  <a:pt x="6803" y="5963"/>
                </a:lnTo>
                <a:lnTo>
                  <a:pt x="6653" y="5963"/>
                </a:lnTo>
                <a:lnTo>
                  <a:pt x="6473" y="5933"/>
                </a:lnTo>
                <a:lnTo>
                  <a:pt x="6323" y="5903"/>
                </a:lnTo>
                <a:lnTo>
                  <a:pt x="6173" y="5843"/>
                </a:lnTo>
                <a:lnTo>
                  <a:pt x="6024" y="5754"/>
                </a:lnTo>
                <a:lnTo>
                  <a:pt x="5874" y="5634"/>
                </a:lnTo>
                <a:lnTo>
                  <a:pt x="5664" y="5424"/>
                </a:lnTo>
                <a:lnTo>
                  <a:pt x="5484" y="5154"/>
                </a:lnTo>
                <a:lnTo>
                  <a:pt x="5334" y="4855"/>
                </a:lnTo>
                <a:lnTo>
                  <a:pt x="5215" y="4525"/>
                </a:lnTo>
                <a:lnTo>
                  <a:pt x="5155" y="4225"/>
                </a:lnTo>
                <a:lnTo>
                  <a:pt x="5724" y="4165"/>
                </a:lnTo>
                <a:close/>
                <a:moveTo>
                  <a:pt x="17470" y="6383"/>
                </a:moveTo>
                <a:lnTo>
                  <a:pt x="17560" y="6413"/>
                </a:lnTo>
                <a:lnTo>
                  <a:pt x="17710" y="6533"/>
                </a:lnTo>
                <a:lnTo>
                  <a:pt x="17830" y="6653"/>
                </a:lnTo>
                <a:lnTo>
                  <a:pt x="17890" y="6772"/>
                </a:lnTo>
                <a:lnTo>
                  <a:pt x="17890" y="6922"/>
                </a:lnTo>
                <a:lnTo>
                  <a:pt x="17920" y="7042"/>
                </a:lnTo>
                <a:lnTo>
                  <a:pt x="17890" y="7192"/>
                </a:lnTo>
                <a:lnTo>
                  <a:pt x="17800" y="7462"/>
                </a:lnTo>
                <a:lnTo>
                  <a:pt x="17650" y="7731"/>
                </a:lnTo>
                <a:lnTo>
                  <a:pt x="17560" y="7821"/>
                </a:lnTo>
                <a:lnTo>
                  <a:pt x="17470" y="7911"/>
                </a:lnTo>
                <a:lnTo>
                  <a:pt x="17261" y="8061"/>
                </a:lnTo>
                <a:lnTo>
                  <a:pt x="17051" y="8151"/>
                </a:lnTo>
                <a:lnTo>
                  <a:pt x="16811" y="8241"/>
                </a:lnTo>
                <a:lnTo>
                  <a:pt x="16571" y="8271"/>
                </a:lnTo>
                <a:lnTo>
                  <a:pt x="16512" y="8031"/>
                </a:lnTo>
                <a:lnTo>
                  <a:pt x="16482" y="7761"/>
                </a:lnTo>
                <a:lnTo>
                  <a:pt x="16482" y="7462"/>
                </a:lnTo>
                <a:lnTo>
                  <a:pt x="16512" y="7162"/>
                </a:lnTo>
                <a:lnTo>
                  <a:pt x="16541" y="7012"/>
                </a:lnTo>
                <a:lnTo>
                  <a:pt x="16601" y="6862"/>
                </a:lnTo>
                <a:lnTo>
                  <a:pt x="16721" y="6653"/>
                </a:lnTo>
                <a:lnTo>
                  <a:pt x="16901" y="6503"/>
                </a:lnTo>
                <a:lnTo>
                  <a:pt x="17111" y="6413"/>
                </a:lnTo>
                <a:lnTo>
                  <a:pt x="17231" y="6383"/>
                </a:lnTo>
                <a:close/>
                <a:moveTo>
                  <a:pt x="31284" y="10668"/>
                </a:moveTo>
                <a:lnTo>
                  <a:pt x="31494" y="10698"/>
                </a:lnTo>
                <a:lnTo>
                  <a:pt x="31614" y="10758"/>
                </a:lnTo>
                <a:lnTo>
                  <a:pt x="31764" y="10818"/>
                </a:lnTo>
                <a:lnTo>
                  <a:pt x="31854" y="10908"/>
                </a:lnTo>
                <a:lnTo>
                  <a:pt x="31974" y="10997"/>
                </a:lnTo>
                <a:lnTo>
                  <a:pt x="32153" y="11237"/>
                </a:lnTo>
                <a:lnTo>
                  <a:pt x="32273" y="11477"/>
                </a:lnTo>
                <a:lnTo>
                  <a:pt x="32153" y="11687"/>
                </a:lnTo>
                <a:lnTo>
                  <a:pt x="32004" y="11866"/>
                </a:lnTo>
                <a:lnTo>
                  <a:pt x="31824" y="12016"/>
                </a:lnTo>
                <a:lnTo>
                  <a:pt x="31584" y="12136"/>
                </a:lnTo>
                <a:lnTo>
                  <a:pt x="31404" y="12196"/>
                </a:lnTo>
                <a:lnTo>
                  <a:pt x="31015" y="12196"/>
                </a:lnTo>
                <a:lnTo>
                  <a:pt x="30805" y="12136"/>
                </a:lnTo>
                <a:lnTo>
                  <a:pt x="30685" y="12046"/>
                </a:lnTo>
                <a:lnTo>
                  <a:pt x="30565" y="11956"/>
                </a:lnTo>
                <a:lnTo>
                  <a:pt x="30475" y="11837"/>
                </a:lnTo>
                <a:lnTo>
                  <a:pt x="30415" y="11717"/>
                </a:lnTo>
                <a:lnTo>
                  <a:pt x="30356" y="11537"/>
                </a:lnTo>
                <a:lnTo>
                  <a:pt x="30386" y="11357"/>
                </a:lnTo>
                <a:lnTo>
                  <a:pt x="30445" y="11177"/>
                </a:lnTo>
                <a:lnTo>
                  <a:pt x="30565" y="10997"/>
                </a:lnTo>
                <a:lnTo>
                  <a:pt x="30745" y="10848"/>
                </a:lnTo>
                <a:lnTo>
                  <a:pt x="30895" y="10758"/>
                </a:lnTo>
                <a:lnTo>
                  <a:pt x="31105" y="10698"/>
                </a:lnTo>
                <a:lnTo>
                  <a:pt x="31284" y="10668"/>
                </a:lnTo>
                <a:close/>
                <a:moveTo>
                  <a:pt x="23284" y="11507"/>
                </a:moveTo>
                <a:lnTo>
                  <a:pt x="23523" y="11567"/>
                </a:lnTo>
                <a:lnTo>
                  <a:pt x="23733" y="11717"/>
                </a:lnTo>
                <a:lnTo>
                  <a:pt x="23913" y="11866"/>
                </a:lnTo>
                <a:lnTo>
                  <a:pt x="24033" y="12046"/>
                </a:lnTo>
                <a:lnTo>
                  <a:pt x="24093" y="12226"/>
                </a:lnTo>
                <a:lnTo>
                  <a:pt x="24123" y="12406"/>
                </a:lnTo>
                <a:lnTo>
                  <a:pt x="24093" y="12616"/>
                </a:lnTo>
                <a:lnTo>
                  <a:pt x="24003" y="12825"/>
                </a:lnTo>
                <a:lnTo>
                  <a:pt x="23883" y="13005"/>
                </a:lnTo>
                <a:lnTo>
                  <a:pt x="23673" y="13155"/>
                </a:lnTo>
                <a:lnTo>
                  <a:pt x="23464" y="13245"/>
                </a:lnTo>
                <a:lnTo>
                  <a:pt x="23224" y="13335"/>
                </a:lnTo>
                <a:lnTo>
                  <a:pt x="22954" y="13395"/>
                </a:lnTo>
                <a:lnTo>
                  <a:pt x="22385" y="13395"/>
                </a:lnTo>
                <a:lnTo>
                  <a:pt x="21875" y="13335"/>
                </a:lnTo>
                <a:lnTo>
                  <a:pt x="21845" y="13005"/>
                </a:lnTo>
                <a:lnTo>
                  <a:pt x="21875" y="12706"/>
                </a:lnTo>
                <a:lnTo>
                  <a:pt x="21935" y="12466"/>
                </a:lnTo>
                <a:lnTo>
                  <a:pt x="22025" y="12256"/>
                </a:lnTo>
                <a:lnTo>
                  <a:pt x="22145" y="12046"/>
                </a:lnTo>
                <a:lnTo>
                  <a:pt x="22295" y="11866"/>
                </a:lnTo>
                <a:lnTo>
                  <a:pt x="22475" y="11747"/>
                </a:lnTo>
                <a:lnTo>
                  <a:pt x="22654" y="11627"/>
                </a:lnTo>
                <a:lnTo>
                  <a:pt x="22834" y="11537"/>
                </a:lnTo>
                <a:lnTo>
                  <a:pt x="23044" y="11507"/>
                </a:lnTo>
                <a:close/>
                <a:moveTo>
                  <a:pt x="8301" y="0"/>
                </a:moveTo>
                <a:lnTo>
                  <a:pt x="7941" y="60"/>
                </a:lnTo>
                <a:lnTo>
                  <a:pt x="7582" y="120"/>
                </a:lnTo>
                <a:lnTo>
                  <a:pt x="7252" y="240"/>
                </a:lnTo>
                <a:lnTo>
                  <a:pt x="6923" y="390"/>
                </a:lnTo>
                <a:lnTo>
                  <a:pt x="6623" y="570"/>
                </a:lnTo>
                <a:lnTo>
                  <a:pt x="6323" y="779"/>
                </a:lnTo>
                <a:lnTo>
                  <a:pt x="6054" y="1049"/>
                </a:lnTo>
                <a:lnTo>
                  <a:pt x="5784" y="1349"/>
                </a:lnTo>
                <a:lnTo>
                  <a:pt x="5544" y="1708"/>
                </a:lnTo>
                <a:lnTo>
                  <a:pt x="5364" y="2098"/>
                </a:lnTo>
                <a:lnTo>
                  <a:pt x="5215" y="2487"/>
                </a:lnTo>
                <a:lnTo>
                  <a:pt x="5095" y="2907"/>
                </a:lnTo>
                <a:lnTo>
                  <a:pt x="5035" y="3326"/>
                </a:lnTo>
                <a:lnTo>
                  <a:pt x="5035" y="3746"/>
                </a:lnTo>
                <a:lnTo>
                  <a:pt x="5065" y="4165"/>
                </a:lnTo>
                <a:lnTo>
                  <a:pt x="4435" y="4315"/>
                </a:lnTo>
                <a:lnTo>
                  <a:pt x="3836" y="4555"/>
                </a:lnTo>
                <a:lnTo>
                  <a:pt x="3237" y="4825"/>
                </a:lnTo>
                <a:lnTo>
                  <a:pt x="2668" y="5154"/>
                </a:lnTo>
                <a:lnTo>
                  <a:pt x="2158" y="5544"/>
                </a:lnTo>
                <a:lnTo>
                  <a:pt x="1679" y="5993"/>
                </a:lnTo>
                <a:lnTo>
                  <a:pt x="1259" y="6503"/>
                </a:lnTo>
                <a:lnTo>
                  <a:pt x="1049" y="6742"/>
                </a:lnTo>
                <a:lnTo>
                  <a:pt x="870" y="7042"/>
                </a:lnTo>
                <a:lnTo>
                  <a:pt x="690" y="7372"/>
                </a:lnTo>
                <a:lnTo>
                  <a:pt x="510" y="7761"/>
                </a:lnTo>
                <a:lnTo>
                  <a:pt x="360" y="8121"/>
                </a:lnTo>
                <a:lnTo>
                  <a:pt x="240" y="8510"/>
                </a:lnTo>
                <a:lnTo>
                  <a:pt x="150" y="8900"/>
                </a:lnTo>
                <a:lnTo>
                  <a:pt x="61" y="9289"/>
                </a:lnTo>
                <a:lnTo>
                  <a:pt x="31" y="9679"/>
                </a:lnTo>
                <a:lnTo>
                  <a:pt x="1" y="10099"/>
                </a:lnTo>
                <a:lnTo>
                  <a:pt x="1" y="10488"/>
                </a:lnTo>
                <a:lnTo>
                  <a:pt x="31" y="10908"/>
                </a:lnTo>
                <a:lnTo>
                  <a:pt x="90" y="11297"/>
                </a:lnTo>
                <a:lnTo>
                  <a:pt x="180" y="11687"/>
                </a:lnTo>
                <a:lnTo>
                  <a:pt x="300" y="12076"/>
                </a:lnTo>
                <a:lnTo>
                  <a:pt x="420" y="12466"/>
                </a:lnTo>
                <a:lnTo>
                  <a:pt x="570" y="12825"/>
                </a:lnTo>
                <a:lnTo>
                  <a:pt x="750" y="13185"/>
                </a:lnTo>
                <a:lnTo>
                  <a:pt x="780" y="13215"/>
                </a:lnTo>
                <a:lnTo>
                  <a:pt x="810" y="13185"/>
                </a:lnTo>
                <a:lnTo>
                  <a:pt x="840" y="13185"/>
                </a:lnTo>
                <a:lnTo>
                  <a:pt x="840" y="13155"/>
                </a:lnTo>
                <a:lnTo>
                  <a:pt x="630" y="12795"/>
                </a:lnTo>
                <a:lnTo>
                  <a:pt x="480" y="12436"/>
                </a:lnTo>
                <a:lnTo>
                  <a:pt x="360" y="12046"/>
                </a:lnTo>
                <a:lnTo>
                  <a:pt x="240" y="11657"/>
                </a:lnTo>
                <a:lnTo>
                  <a:pt x="180" y="11267"/>
                </a:lnTo>
                <a:lnTo>
                  <a:pt x="120" y="10878"/>
                </a:lnTo>
                <a:lnTo>
                  <a:pt x="90" y="10488"/>
                </a:lnTo>
                <a:lnTo>
                  <a:pt x="90" y="10099"/>
                </a:lnTo>
                <a:lnTo>
                  <a:pt x="90" y="9709"/>
                </a:lnTo>
                <a:lnTo>
                  <a:pt x="150" y="9289"/>
                </a:lnTo>
                <a:lnTo>
                  <a:pt x="210" y="8900"/>
                </a:lnTo>
                <a:lnTo>
                  <a:pt x="300" y="8510"/>
                </a:lnTo>
                <a:lnTo>
                  <a:pt x="420" y="8151"/>
                </a:lnTo>
                <a:lnTo>
                  <a:pt x="570" y="7761"/>
                </a:lnTo>
                <a:lnTo>
                  <a:pt x="750" y="7402"/>
                </a:lnTo>
                <a:lnTo>
                  <a:pt x="930" y="7072"/>
                </a:lnTo>
                <a:lnTo>
                  <a:pt x="1109" y="6802"/>
                </a:lnTo>
                <a:lnTo>
                  <a:pt x="1319" y="6533"/>
                </a:lnTo>
                <a:lnTo>
                  <a:pt x="1739" y="6053"/>
                </a:lnTo>
                <a:lnTo>
                  <a:pt x="2218" y="5604"/>
                </a:lnTo>
                <a:lnTo>
                  <a:pt x="2727" y="5214"/>
                </a:lnTo>
                <a:lnTo>
                  <a:pt x="3267" y="4885"/>
                </a:lnTo>
                <a:lnTo>
                  <a:pt x="3866" y="4615"/>
                </a:lnTo>
                <a:lnTo>
                  <a:pt x="4465" y="4405"/>
                </a:lnTo>
                <a:lnTo>
                  <a:pt x="5095" y="4255"/>
                </a:lnTo>
                <a:lnTo>
                  <a:pt x="5155" y="4525"/>
                </a:lnTo>
                <a:lnTo>
                  <a:pt x="5275" y="4885"/>
                </a:lnTo>
                <a:lnTo>
                  <a:pt x="5424" y="5214"/>
                </a:lnTo>
                <a:lnTo>
                  <a:pt x="5604" y="5484"/>
                </a:lnTo>
                <a:lnTo>
                  <a:pt x="5844" y="5694"/>
                </a:lnTo>
                <a:lnTo>
                  <a:pt x="5994" y="5813"/>
                </a:lnTo>
                <a:lnTo>
                  <a:pt x="6144" y="5903"/>
                </a:lnTo>
                <a:lnTo>
                  <a:pt x="6293" y="5963"/>
                </a:lnTo>
                <a:lnTo>
                  <a:pt x="6473" y="5993"/>
                </a:lnTo>
                <a:lnTo>
                  <a:pt x="6653" y="6023"/>
                </a:lnTo>
                <a:lnTo>
                  <a:pt x="6983" y="6023"/>
                </a:lnTo>
                <a:lnTo>
                  <a:pt x="7132" y="5963"/>
                </a:lnTo>
                <a:lnTo>
                  <a:pt x="7282" y="5873"/>
                </a:lnTo>
                <a:lnTo>
                  <a:pt x="7432" y="5784"/>
                </a:lnTo>
                <a:lnTo>
                  <a:pt x="7552" y="5664"/>
                </a:lnTo>
                <a:lnTo>
                  <a:pt x="7642" y="5514"/>
                </a:lnTo>
                <a:lnTo>
                  <a:pt x="7702" y="5334"/>
                </a:lnTo>
                <a:lnTo>
                  <a:pt x="7762" y="5184"/>
                </a:lnTo>
                <a:lnTo>
                  <a:pt x="7762" y="5004"/>
                </a:lnTo>
                <a:lnTo>
                  <a:pt x="7732" y="4855"/>
                </a:lnTo>
                <a:lnTo>
                  <a:pt x="7702" y="4765"/>
                </a:lnTo>
                <a:lnTo>
                  <a:pt x="7612" y="4645"/>
                </a:lnTo>
                <a:lnTo>
                  <a:pt x="7522" y="4525"/>
                </a:lnTo>
                <a:lnTo>
                  <a:pt x="7402" y="4405"/>
                </a:lnTo>
                <a:lnTo>
                  <a:pt x="7192" y="4285"/>
                </a:lnTo>
                <a:lnTo>
                  <a:pt x="6953" y="4195"/>
                </a:lnTo>
                <a:lnTo>
                  <a:pt x="6653" y="4105"/>
                </a:lnTo>
                <a:lnTo>
                  <a:pt x="6293" y="4075"/>
                </a:lnTo>
                <a:lnTo>
                  <a:pt x="5724" y="4105"/>
                </a:lnTo>
                <a:lnTo>
                  <a:pt x="5155" y="4165"/>
                </a:lnTo>
                <a:lnTo>
                  <a:pt x="5095" y="3746"/>
                </a:lnTo>
                <a:lnTo>
                  <a:pt x="5125" y="3326"/>
                </a:lnTo>
                <a:lnTo>
                  <a:pt x="5155" y="2907"/>
                </a:lnTo>
                <a:lnTo>
                  <a:pt x="5275" y="2517"/>
                </a:lnTo>
                <a:lnTo>
                  <a:pt x="5424" y="2128"/>
                </a:lnTo>
                <a:lnTo>
                  <a:pt x="5604" y="1738"/>
                </a:lnTo>
                <a:lnTo>
                  <a:pt x="5844" y="1409"/>
                </a:lnTo>
                <a:lnTo>
                  <a:pt x="6114" y="1079"/>
                </a:lnTo>
                <a:lnTo>
                  <a:pt x="6383" y="839"/>
                </a:lnTo>
                <a:lnTo>
                  <a:pt x="6653" y="629"/>
                </a:lnTo>
                <a:lnTo>
                  <a:pt x="6953" y="450"/>
                </a:lnTo>
                <a:lnTo>
                  <a:pt x="7282" y="330"/>
                </a:lnTo>
                <a:lnTo>
                  <a:pt x="7612" y="210"/>
                </a:lnTo>
                <a:lnTo>
                  <a:pt x="7971" y="120"/>
                </a:lnTo>
                <a:lnTo>
                  <a:pt x="8331" y="90"/>
                </a:lnTo>
                <a:lnTo>
                  <a:pt x="8691" y="90"/>
                </a:lnTo>
                <a:lnTo>
                  <a:pt x="9080" y="120"/>
                </a:lnTo>
                <a:lnTo>
                  <a:pt x="9470" y="180"/>
                </a:lnTo>
                <a:lnTo>
                  <a:pt x="9859" y="300"/>
                </a:lnTo>
                <a:lnTo>
                  <a:pt x="10219" y="450"/>
                </a:lnTo>
                <a:lnTo>
                  <a:pt x="10578" y="629"/>
                </a:lnTo>
                <a:lnTo>
                  <a:pt x="10908" y="869"/>
                </a:lnTo>
                <a:lnTo>
                  <a:pt x="11208" y="1109"/>
                </a:lnTo>
                <a:lnTo>
                  <a:pt x="11507" y="1409"/>
                </a:lnTo>
                <a:lnTo>
                  <a:pt x="11747" y="1738"/>
                </a:lnTo>
                <a:lnTo>
                  <a:pt x="11987" y="2068"/>
                </a:lnTo>
                <a:lnTo>
                  <a:pt x="12167" y="2457"/>
                </a:lnTo>
                <a:lnTo>
                  <a:pt x="12346" y="2817"/>
                </a:lnTo>
                <a:lnTo>
                  <a:pt x="12496" y="3206"/>
                </a:lnTo>
                <a:lnTo>
                  <a:pt x="12616" y="3626"/>
                </a:lnTo>
                <a:lnTo>
                  <a:pt x="12856" y="4405"/>
                </a:lnTo>
                <a:lnTo>
                  <a:pt x="12886" y="4465"/>
                </a:lnTo>
                <a:lnTo>
                  <a:pt x="13155" y="5334"/>
                </a:lnTo>
                <a:lnTo>
                  <a:pt x="13305" y="5724"/>
                </a:lnTo>
                <a:lnTo>
                  <a:pt x="13455" y="6143"/>
                </a:lnTo>
                <a:lnTo>
                  <a:pt x="13635" y="6503"/>
                </a:lnTo>
                <a:lnTo>
                  <a:pt x="13845" y="6862"/>
                </a:lnTo>
                <a:lnTo>
                  <a:pt x="14084" y="7222"/>
                </a:lnTo>
                <a:lnTo>
                  <a:pt x="14384" y="7521"/>
                </a:lnTo>
                <a:lnTo>
                  <a:pt x="14594" y="7701"/>
                </a:lnTo>
                <a:lnTo>
                  <a:pt x="14833" y="7881"/>
                </a:lnTo>
                <a:lnTo>
                  <a:pt x="15073" y="8031"/>
                </a:lnTo>
                <a:lnTo>
                  <a:pt x="15343" y="8151"/>
                </a:lnTo>
                <a:lnTo>
                  <a:pt x="15643" y="8271"/>
                </a:lnTo>
                <a:lnTo>
                  <a:pt x="15942" y="8331"/>
                </a:lnTo>
                <a:lnTo>
                  <a:pt x="16212" y="8361"/>
                </a:lnTo>
                <a:lnTo>
                  <a:pt x="16512" y="8361"/>
                </a:lnTo>
                <a:lnTo>
                  <a:pt x="16631" y="8810"/>
                </a:lnTo>
                <a:lnTo>
                  <a:pt x="16811" y="9289"/>
                </a:lnTo>
                <a:lnTo>
                  <a:pt x="17021" y="9739"/>
                </a:lnTo>
                <a:lnTo>
                  <a:pt x="17261" y="10158"/>
                </a:lnTo>
                <a:lnTo>
                  <a:pt x="17530" y="10578"/>
                </a:lnTo>
                <a:lnTo>
                  <a:pt x="17830" y="10997"/>
                </a:lnTo>
                <a:lnTo>
                  <a:pt x="18160" y="11357"/>
                </a:lnTo>
                <a:lnTo>
                  <a:pt x="18519" y="11717"/>
                </a:lnTo>
                <a:lnTo>
                  <a:pt x="18909" y="12046"/>
                </a:lnTo>
                <a:lnTo>
                  <a:pt x="19268" y="12316"/>
                </a:lnTo>
                <a:lnTo>
                  <a:pt x="19688" y="12586"/>
                </a:lnTo>
                <a:lnTo>
                  <a:pt x="20077" y="12795"/>
                </a:lnTo>
                <a:lnTo>
                  <a:pt x="20497" y="13005"/>
                </a:lnTo>
                <a:lnTo>
                  <a:pt x="20946" y="13155"/>
                </a:lnTo>
                <a:lnTo>
                  <a:pt x="21366" y="13305"/>
                </a:lnTo>
                <a:lnTo>
                  <a:pt x="21815" y="13395"/>
                </a:lnTo>
                <a:lnTo>
                  <a:pt x="21905" y="13694"/>
                </a:lnTo>
                <a:lnTo>
                  <a:pt x="21995" y="13964"/>
                </a:lnTo>
                <a:lnTo>
                  <a:pt x="22145" y="14234"/>
                </a:lnTo>
                <a:lnTo>
                  <a:pt x="22265" y="14473"/>
                </a:lnTo>
                <a:lnTo>
                  <a:pt x="22445" y="14683"/>
                </a:lnTo>
                <a:lnTo>
                  <a:pt x="22624" y="14923"/>
                </a:lnTo>
                <a:lnTo>
                  <a:pt x="22804" y="15133"/>
                </a:lnTo>
                <a:lnTo>
                  <a:pt x="23014" y="15342"/>
                </a:lnTo>
                <a:lnTo>
                  <a:pt x="23254" y="15522"/>
                </a:lnTo>
                <a:lnTo>
                  <a:pt x="23493" y="15672"/>
                </a:lnTo>
                <a:lnTo>
                  <a:pt x="23733" y="15852"/>
                </a:lnTo>
                <a:lnTo>
                  <a:pt x="24003" y="15972"/>
                </a:lnTo>
                <a:lnTo>
                  <a:pt x="24542" y="16211"/>
                </a:lnTo>
                <a:lnTo>
                  <a:pt x="25142" y="16391"/>
                </a:lnTo>
                <a:lnTo>
                  <a:pt x="25741" y="16511"/>
                </a:lnTo>
                <a:lnTo>
                  <a:pt x="26070" y="16541"/>
                </a:lnTo>
                <a:lnTo>
                  <a:pt x="26370" y="16541"/>
                </a:lnTo>
                <a:lnTo>
                  <a:pt x="26969" y="16511"/>
                </a:lnTo>
                <a:lnTo>
                  <a:pt x="27599" y="16391"/>
                </a:lnTo>
                <a:lnTo>
                  <a:pt x="28198" y="16241"/>
                </a:lnTo>
                <a:lnTo>
                  <a:pt x="28827" y="16002"/>
                </a:lnTo>
                <a:lnTo>
                  <a:pt x="29397" y="15702"/>
                </a:lnTo>
                <a:lnTo>
                  <a:pt x="29966" y="15312"/>
                </a:lnTo>
                <a:lnTo>
                  <a:pt x="30535" y="14893"/>
                </a:lnTo>
                <a:lnTo>
                  <a:pt x="31045" y="14443"/>
                </a:lnTo>
                <a:lnTo>
                  <a:pt x="31554" y="13904"/>
                </a:lnTo>
                <a:lnTo>
                  <a:pt x="31824" y="13545"/>
                </a:lnTo>
                <a:lnTo>
                  <a:pt x="32094" y="13155"/>
                </a:lnTo>
                <a:lnTo>
                  <a:pt x="32213" y="12915"/>
                </a:lnTo>
                <a:lnTo>
                  <a:pt x="32303" y="12706"/>
                </a:lnTo>
                <a:lnTo>
                  <a:pt x="32363" y="12436"/>
                </a:lnTo>
                <a:lnTo>
                  <a:pt x="32423" y="12196"/>
                </a:lnTo>
                <a:lnTo>
                  <a:pt x="32423" y="12016"/>
                </a:lnTo>
                <a:lnTo>
                  <a:pt x="32423" y="11837"/>
                </a:lnTo>
                <a:lnTo>
                  <a:pt x="32393" y="11657"/>
                </a:lnTo>
                <a:lnTo>
                  <a:pt x="32333" y="11507"/>
                </a:lnTo>
                <a:lnTo>
                  <a:pt x="32453" y="11267"/>
                </a:lnTo>
                <a:lnTo>
                  <a:pt x="32513" y="11057"/>
                </a:lnTo>
                <a:lnTo>
                  <a:pt x="32573" y="10818"/>
                </a:lnTo>
                <a:lnTo>
                  <a:pt x="32633" y="10608"/>
                </a:lnTo>
                <a:lnTo>
                  <a:pt x="32633" y="10368"/>
                </a:lnTo>
                <a:lnTo>
                  <a:pt x="32663" y="10128"/>
                </a:lnTo>
                <a:lnTo>
                  <a:pt x="32603" y="9649"/>
                </a:lnTo>
                <a:lnTo>
                  <a:pt x="32483" y="9200"/>
                </a:lnTo>
                <a:lnTo>
                  <a:pt x="32333" y="8780"/>
                </a:lnTo>
                <a:lnTo>
                  <a:pt x="32094" y="8361"/>
                </a:lnTo>
                <a:lnTo>
                  <a:pt x="31944" y="8181"/>
                </a:lnTo>
                <a:lnTo>
                  <a:pt x="31794" y="8001"/>
                </a:lnTo>
                <a:lnTo>
                  <a:pt x="31614" y="7851"/>
                </a:lnTo>
                <a:lnTo>
                  <a:pt x="31434" y="7701"/>
                </a:lnTo>
                <a:lnTo>
                  <a:pt x="31404" y="7671"/>
                </a:lnTo>
                <a:lnTo>
                  <a:pt x="31374" y="7701"/>
                </a:lnTo>
                <a:lnTo>
                  <a:pt x="31374" y="7731"/>
                </a:lnTo>
                <a:lnTo>
                  <a:pt x="31404" y="7761"/>
                </a:lnTo>
                <a:lnTo>
                  <a:pt x="31584" y="7881"/>
                </a:lnTo>
                <a:lnTo>
                  <a:pt x="31734" y="8061"/>
                </a:lnTo>
                <a:lnTo>
                  <a:pt x="32034" y="8420"/>
                </a:lnTo>
                <a:lnTo>
                  <a:pt x="32243" y="8810"/>
                </a:lnTo>
                <a:lnTo>
                  <a:pt x="32423" y="9230"/>
                </a:lnTo>
                <a:lnTo>
                  <a:pt x="32543" y="9679"/>
                </a:lnTo>
                <a:lnTo>
                  <a:pt x="32573" y="10128"/>
                </a:lnTo>
                <a:lnTo>
                  <a:pt x="32543" y="10578"/>
                </a:lnTo>
                <a:lnTo>
                  <a:pt x="32513" y="10818"/>
                </a:lnTo>
                <a:lnTo>
                  <a:pt x="32453" y="11027"/>
                </a:lnTo>
                <a:lnTo>
                  <a:pt x="32393" y="11207"/>
                </a:lnTo>
                <a:lnTo>
                  <a:pt x="32303" y="11417"/>
                </a:lnTo>
                <a:lnTo>
                  <a:pt x="32183" y="11147"/>
                </a:lnTo>
                <a:lnTo>
                  <a:pt x="32004" y="10938"/>
                </a:lnTo>
                <a:lnTo>
                  <a:pt x="31764" y="10758"/>
                </a:lnTo>
                <a:lnTo>
                  <a:pt x="31644" y="10668"/>
                </a:lnTo>
                <a:lnTo>
                  <a:pt x="31494" y="10638"/>
                </a:lnTo>
                <a:lnTo>
                  <a:pt x="31374" y="10608"/>
                </a:lnTo>
                <a:lnTo>
                  <a:pt x="31135" y="10608"/>
                </a:lnTo>
                <a:lnTo>
                  <a:pt x="30985" y="10638"/>
                </a:lnTo>
                <a:lnTo>
                  <a:pt x="30745" y="10758"/>
                </a:lnTo>
                <a:lnTo>
                  <a:pt x="30625" y="10848"/>
                </a:lnTo>
                <a:lnTo>
                  <a:pt x="30535" y="10938"/>
                </a:lnTo>
                <a:lnTo>
                  <a:pt x="30386" y="11147"/>
                </a:lnTo>
                <a:lnTo>
                  <a:pt x="30326" y="11327"/>
                </a:lnTo>
                <a:lnTo>
                  <a:pt x="30296" y="11537"/>
                </a:lnTo>
                <a:lnTo>
                  <a:pt x="30326" y="11747"/>
                </a:lnTo>
                <a:lnTo>
                  <a:pt x="30415" y="11896"/>
                </a:lnTo>
                <a:lnTo>
                  <a:pt x="30505" y="12016"/>
                </a:lnTo>
                <a:lnTo>
                  <a:pt x="30625" y="12106"/>
                </a:lnTo>
                <a:lnTo>
                  <a:pt x="30805" y="12196"/>
                </a:lnTo>
                <a:lnTo>
                  <a:pt x="30985" y="12256"/>
                </a:lnTo>
                <a:lnTo>
                  <a:pt x="31225" y="12286"/>
                </a:lnTo>
                <a:lnTo>
                  <a:pt x="31434" y="12256"/>
                </a:lnTo>
                <a:lnTo>
                  <a:pt x="31614" y="12196"/>
                </a:lnTo>
                <a:lnTo>
                  <a:pt x="31824" y="12076"/>
                </a:lnTo>
                <a:lnTo>
                  <a:pt x="32004" y="11926"/>
                </a:lnTo>
                <a:lnTo>
                  <a:pt x="32183" y="11747"/>
                </a:lnTo>
                <a:lnTo>
                  <a:pt x="32303" y="11567"/>
                </a:lnTo>
                <a:lnTo>
                  <a:pt x="32363" y="11896"/>
                </a:lnTo>
                <a:lnTo>
                  <a:pt x="32333" y="12196"/>
                </a:lnTo>
                <a:lnTo>
                  <a:pt x="32303" y="12436"/>
                </a:lnTo>
                <a:lnTo>
                  <a:pt x="32243" y="12676"/>
                </a:lnTo>
                <a:lnTo>
                  <a:pt x="32153" y="12885"/>
                </a:lnTo>
                <a:lnTo>
                  <a:pt x="32034" y="13125"/>
                </a:lnTo>
                <a:lnTo>
                  <a:pt x="31764" y="13515"/>
                </a:lnTo>
                <a:lnTo>
                  <a:pt x="31494" y="13844"/>
                </a:lnTo>
                <a:lnTo>
                  <a:pt x="30985" y="14384"/>
                </a:lnTo>
                <a:lnTo>
                  <a:pt x="30475" y="14863"/>
                </a:lnTo>
                <a:lnTo>
                  <a:pt x="29936" y="15253"/>
                </a:lnTo>
                <a:lnTo>
                  <a:pt x="29367" y="15612"/>
                </a:lnTo>
                <a:lnTo>
                  <a:pt x="28797" y="15912"/>
                </a:lnTo>
                <a:lnTo>
                  <a:pt x="28198" y="16152"/>
                </a:lnTo>
                <a:lnTo>
                  <a:pt x="27569" y="16331"/>
                </a:lnTo>
                <a:lnTo>
                  <a:pt x="26969" y="16421"/>
                </a:lnTo>
                <a:lnTo>
                  <a:pt x="26610" y="16451"/>
                </a:lnTo>
                <a:lnTo>
                  <a:pt x="26280" y="16481"/>
                </a:lnTo>
                <a:lnTo>
                  <a:pt x="25921" y="16451"/>
                </a:lnTo>
                <a:lnTo>
                  <a:pt x="25591" y="16421"/>
                </a:lnTo>
                <a:lnTo>
                  <a:pt x="25261" y="16361"/>
                </a:lnTo>
                <a:lnTo>
                  <a:pt x="24932" y="16271"/>
                </a:lnTo>
                <a:lnTo>
                  <a:pt x="24602" y="16152"/>
                </a:lnTo>
                <a:lnTo>
                  <a:pt x="24303" y="16032"/>
                </a:lnTo>
                <a:lnTo>
                  <a:pt x="24003" y="15912"/>
                </a:lnTo>
                <a:lnTo>
                  <a:pt x="23703" y="15732"/>
                </a:lnTo>
                <a:lnTo>
                  <a:pt x="23434" y="15552"/>
                </a:lnTo>
                <a:lnTo>
                  <a:pt x="23164" y="15372"/>
                </a:lnTo>
                <a:lnTo>
                  <a:pt x="22924" y="15163"/>
                </a:lnTo>
                <a:lnTo>
                  <a:pt x="22714" y="14923"/>
                </a:lnTo>
                <a:lnTo>
                  <a:pt x="22505" y="14683"/>
                </a:lnTo>
                <a:lnTo>
                  <a:pt x="22325" y="14414"/>
                </a:lnTo>
                <a:lnTo>
                  <a:pt x="22205" y="14204"/>
                </a:lnTo>
                <a:lnTo>
                  <a:pt x="22085" y="13964"/>
                </a:lnTo>
                <a:lnTo>
                  <a:pt x="21965" y="13694"/>
                </a:lnTo>
                <a:lnTo>
                  <a:pt x="21905" y="13395"/>
                </a:lnTo>
                <a:lnTo>
                  <a:pt x="22385" y="13455"/>
                </a:lnTo>
                <a:lnTo>
                  <a:pt x="22684" y="13485"/>
                </a:lnTo>
                <a:lnTo>
                  <a:pt x="22954" y="13455"/>
                </a:lnTo>
                <a:lnTo>
                  <a:pt x="23254" y="13395"/>
                </a:lnTo>
                <a:lnTo>
                  <a:pt x="23493" y="13305"/>
                </a:lnTo>
                <a:lnTo>
                  <a:pt x="23733" y="13185"/>
                </a:lnTo>
                <a:lnTo>
                  <a:pt x="23943" y="13035"/>
                </a:lnTo>
                <a:lnTo>
                  <a:pt x="24093" y="12855"/>
                </a:lnTo>
                <a:lnTo>
                  <a:pt x="24183" y="12616"/>
                </a:lnTo>
                <a:lnTo>
                  <a:pt x="24183" y="12406"/>
                </a:lnTo>
                <a:lnTo>
                  <a:pt x="24153" y="12226"/>
                </a:lnTo>
                <a:lnTo>
                  <a:pt x="24093" y="12016"/>
                </a:lnTo>
                <a:lnTo>
                  <a:pt x="23943" y="11837"/>
                </a:lnTo>
                <a:lnTo>
                  <a:pt x="23763" y="11657"/>
                </a:lnTo>
                <a:lnTo>
                  <a:pt x="23523" y="11507"/>
                </a:lnTo>
                <a:lnTo>
                  <a:pt x="23284" y="11447"/>
                </a:lnTo>
                <a:lnTo>
                  <a:pt x="23044" y="11417"/>
                </a:lnTo>
                <a:lnTo>
                  <a:pt x="22834" y="11477"/>
                </a:lnTo>
                <a:lnTo>
                  <a:pt x="22624" y="11567"/>
                </a:lnTo>
                <a:lnTo>
                  <a:pt x="22415" y="11687"/>
                </a:lnTo>
                <a:lnTo>
                  <a:pt x="22235" y="11837"/>
                </a:lnTo>
                <a:lnTo>
                  <a:pt x="22085" y="12016"/>
                </a:lnTo>
                <a:lnTo>
                  <a:pt x="21965" y="12226"/>
                </a:lnTo>
                <a:lnTo>
                  <a:pt x="21875" y="12436"/>
                </a:lnTo>
                <a:lnTo>
                  <a:pt x="21815" y="12676"/>
                </a:lnTo>
                <a:lnTo>
                  <a:pt x="21785" y="13005"/>
                </a:lnTo>
                <a:lnTo>
                  <a:pt x="21815" y="13305"/>
                </a:lnTo>
                <a:lnTo>
                  <a:pt x="21366" y="13215"/>
                </a:lnTo>
                <a:lnTo>
                  <a:pt x="20946" y="13095"/>
                </a:lnTo>
                <a:lnTo>
                  <a:pt x="20527" y="12915"/>
                </a:lnTo>
                <a:lnTo>
                  <a:pt x="20107" y="12735"/>
                </a:lnTo>
                <a:lnTo>
                  <a:pt x="19688" y="12526"/>
                </a:lnTo>
                <a:lnTo>
                  <a:pt x="19298" y="12256"/>
                </a:lnTo>
                <a:lnTo>
                  <a:pt x="18939" y="11986"/>
                </a:lnTo>
                <a:lnTo>
                  <a:pt x="18579" y="11687"/>
                </a:lnTo>
                <a:lnTo>
                  <a:pt x="18220" y="11327"/>
                </a:lnTo>
                <a:lnTo>
                  <a:pt x="17890" y="10938"/>
                </a:lnTo>
                <a:lnTo>
                  <a:pt x="17590" y="10548"/>
                </a:lnTo>
                <a:lnTo>
                  <a:pt x="17321" y="10128"/>
                </a:lnTo>
                <a:lnTo>
                  <a:pt x="17081" y="9709"/>
                </a:lnTo>
                <a:lnTo>
                  <a:pt x="16871" y="9259"/>
                </a:lnTo>
                <a:lnTo>
                  <a:pt x="16721" y="8810"/>
                </a:lnTo>
                <a:lnTo>
                  <a:pt x="16601" y="8331"/>
                </a:lnTo>
                <a:lnTo>
                  <a:pt x="16841" y="8301"/>
                </a:lnTo>
                <a:lnTo>
                  <a:pt x="17081" y="8241"/>
                </a:lnTo>
                <a:lnTo>
                  <a:pt x="17291" y="8121"/>
                </a:lnTo>
                <a:lnTo>
                  <a:pt x="17500" y="7971"/>
                </a:lnTo>
                <a:lnTo>
                  <a:pt x="17620" y="7881"/>
                </a:lnTo>
                <a:lnTo>
                  <a:pt x="17710" y="7761"/>
                </a:lnTo>
                <a:lnTo>
                  <a:pt x="17800" y="7641"/>
                </a:lnTo>
                <a:lnTo>
                  <a:pt x="17860" y="7492"/>
                </a:lnTo>
                <a:lnTo>
                  <a:pt x="17920" y="7342"/>
                </a:lnTo>
                <a:lnTo>
                  <a:pt x="17950" y="7192"/>
                </a:lnTo>
                <a:lnTo>
                  <a:pt x="17980" y="7042"/>
                </a:lnTo>
                <a:lnTo>
                  <a:pt x="17980" y="6892"/>
                </a:lnTo>
                <a:lnTo>
                  <a:pt x="17920" y="6712"/>
                </a:lnTo>
                <a:lnTo>
                  <a:pt x="17860" y="6563"/>
                </a:lnTo>
                <a:lnTo>
                  <a:pt x="17740" y="6443"/>
                </a:lnTo>
                <a:lnTo>
                  <a:pt x="17590" y="6353"/>
                </a:lnTo>
                <a:lnTo>
                  <a:pt x="17470" y="6323"/>
                </a:lnTo>
                <a:lnTo>
                  <a:pt x="17321" y="6293"/>
                </a:lnTo>
                <a:lnTo>
                  <a:pt x="17201" y="6323"/>
                </a:lnTo>
                <a:lnTo>
                  <a:pt x="17051" y="6353"/>
                </a:lnTo>
                <a:lnTo>
                  <a:pt x="16901" y="6443"/>
                </a:lnTo>
                <a:lnTo>
                  <a:pt x="16751" y="6533"/>
                </a:lnTo>
                <a:lnTo>
                  <a:pt x="16631" y="6653"/>
                </a:lnTo>
                <a:lnTo>
                  <a:pt x="16541" y="6832"/>
                </a:lnTo>
                <a:lnTo>
                  <a:pt x="16482" y="6982"/>
                </a:lnTo>
                <a:lnTo>
                  <a:pt x="16422" y="7132"/>
                </a:lnTo>
                <a:lnTo>
                  <a:pt x="16392" y="7432"/>
                </a:lnTo>
                <a:lnTo>
                  <a:pt x="16422" y="7761"/>
                </a:lnTo>
                <a:lnTo>
                  <a:pt x="16452" y="8061"/>
                </a:lnTo>
                <a:lnTo>
                  <a:pt x="16512" y="8271"/>
                </a:lnTo>
                <a:lnTo>
                  <a:pt x="16212" y="8271"/>
                </a:lnTo>
                <a:lnTo>
                  <a:pt x="15942" y="8241"/>
                </a:lnTo>
                <a:lnTo>
                  <a:pt x="15643" y="8181"/>
                </a:lnTo>
                <a:lnTo>
                  <a:pt x="15373" y="8091"/>
                </a:lnTo>
                <a:lnTo>
                  <a:pt x="15103" y="7971"/>
                </a:lnTo>
                <a:lnTo>
                  <a:pt x="14863" y="7821"/>
                </a:lnTo>
                <a:lnTo>
                  <a:pt x="14624" y="7641"/>
                </a:lnTo>
                <a:lnTo>
                  <a:pt x="14414" y="7462"/>
                </a:lnTo>
                <a:lnTo>
                  <a:pt x="14144" y="7162"/>
                </a:lnTo>
                <a:lnTo>
                  <a:pt x="13905" y="6832"/>
                </a:lnTo>
                <a:lnTo>
                  <a:pt x="13695" y="6473"/>
                </a:lnTo>
                <a:lnTo>
                  <a:pt x="13515" y="6113"/>
                </a:lnTo>
                <a:lnTo>
                  <a:pt x="13365" y="5694"/>
                </a:lnTo>
                <a:lnTo>
                  <a:pt x="13215" y="5304"/>
                </a:lnTo>
                <a:lnTo>
                  <a:pt x="12946" y="4465"/>
                </a:lnTo>
                <a:lnTo>
                  <a:pt x="12946" y="4405"/>
                </a:lnTo>
                <a:lnTo>
                  <a:pt x="12706" y="3596"/>
                </a:lnTo>
                <a:lnTo>
                  <a:pt x="12556" y="3177"/>
                </a:lnTo>
                <a:lnTo>
                  <a:pt x="12406" y="2787"/>
                </a:lnTo>
                <a:lnTo>
                  <a:pt x="12226" y="2397"/>
                </a:lnTo>
                <a:lnTo>
                  <a:pt x="12047" y="2038"/>
                </a:lnTo>
                <a:lnTo>
                  <a:pt x="11807" y="1678"/>
                </a:lnTo>
                <a:lnTo>
                  <a:pt x="11567" y="1349"/>
                </a:lnTo>
                <a:lnTo>
                  <a:pt x="11268" y="1079"/>
                </a:lnTo>
                <a:lnTo>
                  <a:pt x="10968" y="809"/>
                </a:lnTo>
                <a:lnTo>
                  <a:pt x="10608" y="570"/>
                </a:lnTo>
                <a:lnTo>
                  <a:pt x="10249" y="390"/>
                </a:lnTo>
                <a:lnTo>
                  <a:pt x="9889" y="240"/>
                </a:lnTo>
                <a:lnTo>
                  <a:pt x="9500" y="120"/>
                </a:lnTo>
                <a:lnTo>
                  <a:pt x="9080" y="30"/>
                </a:lnTo>
                <a:lnTo>
                  <a:pt x="8691" y="0"/>
                </a:lnTo>
                <a:close/>
              </a:path>
            </a:pathLst>
          </a:custGeom>
          <a:solidFill>
            <a:srgbClr val="1D0D00">
              <a:alpha val="3568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09"/>
          <p:cNvSpPr/>
          <p:nvPr/>
        </p:nvSpPr>
        <p:spPr>
          <a:xfrm>
            <a:off x="8622255" y="199711"/>
            <a:ext cx="199198" cy="201079"/>
          </a:xfrm>
          <a:custGeom>
            <a:avLst/>
            <a:gdLst/>
            <a:ahLst/>
            <a:cxnLst/>
            <a:rect l="l" t="t" r="r" b="b"/>
            <a:pathLst>
              <a:path w="3177" h="3207" extrusionOk="0">
                <a:moveTo>
                  <a:pt x="1589" y="180"/>
                </a:moveTo>
                <a:lnTo>
                  <a:pt x="3027" y="1619"/>
                </a:lnTo>
                <a:lnTo>
                  <a:pt x="1589" y="3027"/>
                </a:lnTo>
                <a:lnTo>
                  <a:pt x="180" y="1619"/>
                </a:lnTo>
                <a:lnTo>
                  <a:pt x="1589" y="180"/>
                </a:lnTo>
                <a:close/>
                <a:moveTo>
                  <a:pt x="1589" y="1"/>
                </a:moveTo>
                <a:lnTo>
                  <a:pt x="1" y="1619"/>
                </a:lnTo>
                <a:lnTo>
                  <a:pt x="1589" y="3207"/>
                </a:lnTo>
                <a:lnTo>
                  <a:pt x="3177" y="1619"/>
                </a:lnTo>
                <a:lnTo>
                  <a:pt x="1589" y="1"/>
                </a:lnTo>
                <a:close/>
              </a:path>
            </a:pathLst>
          </a:custGeom>
          <a:solidFill>
            <a:srgbClr val="1D0D00">
              <a:alpha val="3568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09"/>
          <p:cNvSpPr/>
          <p:nvPr/>
        </p:nvSpPr>
        <p:spPr>
          <a:xfrm>
            <a:off x="248508" y="4794689"/>
            <a:ext cx="179115" cy="177855"/>
          </a:xfrm>
          <a:custGeom>
            <a:avLst/>
            <a:gdLst/>
            <a:ahLst/>
            <a:cxnLst/>
            <a:rect l="l" t="t" r="r" b="b"/>
            <a:pathLst>
              <a:path w="4406" h="4375" extrusionOk="0">
                <a:moveTo>
                  <a:pt x="2188" y="1378"/>
                </a:moveTo>
                <a:lnTo>
                  <a:pt x="2368" y="1408"/>
                </a:lnTo>
                <a:lnTo>
                  <a:pt x="2518" y="1438"/>
                </a:lnTo>
                <a:lnTo>
                  <a:pt x="2638" y="1528"/>
                </a:lnTo>
                <a:lnTo>
                  <a:pt x="2758" y="1618"/>
                </a:lnTo>
                <a:lnTo>
                  <a:pt x="2877" y="1738"/>
                </a:lnTo>
                <a:lnTo>
                  <a:pt x="2937" y="1888"/>
                </a:lnTo>
                <a:lnTo>
                  <a:pt x="2997" y="2038"/>
                </a:lnTo>
                <a:lnTo>
                  <a:pt x="2997" y="2188"/>
                </a:lnTo>
                <a:lnTo>
                  <a:pt x="2997" y="2337"/>
                </a:lnTo>
                <a:lnTo>
                  <a:pt x="2937" y="2517"/>
                </a:lnTo>
                <a:lnTo>
                  <a:pt x="2877" y="2637"/>
                </a:lnTo>
                <a:lnTo>
                  <a:pt x="2758" y="2757"/>
                </a:lnTo>
                <a:lnTo>
                  <a:pt x="2638" y="2847"/>
                </a:lnTo>
                <a:lnTo>
                  <a:pt x="2518" y="2937"/>
                </a:lnTo>
                <a:lnTo>
                  <a:pt x="2368" y="2967"/>
                </a:lnTo>
                <a:lnTo>
                  <a:pt x="2188" y="2997"/>
                </a:lnTo>
                <a:lnTo>
                  <a:pt x="2038" y="2967"/>
                </a:lnTo>
                <a:lnTo>
                  <a:pt x="1889" y="2937"/>
                </a:lnTo>
                <a:lnTo>
                  <a:pt x="1739" y="2847"/>
                </a:lnTo>
                <a:lnTo>
                  <a:pt x="1619" y="2757"/>
                </a:lnTo>
                <a:lnTo>
                  <a:pt x="1529" y="2637"/>
                </a:lnTo>
                <a:lnTo>
                  <a:pt x="1469" y="2517"/>
                </a:lnTo>
                <a:lnTo>
                  <a:pt x="1409" y="2337"/>
                </a:lnTo>
                <a:lnTo>
                  <a:pt x="1409" y="2188"/>
                </a:lnTo>
                <a:lnTo>
                  <a:pt x="1409" y="2038"/>
                </a:lnTo>
                <a:lnTo>
                  <a:pt x="1469" y="1888"/>
                </a:lnTo>
                <a:lnTo>
                  <a:pt x="1529" y="1738"/>
                </a:lnTo>
                <a:lnTo>
                  <a:pt x="1619" y="1618"/>
                </a:lnTo>
                <a:lnTo>
                  <a:pt x="1739" y="1528"/>
                </a:lnTo>
                <a:lnTo>
                  <a:pt x="1889" y="1438"/>
                </a:lnTo>
                <a:lnTo>
                  <a:pt x="2038" y="1408"/>
                </a:lnTo>
                <a:lnTo>
                  <a:pt x="2188" y="1378"/>
                </a:lnTo>
                <a:close/>
                <a:moveTo>
                  <a:pt x="2188" y="1229"/>
                </a:moveTo>
                <a:lnTo>
                  <a:pt x="2008" y="1259"/>
                </a:lnTo>
                <a:lnTo>
                  <a:pt x="1829" y="1319"/>
                </a:lnTo>
                <a:lnTo>
                  <a:pt x="1679" y="1408"/>
                </a:lnTo>
                <a:lnTo>
                  <a:pt x="1529" y="1528"/>
                </a:lnTo>
                <a:lnTo>
                  <a:pt x="1409" y="1648"/>
                </a:lnTo>
                <a:lnTo>
                  <a:pt x="1319" y="1828"/>
                </a:lnTo>
                <a:lnTo>
                  <a:pt x="1259" y="2008"/>
                </a:lnTo>
                <a:lnTo>
                  <a:pt x="1259" y="2188"/>
                </a:lnTo>
                <a:lnTo>
                  <a:pt x="1259" y="2397"/>
                </a:lnTo>
                <a:lnTo>
                  <a:pt x="1319" y="2547"/>
                </a:lnTo>
                <a:lnTo>
                  <a:pt x="1409" y="2727"/>
                </a:lnTo>
                <a:lnTo>
                  <a:pt x="1529" y="2877"/>
                </a:lnTo>
                <a:lnTo>
                  <a:pt x="1679" y="2997"/>
                </a:lnTo>
                <a:lnTo>
                  <a:pt x="1829" y="3057"/>
                </a:lnTo>
                <a:lnTo>
                  <a:pt x="2008" y="3116"/>
                </a:lnTo>
                <a:lnTo>
                  <a:pt x="2188" y="3146"/>
                </a:lnTo>
                <a:lnTo>
                  <a:pt x="2398" y="3116"/>
                </a:lnTo>
                <a:lnTo>
                  <a:pt x="2578" y="3057"/>
                </a:lnTo>
                <a:lnTo>
                  <a:pt x="2728" y="2997"/>
                </a:lnTo>
                <a:lnTo>
                  <a:pt x="2877" y="2877"/>
                </a:lnTo>
                <a:lnTo>
                  <a:pt x="2997" y="2727"/>
                </a:lnTo>
                <a:lnTo>
                  <a:pt x="3087" y="2547"/>
                </a:lnTo>
                <a:lnTo>
                  <a:pt x="3147" y="2397"/>
                </a:lnTo>
                <a:lnTo>
                  <a:pt x="3147" y="2188"/>
                </a:lnTo>
                <a:lnTo>
                  <a:pt x="3147" y="2008"/>
                </a:lnTo>
                <a:lnTo>
                  <a:pt x="3087" y="1828"/>
                </a:lnTo>
                <a:lnTo>
                  <a:pt x="2997" y="1648"/>
                </a:lnTo>
                <a:lnTo>
                  <a:pt x="2877" y="1528"/>
                </a:lnTo>
                <a:lnTo>
                  <a:pt x="2728" y="1408"/>
                </a:lnTo>
                <a:lnTo>
                  <a:pt x="2578" y="1319"/>
                </a:lnTo>
                <a:lnTo>
                  <a:pt x="2398" y="1259"/>
                </a:lnTo>
                <a:lnTo>
                  <a:pt x="2188" y="1229"/>
                </a:lnTo>
                <a:close/>
                <a:moveTo>
                  <a:pt x="2398" y="150"/>
                </a:moveTo>
                <a:lnTo>
                  <a:pt x="2608" y="180"/>
                </a:lnTo>
                <a:lnTo>
                  <a:pt x="2817" y="240"/>
                </a:lnTo>
                <a:lnTo>
                  <a:pt x="2997" y="300"/>
                </a:lnTo>
                <a:lnTo>
                  <a:pt x="3177" y="390"/>
                </a:lnTo>
                <a:lnTo>
                  <a:pt x="3357" y="480"/>
                </a:lnTo>
                <a:lnTo>
                  <a:pt x="3507" y="599"/>
                </a:lnTo>
                <a:lnTo>
                  <a:pt x="3656" y="749"/>
                </a:lnTo>
                <a:lnTo>
                  <a:pt x="3776" y="899"/>
                </a:lnTo>
                <a:lnTo>
                  <a:pt x="3896" y="1049"/>
                </a:lnTo>
                <a:lnTo>
                  <a:pt x="4016" y="1229"/>
                </a:lnTo>
                <a:lnTo>
                  <a:pt x="4076" y="1408"/>
                </a:lnTo>
                <a:lnTo>
                  <a:pt x="4166" y="1588"/>
                </a:lnTo>
                <a:lnTo>
                  <a:pt x="4196" y="1768"/>
                </a:lnTo>
                <a:lnTo>
                  <a:pt x="4226" y="1978"/>
                </a:lnTo>
                <a:lnTo>
                  <a:pt x="4256" y="2188"/>
                </a:lnTo>
                <a:lnTo>
                  <a:pt x="4226" y="2397"/>
                </a:lnTo>
                <a:lnTo>
                  <a:pt x="4196" y="2607"/>
                </a:lnTo>
                <a:lnTo>
                  <a:pt x="4166" y="2787"/>
                </a:lnTo>
                <a:lnTo>
                  <a:pt x="4076" y="2997"/>
                </a:lnTo>
                <a:lnTo>
                  <a:pt x="4016" y="3176"/>
                </a:lnTo>
                <a:lnTo>
                  <a:pt x="3896" y="3326"/>
                </a:lnTo>
                <a:lnTo>
                  <a:pt x="3776" y="3506"/>
                </a:lnTo>
                <a:lnTo>
                  <a:pt x="3656" y="3626"/>
                </a:lnTo>
                <a:lnTo>
                  <a:pt x="3507" y="3776"/>
                </a:lnTo>
                <a:lnTo>
                  <a:pt x="3357" y="3896"/>
                </a:lnTo>
                <a:lnTo>
                  <a:pt x="3177" y="3985"/>
                </a:lnTo>
                <a:lnTo>
                  <a:pt x="2997" y="4075"/>
                </a:lnTo>
                <a:lnTo>
                  <a:pt x="2817" y="4135"/>
                </a:lnTo>
                <a:lnTo>
                  <a:pt x="2608" y="4195"/>
                </a:lnTo>
                <a:lnTo>
                  <a:pt x="2398" y="4225"/>
                </a:lnTo>
                <a:lnTo>
                  <a:pt x="1978" y="4225"/>
                </a:lnTo>
                <a:lnTo>
                  <a:pt x="1799" y="4195"/>
                </a:lnTo>
                <a:lnTo>
                  <a:pt x="1589" y="4135"/>
                </a:lnTo>
                <a:lnTo>
                  <a:pt x="1409" y="4075"/>
                </a:lnTo>
                <a:lnTo>
                  <a:pt x="1229" y="3985"/>
                </a:lnTo>
                <a:lnTo>
                  <a:pt x="1049" y="3896"/>
                </a:lnTo>
                <a:lnTo>
                  <a:pt x="900" y="3776"/>
                </a:lnTo>
                <a:lnTo>
                  <a:pt x="750" y="3626"/>
                </a:lnTo>
                <a:lnTo>
                  <a:pt x="630" y="3506"/>
                </a:lnTo>
                <a:lnTo>
                  <a:pt x="510" y="3326"/>
                </a:lnTo>
                <a:lnTo>
                  <a:pt x="390" y="3176"/>
                </a:lnTo>
                <a:lnTo>
                  <a:pt x="300" y="2997"/>
                </a:lnTo>
                <a:lnTo>
                  <a:pt x="240" y="2787"/>
                </a:lnTo>
                <a:lnTo>
                  <a:pt x="180" y="2607"/>
                </a:lnTo>
                <a:lnTo>
                  <a:pt x="151" y="2397"/>
                </a:lnTo>
                <a:lnTo>
                  <a:pt x="151" y="2188"/>
                </a:lnTo>
                <a:lnTo>
                  <a:pt x="151" y="1978"/>
                </a:lnTo>
                <a:lnTo>
                  <a:pt x="180" y="1768"/>
                </a:lnTo>
                <a:lnTo>
                  <a:pt x="240" y="1588"/>
                </a:lnTo>
                <a:lnTo>
                  <a:pt x="300" y="1408"/>
                </a:lnTo>
                <a:lnTo>
                  <a:pt x="390" y="1229"/>
                </a:lnTo>
                <a:lnTo>
                  <a:pt x="510" y="1049"/>
                </a:lnTo>
                <a:lnTo>
                  <a:pt x="630" y="899"/>
                </a:lnTo>
                <a:lnTo>
                  <a:pt x="750" y="749"/>
                </a:lnTo>
                <a:lnTo>
                  <a:pt x="900" y="599"/>
                </a:lnTo>
                <a:lnTo>
                  <a:pt x="1049" y="480"/>
                </a:lnTo>
                <a:lnTo>
                  <a:pt x="1229" y="390"/>
                </a:lnTo>
                <a:lnTo>
                  <a:pt x="1409" y="300"/>
                </a:lnTo>
                <a:lnTo>
                  <a:pt x="1589" y="240"/>
                </a:lnTo>
                <a:lnTo>
                  <a:pt x="1799" y="180"/>
                </a:lnTo>
                <a:lnTo>
                  <a:pt x="1978" y="150"/>
                </a:lnTo>
                <a:close/>
                <a:moveTo>
                  <a:pt x="1978" y="0"/>
                </a:moveTo>
                <a:lnTo>
                  <a:pt x="1769" y="30"/>
                </a:lnTo>
                <a:lnTo>
                  <a:pt x="1559" y="90"/>
                </a:lnTo>
                <a:lnTo>
                  <a:pt x="1349" y="150"/>
                </a:lnTo>
                <a:lnTo>
                  <a:pt x="1139" y="270"/>
                </a:lnTo>
                <a:lnTo>
                  <a:pt x="960" y="360"/>
                </a:lnTo>
                <a:lnTo>
                  <a:pt x="810" y="480"/>
                </a:lnTo>
                <a:lnTo>
                  <a:pt x="660" y="629"/>
                </a:lnTo>
                <a:lnTo>
                  <a:pt x="510" y="779"/>
                </a:lnTo>
                <a:lnTo>
                  <a:pt x="390" y="959"/>
                </a:lnTo>
                <a:lnTo>
                  <a:pt x="270" y="1139"/>
                </a:lnTo>
                <a:lnTo>
                  <a:pt x="180" y="1349"/>
                </a:lnTo>
                <a:lnTo>
                  <a:pt x="91" y="1528"/>
                </a:lnTo>
                <a:lnTo>
                  <a:pt x="61" y="1738"/>
                </a:lnTo>
                <a:lnTo>
                  <a:pt x="1" y="1978"/>
                </a:lnTo>
                <a:lnTo>
                  <a:pt x="1" y="2188"/>
                </a:lnTo>
                <a:lnTo>
                  <a:pt x="1" y="2427"/>
                </a:lnTo>
                <a:lnTo>
                  <a:pt x="61" y="2637"/>
                </a:lnTo>
                <a:lnTo>
                  <a:pt x="91" y="2847"/>
                </a:lnTo>
                <a:lnTo>
                  <a:pt x="180" y="3057"/>
                </a:lnTo>
                <a:lnTo>
                  <a:pt x="270" y="3236"/>
                </a:lnTo>
                <a:lnTo>
                  <a:pt x="390" y="3416"/>
                </a:lnTo>
                <a:lnTo>
                  <a:pt x="510" y="3596"/>
                </a:lnTo>
                <a:lnTo>
                  <a:pt x="660" y="3746"/>
                </a:lnTo>
                <a:lnTo>
                  <a:pt x="810" y="3896"/>
                </a:lnTo>
                <a:lnTo>
                  <a:pt x="960" y="4015"/>
                </a:lnTo>
                <a:lnTo>
                  <a:pt x="1139" y="4135"/>
                </a:lnTo>
                <a:lnTo>
                  <a:pt x="1349" y="4225"/>
                </a:lnTo>
                <a:lnTo>
                  <a:pt x="1559" y="4285"/>
                </a:lnTo>
                <a:lnTo>
                  <a:pt x="1769" y="4345"/>
                </a:lnTo>
                <a:lnTo>
                  <a:pt x="1978" y="4375"/>
                </a:lnTo>
                <a:lnTo>
                  <a:pt x="2428" y="4375"/>
                </a:lnTo>
                <a:lnTo>
                  <a:pt x="2638" y="4345"/>
                </a:lnTo>
                <a:lnTo>
                  <a:pt x="2847" y="4285"/>
                </a:lnTo>
                <a:lnTo>
                  <a:pt x="3057" y="4225"/>
                </a:lnTo>
                <a:lnTo>
                  <a:pt x="3237" y="4135"/>
                </a:lnTo>
                <a:lnTo>
                  <a:pt x="3417" y="4015"/>
                </a:lnTo>
                <a:lnTo>
                  <a:pt x="3597" y="3896"/>
                </a:lnTo>
                <a:lnTo>
                  <a:pt x="3746" y="3746"/>
                </a:lnTo>
                <a:lnTo>
                  <a:pt x="3896" y="3596"/>
                </a:lnTo>
                <a:lnTo>
                  <a:pt x="4016" y="3416"/>
                </a:lnTo>
                <a:lnTo>
                  <a:pt x="4136" y="3236"/>
                </a:lnTo>
                <a:lnTo>
                  <a:pt x="4226" y="3057"/>
                </a:lnTo>
                <a:lnTo>
                  <a:pt x="4316" y="2847"/>
                </a:lnTo>
                <a:lnTo>
                  <a:pt x="4346" y="2637"/>
                </a:lnTo>
                <a:lnTo>
                  <a:pt x="4376" y="2427"/>
                </a:lnTo>
                <a:lnTo>
                  <a:pt x="4406" y="2188"/>
                </a:lnTo>
                <a:lnTo>
                  <a:pt x="4376" y="1978"/>
                </a:lnTo>
                <a:lnTo>
                  <a:pt x="4346" y="1738"/>
                </a:lnTo>
                <a:lnTo>
                  <a:pt x="4316" y="1528"/>
                </a:lnTo>
                <a:lnTo>
                  <a:pt x="4226" y="1349"/>
                </a:lnTo>
                <a:lnTo>
                  <a:pt x="4136" y="1139"/>
                </a:lnTo>
                <a:lnTo>
                  <a:pt x="4016" y="959"/>
                </a:lnTo>
                <a:lnTo>
                  <a:pt x="3896" y="779"/>
                </a:lnTo>
                <a:lnTo>
                  <a:pt x="3746" y="629"/>
                </a:lnTo>
                <a:lnTo>
                  <a:pt x="3597" y="480"/>
                </a:lnTo>
                <a:lnTo>
                  <a:pt x="3417" y="360"/>
                </a:lnTo>
                <a:lnTo>
                  <a:pt x="3237" y="270"/>
                </a:lnTo>
                <a:lnTo>
                  <a:pt x="3057" y="150"/>
                </a:lnTo>
                <a:lnTo>
                  <a:pt x="2847" y="90"/>
                </a:lnTo>
                <a:lnTo>
                  <a:pt x="2638" y="30"/>
                </a:lnTo>
                <a:lnTo>
                  <a:pt x="2428" y="0"/>
                </a:lnTo>
                <a:close/>
              </a:path>
            </a:pathLst>
          </a:custGeom>
          <a:solidFill>
            <a:srgbClr val="1D0D00">
              <a:alpha val="3568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1" name="Google Shape;81;p109"/>
          <p:cNvGrpSpPr/>
          <p:nvPr/>
        </p:nvGrpSpPr>
        <p:grpSpPr>
          <a:xfrm>
            <a:off x="4391901" y="202504"/>
            <a:ext cx="257177" cy="195499"/>
            <a:chOff x="1591763" y="1517679"/>
            <a:chExt cx="257177" cy="195499"/>
          </a:xfrm>
        </p:grpSpPr>
        <p:sp>
          <p:nvSpPr>
            <p:cNvPr id="82" name="Google Shape;82;p109"/>
            <p:cNvSpPr/>
            <p:nvPr/>
          </p:nvSpPr>
          <p:spPr>
            <a:xfrm>
              <a:off x="1679775" y="1517679"/>
              <a:ext cx="169165" cy="195499"/>
            </a:xfrm>
            <a:custGeom>
              <a:avLst/>
              <a:gdLst/>
              <a:ahLst/>
              <a:cxnLst/>
              <a:rect l="l" t="t" r="r" b="b"/>
              <a:pathLst>
                <a:path w="2698" h="3118" extrusionOk="0">
                  <a:moveTo>
                    <a:pt x="120" y="210"/>
                  </a:moveTo>
                  <a:lnTo>
                    <a:pt x="2457" y="1559"/>
                  </a:lnTo>
                  <a:lnTo>
                    <a:pt x="120" y="2907"/>
                  </a:lnTo>
                  <a:lnTo>
                    <a:pt x="120" y="210"/>
                  </a:lnTo>
                  <a:close/>
                  <a:moveTo>
                    <a:pt x="0" y="1"/>
                  </a:moveTo>
                  <a:lnTo>
                    <a:pt x="0" y="3117"/>
                  </a:lnTo>
                  <a:lnTo>
                    <a:pt x="2697" y="1559"/>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09"/>
            <p:cNvSpPr/>
            <p:nvPr/>
          </p:nvSpPr>
          <p:spPr>
            <a:xfrm>
              <a:off x="1591763" y="1519571"/>
              <a:ext cx="165403" cy="191737"/>
            </a:xfrm>
            <a:custGeom>
              <a:avLst/>
              <a:gdLst/>
              <a:ahLst/>
              <a:cxnLst/>
              <a:rect l="l" t="t" r="r" b="b"/>
              <a:pathLst>
                <a:path w="2638" h="3058" extrusionOk="0">
                  <a:moveTo>
                    <a:pt x="1" y="1"/>
                  </a:moveTo>
                  <a:lnTo>
                    <a:pt x="1" y="3057"/>
                  </a:lnTo>
                  <a:lnTo>
                    <a:pt x="2637" y="1529"/>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109"/>
          <p:cNvSpPr/>
          <p:nvPr/>
        </p:nvSpPr>
        <p:spPr>
          <a:xfrm>
            <a:off x="4336005" y="4861961"/>
            <a:ext cx="199198" cy="201079"/>
          </a:xfrm>
          <a:custGeom>
            <a:avLst/>
            <a:gdLst/>
            <a:ahLst/>
            <a:cxnLst/>
            <a:rect l="l" t="t" r="r" b="b"/>
            <a:pathLst>
              <a:path w="3177" h="3207" extrusionOk="0">
                <a:moveTo>
                  <a:pt x="1589" y="180"/>
                </a:moveTo>
                <a:lnTo>
                  <a:pt x="3027" y="1619"/>
                </a:lnTo>
                <a:lnTo>
                  <a:pt x="1589" y="3027"/>
                </a:lnTo>
                <a:lnTo>
                  <a:pt x="180" y="1619"/>
                </a:lnTo>
                <a:lnTo>
                  <a:pt x="1589" y="180"/>
                </a:lnTo>
                <a:close/>
                <a:moveTo>
                  <a:pt x="1589" y="1"/>
                </a:moveTo>
                <a:lnTo>
                  <a:pt x="1" y="1619"/>
                </a:lnTo>
                <a:lnTo>
                  <a:pt x="1589" y="3207"/>
                </a:lnTo>
                <a:lnTo>
                  <a:pt x="3177" y="1619"/>
                </a:lnTo>
                <a:lnTo>
                  <a:pt x="1589" y="1"/>
                </a:lnTo>
                <a:close/>
              </a:path>
            </a:pathLst>
          </a:custGeom>
          <a:solidFill>
            <a:srgbClr val="1D0D00">
              <a:alpha val="3568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09"/>
          <p:cNvSpPr/>
          <p:nvPr/>
        </p:nvSpPr>
        <p:spPr>
          <a:xfrm>
            <a:off x="6647852" y="4847622"/>
            <a:ext cx="71999" cy="71999"/>
          </a:xfrm>
          <a:custGeom>
            <a:avLst/>
            <a:gdLst/>
            <a:ahLst/>
            <a:cxnLst/>
            <a:rect l="l" t="t" r="r" b="b"/>
            <a:pathLst>
              <a:path w="3747" h="3747" extrusionOk="0">
                <a:moveTo>
                  <a:pt x="1889" y="1"/>
                </a:moveTo>
                <a:lnTo>
                  <a:pt x="1679" y="31"/>
                </a:lnTo>
                <a:lnTo>
                  <a:pt x="1499" y="60"/>
                </a:lnTo>
                <a:lnTo>
                  <a:pt x="1319" y="90"/>
                </a:lnTo>
                <a:lnTo>
                  <a:pt x="1140" y="150"/>
                </a:lnTo>
                <a:lnTo>
                  <a:pt x="840" y="330"/>
                </a:lnTo>
                <a:lnTo>
                  <a:pt x="570" y="570"/>
                </a:lnTo>
                <a:lnTo>
                  <a:pt x="330" y="840"/>
                </a:lnTo>
                <a:lnTo>
                  <a:pt x="151" y="1169"/>
                </a:lnTo>
                <a:lnTo>
                  <a:pt x="91" y="1319"/>
                </a:lnTo>
                <a:lnTo>
                  <a:pt x="61" y="1499"/>
                </a:lnTo>
                <a:lnTo>
                  <a:pt x="31" y="1679"/>
                </a:lnTo>
                <a:lnTo>
                  <a:pt x="1" y="1888"/>
                </a:lnTo>
                <a:lnTo>
                  <a:pt x="31" y="2068"/>
                </a:lnTo>
                <a:lnTo>
                  <a:pt x="61" y="2248"/>
                </a:lnTo>
                <a:lnTo>
                  <a:pt x="91" y="2428"/>
                </a:lnTo>
                <a:lnTo>
                  <a:pt x="151" y="2608"/>
                </a:lnTo>
                <a:lnTo>
                  <a:pt x="330" y="2937"/>
                </a:lnTo>
                <a:lnTo>
                  <a:pt x="570" y="3207"/>
                </a:lnTo>
                <a:lnTo>
                  <a:pt x="840" y="3447"/>
                </a:lnTo>
                <a:lnTo>
                  <a:pt x="1140" y="3596"/>
                </a:lnTo>
                <a:lnTo>
                  <a:pt x="1319" y="3656"/>
                </a:lnTo>
                <a:lnTo>
                  <a:pt x="1499" y="3716"/>
                </a:lnTo>
                <a:lnTo>
                  <a:pt x="1679" y="3746"/>
                </a:lnTo>
                <a:lnTo>
                  <a:pt x="2068" y="3746"/>
                </a:lnTo>
                <a:lnTo>
                  <a:pt x="2248" y="3716"/>
                </a:lnTo>
                <a:lnTo>
                  <a:pt x="2428" y="3656"/>
                </a:lnTo>
                <a:lnTo>
                  <a:pt x="2608" y="3596"/>
                </a:lnTo>
                <a:lnTo>
                  <a:pt x="2937" y="3447"/>
                </a:lnTo>
                <a:lnTo>
                  <a:pt x="3207" y="3207"/>
                </a:lnTo>
                <a:lnTo>
                  <a:pt x="3417" y="2937"/>
                </a:lnTo>
                <a:lnTo>
                  <a:pt x="3597" y="2608"/>
                </a:lnTo>
                <a:lnTo>
                  <a:pt x="3657" y="2428"/>
                </a:lnTo>
                <a:lnTo>
                  <a:pt x="3717" y="2248"/>
                </a:lnTo>
                <a:lnTo>
                  <a:pt x="3747" y="2068"/>
                </a:lnTo>
                <a:lnTo>
                  <a:pt x="3747" y="1888"/>
                </a:lnTo>
                <a:lnTo>
                  <a:pt x="3747" y="1679"/>
                </a:lnTo>
                <a:lnTo>
                  <a:pt x="3717" y="1499"/>
                </a:lnTo>
                <a:lnTo>
                  <a:pt x="3657" y="1319"/>
                </a:lnTo>
                <a:lnTo>
                  <a:pt x="3597" y="1169"/>
                </a:lnTo>
                <a:lnTo>
                  <a:pt x="3417" y="840"/>
                </a:lnTo>
                <a:lnTo>
                  <a:pt x="3207" y="570"/>
                </a:lnTo>
                <a:lnTo>
                  <a:pt x="2937" y="330"/>
                </a:lnTo>
                <a:lnTo>
                  <a:pt x="2608" y="150"/>
                </a:lnTo>
                <a:lnTo>
                  <a:pt x="2428" y="90"/>
                </a:lnTo>
                <a:lnTo>
                  <a:pt x="2248" y="60"/>
                </a:lnTo>
                <a:lnTo>
                  <a:pt x="2068" y="31"/>
                </a:lnTo>
                <a:lnTo>
                  <a:pt x="188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09"/>
          <p:cNvSpPr/>
          <p:nvPr/>
        </p:nvSpPr>
        <p:spPr>
          <a:xfrm>
            <a:off x="2049652" y="4847622"/>
            <a:ext cx="71999" cy="71999"/>
          </a:xfrm>
          <a:custGeom>
            <a:avLst/>
            <a:gdLst/>
            <a:ahLst/>
            <a:cxnLst/>
            <a:rect l="l" t="t" r="r" b="b"/>
            <a:pathLst>
              <a:path w="3747" h="3747" extrusionOk="0">
                <a:moveTo>
                  <a:pt x="1889" y="1"/>
                </a:moveTo>
                <a:lnTo>
                  <a:pt x="1679" y="31"/>
                </a:lnTo>
                <a:lnTo>
                  <a:pt x="1499" y="60"/>
                </a:lnTo>
                <a:lnTo>
                  <a:pt x="1319" y="90"/>
                </a:lnTo>
                <a:lnTo>
                  <a:pt x="1140" y="150"/>
                </a:lnTo>
                <a:lnTo>
                  <a:pt x="840" y="330"/>
                </a:lnTo>
                <a:lnTo>
                  <a:pt x="570" y="570"/>
                </a:lnTo>
                <a:lnTo>
                  <a:pt x="330" y="840"/>
                </a:lnTo>
                <a:lnTo>
                  <a:pt x="151" y="1169"/>
                </a:lnTo>
                <a:lnTo>
                  <a:pt x="91" y="1319"/>
                </a:lnTo>
                <a:lnTo>
                  <a:pt x="61" y="1499"/>
                </a:lnTo>
                <a:lnTo>
                  <a:pt x="31" y="1679"/>
                </a:lnTo>
                <a:lnTo>
                  <a:pt x="1" y="1888"/>
                </a:lnTo>
                <a:lnTo>
                  <a:pt x="31" y="2068"/>
                </a:lnTo>
                <a:lnTo>
                  <a:pt x="61" y="2248"/>
                </a:lnTo>
                <a:lnTo>
                  <a:pt x="91" y="2428"/>
                </a:lnTo>
                <a:lnTo>
                  <a:pt x="151" y="2608"/>
                </a:lnTo>
                <a:lnTo>
                  <a:pt x="330" y="2937"/>
                </a:lnTo>
                <a:lnTo>
                  <a:pt x="570" y="3207"/>
                </a:lnTo>
                <a:lnTo>
                  <a:pt x="840" y="3447"/>
                </a:lnTo>
                <a:lnTo>
                  <a:pt x="1140" y="3596"/>
                </a:lnTo>
                <a:lnTo>
                  <a:pt x="1319" y="3656"/>
                </a:lnTo>
                <a:lnTo>
                  <a:pt x="1499" y="3716"/>
                </a:lnTo>
                <a:lnTo>
                  <a:pt x="1679" y="3746"/>
                </a:lnTo>
                <a:lnTo>
                  <a:pt x="2068" y="3746"/>
                </a:lnTo>
                <a:lnTo>
                  <a:pt x="2248" y="3716"/>
                </a:lnTo>
                <a:lnTo>
                  <a:pt x="2428" y="3656"/>
                </a:lnTo>
                <a:lnTo>
                  <a:pt x="2608" y="3596"/>
                </a:lnTo>
                <a:lnTo>
                  <a:pt x="2937" y="3447"/>
                </a:lnTo>
                <a:lnTo>
                  <a:pt x="3207" y="3207"/>
                </a:lnTo>
                <a:lnTo>
                  <a:pt x="3417" y="2937"/>
                </a:lnTo>
                <a:lnTo>
                  <a:pt x="3597" y="2608"/>
                </a:lnTo>
                <a:lnTo>
                  <a:pt x="3657" y="2428"/>
                </a:lnTo>
                <a:lnTo>
                  <a:pt x="3717" y="2248"/>
                </a:lnTo>
                <a:lnTo>
                  <a:pt x="3747" y="2068"/>
                </a:lnTo>
                <a:lnTo>
                  <a:pt x="3747" y="1888"/>
                </a:lnTo>
                <a:lnTo>
                  <a:pt x="3747" y="1679"/>
                </a:lnTo>
                <a:lnTo>
                  <a:pt x="3717" y="1499"/>
                </a:lnTo>
                <a:lnTo>
                  <a:pt x="3657" y="1319"/>
                </a:lnTo>
                <a:lnTo>
                  <a:pt x="3597" y="1169"/>
                </a:lnTo>
                <a:lnTo>
                  <a:pt x="3417" y="840"/>
                </a:lnTo>
                <a:lnTo>
                  <a:pt x="3207" y="570"/>
                </a:lnTo>
                <a:lnTo>
                  <a:pt x="2937" y="330"/>
                </a:lnTo>
                <a:lnTo>
                  <a:pt x="2608" y="150"/>
                </a:lnTo>
                <a:lnTo>
                  <a:pt x="2428" y="90"/>
                </a:lnTo>
                <a:lnTo>
                  <a:pt x="2248" y="60"/>
                </a:lnTo>
                <a:lnTo>
                  <a:pt x="2068" y="31"/>
                </a:lnTo>
                <a:lnTo>
                  <a:pt x="188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09"/>
          <p:cNvSpPr txBox="1">
            <a:spLocks noGrp="1"/>
          </p:cNvSpPr>
          <p:nvPr>
            <p:ph type="title"/>
          </p:nvPr>
        </p:nvSpPr>
        <p:spPr>
          <a:xfrm>
            <a:off x="2347938" y="677525"/>
            <a:ext cx="4448100" cy="10587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SzPts val="3500"/>
              <a:buNone/>
              <a:defRPr sz="72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88" name="Google Shape;88;p109"/>
          <p:cNvSpPr txBox="1">
            <a:spLocks noGrp="1"/>
          </p:cNvSpPr>
          <p:nvPr>
            <p:ph type="subTitle" idx="1"/>
          </p:nvPr>
        </p:nvSpPr>
        <p:spPr>
          <a:xfrm>
            <a:off x="2347900" y="1841450"/>
            <a:ext cx="4448100" cy="1058700"/>
          </a:xfrm>
          <a:prstGeom prst="rect">
            <a:avLst/>
          </a:prstGeom>
          <a:noFill/>
          <a:ln>
            <a:noFill/>
          </a:ln>
        </p:spPr>
        <p:txBody>
          <a:bodyPr spcFirstLastPara="1" wrap="square" lIns="91425" tIns="91425" rIns="91425" bIns="91425" anchor="ctr" anchorCtr="0">
            <a:noAutofit/>
          </a:bodyPr>
          <a:lstStyle>
            <a:lvl1pPr lvl="0" algn="ctr">
              <a:lnSpc>
                <a:spcPct val="9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9" name="Google Shape;89;p109"/>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300"/>
              </a:spcBef>
              <a:spcAft>
                <a:spcPts val="0"/>
              </a:spcAft>
              <a:buClr>
                <a:srgbClr val="000000"/>
              </a:buClr>
              <a:buSzPts val="1200"/>
              <a:buFont typeface="Arial"/>
              <a:buNone/>
            </a:pPr>
            <a:r>
              <a:rPr lang="en" sz="1200" b="1" i="0" u="none" strike="noStrike" cap="none">
                <a:solidFill>
                  <a:schemeClr val="dk1"/>
                </a:solidFill>
                <a:latin typeface="Questrial"/>
                <a:ea typeface="Questrial"/>
                <a:cs typeface="Questrial"/>
                <a:sym typeface="Questrial"/>
              </a:rPr>
              <a:t>CREDITS:</a:t>
            </a:r>
            <a:r>
              <a:rPr lang="en" sz="1200" b="0" i="0" u="none" strike="noStrike" cap="none">
                <a:solidFill>
                  <a:schemeClr val="dk1"/>
                </a:solidFill>
                <a:latin typeface="Questrial"/>
                <a:ea typeface="Questrial"/>
                <a:cs typeface="Questrial"/>
                <a:sym typeface="Questrial"/>
              </a:rPr>
              <a:t> This presentation template was created by </a:t>
            </a:r>
            <a:r>
              <a:rPr lang="en" sz="1200" b="1" i="0" u="none" strike="noStrike" cap="none">
                <a:solidFill>
                  <a:schemeClr val="dk1"/>
                </a:solidFill>
                <a:uFill>
                  <a:noFill/>
                </a:uFill>
                <a:latin typeface="Questrial"/>
                <a:ea typeface="Questrial"/>
                <a:cs typeface="Questrial"/>
                <a:sym typeface="Questrial"/>
                <a:hlinkClick r:id="rId2">
                  <a:extLst>
                    <a:ext uri="{A12FA001-AC4F-418D-AE19-62706E023703}">
                      <ahyp:hlinkClr xmlns:ahyp="http://schemas.microsoft.com/office/drawing/2018/hyperlinkcolor" val="tx"/>
                    </a:ext>
                  </a:extLst>
                </a:hlinkClick>
              </a:rPr>
              <a:t>Slidesgo</a:t>
            </a:r>
            <a:r>
              <a:rPr lang="en" sz="1200" b="0" i="0" u="none" strike="noStrike" cap="none">
                <a:solidFill>
                  <a:schemeClr val="dk1"/>
                </a:solidFill>
                <a:latin typeface="Questrial"/>
                <a:ea typeface="Questrial"/>
                <a:cs typeface="Questrial"/>
                <a:sym typeface="Questrial"/>
              </a:rPr>
              <a:t>, and includes icons by </a:t>
            </a:r>
            <a:r>
              <a:rPr lang="en" sz="1200" b="1" i="0" u="none" strike="noStrike" cap="none">
                <a:solidFill>
                  <a:schemeClr val="dk1"/>
                </a:solidFill>
                <a:uFill>
                  <a:noFill/>
                </a:uFill>
                <a:latin typeface="Questrial"/>
                <a:ea typeface="Questrial"/>
                <a:cs typeface="Questrial"/>
                <a:sym typeface="Questrial"/>
                <a:hlinkClick r:id="rId3">
                  <a:extLst>
                    <a:ext uri="{A12FA001-AC4F-418D-AE19-62706E023703}">
                      <ahyp:hlinkClr xmlns:ahyp="http://schemas.microsoft.com/office/drawing/2018/hyperlinkcolor" val="tx"/>
                    </a:ext>
                  </a:extLst>
                </a:hlinkClick>
              </a:rPr>
              <a:t>Flaticon</a:t>
            </a:r>
            <a:r>
              <a:rPr lang="en" sz="1200" b="0" i="0" u="none" strike="noStrike" cap="none">
                <a:solidFill>
                  <a:schemeClr val="dk1"/>
                </a:solidFill>
                <a:latin typeface="Questrial"/>
                <a:ea typeface="Questrial"/>
                <a:cs typeface="Questrial"/>
                <a:sym typeface="Questrial"/>
              </a:rPr>
              <a:t>, and infographics &amp; images by </a:t>
            </a:r>
            <a:r>
              <a:rPr lang="en" sz="1200" b="1" i="0" u="none" strike="noStrike" cap="none">
                <a:solidFill>
                  <a:schemeClr val="dk1"/>
                </a:solidFill>
                <a:uFill>
                  <a:noFill/>
                </a:uFill>
                <a:latin typeface="Questrial"/>
                <a:ea typeface="Questrial"/>
                <a:cs typeface="Questrial"/>
                <a:sym typeface="Questrial"/>
                <a:hlinkClick r:id="rId4">
                  <a:extLst>
                    <a:ext uri="{A12FA001-AC4F-418D-AE19-62706E023703}">
                      <ahyp:hlinkClr xmlns:ahyp="http://schemas.microsoft.com/office/drawing/2018/hyperlinkcolor" val="tx"/>
                    </a:ext>
                  </a:extLst>
                </a:hlinkClick>
              </a:rPr>
              <a:t>Freepik</a:t>
            </a:r>
            <a:r>
              <a:rPr lang="en" sz="1200" b="0" i="0" u="none" strike="noStrike" cap="none">
                <a:solidFill>
                  <a:schemeClr val="dk1"/>
                </a:solidFill>
                <a:latin typeface="Questrial"/>
                <a:ea typeface="Questrial"/>
                <a:cs typeface="Questrial"/>
                <a:sym typeface="Questrial"/>
              </a:rPr>
              <a:t> </a:t>
            </a:r>
            <a:endParaRPr sz="1200" b="1" i="0" u="none" strike="noStrike" cap="none">
              <a:solidFill>
                <a:schemeClr val="dk1"/>
              </a:solidFill>
              <a:latin typeface="Questrial"/>
              <a:ea typeface="Questrial"/>
              <a:cs typeface="Questrial"/>
              <a:sym typeface="Quest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90"/>
        <p:cNvGrpSpPr/>
        <p:nvPr/>
      </p:nvGrpSpPr>
      <p:grpSpPr>
        <a:xfrm>
          <a:off x="0" y="0"/>
          <a:ext cx="0" cy="0"/>
          <a:chOff x="0" y="0"/>
          <a:chExt cx="0" cy="0"/>
        </a:xfrm>
      </p:grpSpPr>
      <p:sp>
        <p:nvSpPr>
          <p:cNvPr id="91" name="Google Shape;91;p59"/>
          <p:cNvSpPr txBox="1">
            <a:spLocks noGrp="1"/>
          </p:cNvSpPr>
          <p:nvPr>
            <p:ph type="title"/>
          </p:nvPr>
        </p:nvSpPr>
        <p:spPr>
          <a:xfrm>
            <a:off x="628650" y="1243260"/>
            <a:ext cx="7886700" cy="265698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2"/>
        <p:cNvGrpSpPr/>
        <p:nvPr/>
      </p:nvGrpSpPr>
      <p:grpSpPr>
        <a:xfrm>
          <a:off x="0" y="0"/>
          <a:ext cx="0" cy="0"/>
          <a:chOff x="0" y="0"/>
          <a:chExt cx="0" cy="0"/>
        </a:xfrm>
      </p:grpSpPr>
      <p:sp>
        <p:nvSpPr>
          <p:cNvPr id="93" name="Google Shape;93;p60"/>
          <p:cNvSpPr txBox="1">
            <a:spLocks noGrp="1"/>
          </p:cNvSpPr>
          <p:nvPr>
            <p:ph type="title"/>
          </p:nvPr>
        </p:nvSpPr>
        <p:spPr>
          <a:xfrm>
            <a:off x="723900" y="55245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DM Serif Display"/>
              <a:buNone/>
              <a:defRPr sz="2400">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60"/>
          <p:cNvSpPr txBox="1">
            <a:spLocks noGrp="1"/>
          </p:cNvSpPr>
          <p:nvPr>
            <p:ph type="body" idx="1"/>
          </p:nvPr>
        </p:nvSpPr>
        <p:spPr>
          <a:xfrm>
            <a:off x="723900" y="175260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atin typeface="Chivo"/>
                <a:ea typeface="Chivo"/>
                <a:cs typeface="Chivo"/>
                <a:sym typeface="Chivo"/>
              </a:defRPr>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lt1"/>
              </a:buClr>
              <a:buSzPts val="750"/>
              <a:buNone/>
              <a:defRPr sz="750"/>
            </a:lvl6pPr>
            <a:lvl7pPr marL="3200400" lvl="6" indent="-228600" algn="l">
              <a:lnSpc>
                <a:spcPct val="90000"/>
              </a:lnSpc>
              <a:spcBef>
                <a:spcPts val="375"/>
              </a:spcBef>
              <a:spcAft>
                <a:spcPts val="0"/>
              </a:spcAft>
              <a:buClr>
                <a:schemeClr val="lt1"/>
              </a:buClr>
              <a:buSzPts val="750"/>
              <a:buNone/>
              <a:defRPr sz="750"/>
            </a:lvl7pPr>
            <a:lvl8pPr marL="3657600" lvl="7" indent="-228600" algn="l">
              <a:lnSpc>
                <a:spcPct val="90000"/>
              </a:lnSpc>
              <a:spcBef>
                <a:spcPts val="375"/>
              </a:spcBef>
              <a:spcAft>
                <a:spcPts val="0"/>
              </a:spcAft>
              <a:buClr>
                <a:schemeClr val="lt1"/>
              </a:buClr>
              <a:buSzPts val="750"/>
              <a:buNone/>
              <a:defRPr sz="750"/>
            </a:lvl8pPr>
            <a:lvl9pPr marL="4114800" lvl="8" indent="-228600" algn="l">
              <a:lnSpc>
                <a:spcPct val="90000"/>
              </a:lnSpc>
              <a:spcBef>
                <a:spcPts val="375"/>
              </a:spcBef>
              <a:spcAft>
                <a:spcPts val="0"/>
              </a:spcAft>
              <a:buClr>
                <a:schemeClr val="lt1"/>
              </a:buClr>
              <a:buSzPts val="750"/>
              <a:buNone/>
              <a:defRPr sz="75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5"/>
        <p:cNvGrpSpPr/>
        <p:nvPr/>
      </p:nvGrpSpPr>
      <p:grpSpPr>
        <a:xfrm>
          <a:off x="0" y="0"/>
          <a:ext cx="0" cy="0"/>
          <a:chOff x="0" y="0"/>
          <a:chExt cx="0" cy="0"/>
        </a:xfrm>
      </p:grpSpPr>
      <p:sp>
        <p:nvSpPr>
          <p:cNvPr id="96" name="Google Shape;96;p61"/>
          <p:cNvSpPr txBox="1">
            <a:spLocks noGrp="1"/>
          </p:cNvSpPr>
          <p:nvPr>
            <p:ph type="title"/>
          </p:nvPr>
        </p:nvSpPr>
        <p:spPr>
          <a:xfrm>
            <a:off x="723900" y="1243260"/>
            <a:ext cx="7696200" cy="265698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alpha val="0"/>
          </a:srgbClr>
        </a:solidFill>
        <a:effectLst/>
      </p:bgPr>
    </p:bg>
    <p:spTree>
      <p:nvGrpSpPr>
        <p:cNvPr id="1" name="Shape 9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98"/>
        <p:cNvGrpSpPr/>
        <p:nvPr/>
      </p:nvGrpSpPr>
      <p:grpSpPr>
        <a:xfrm>
          <a:off x="0" y="0"/>
          <a:ext cx="0" cy="0"/>
          <a:chOff x="0" y="0"/>
          <a:chExt cx="0" cy="0"/>
        </a:xfrm>
      </p:grpSpPr>
      <p:sp>
        <p:nvSpPr>
          <p:cNvPr id="99" name="Google Shape;99;p52"/>
          <p:cNvSpPr txBox="1">
            <a:spLocks noGrp="1"/>
          </p:cNvSpPr>
          <p:nvPr>
            <p:ph type="title"/>
          </p:nvPr>
        </p:nvSpPr>
        <p:spPr>
          <a:xfrm>
            <a:off x="723900" y="587825"/>
            <a:ext cx="7696200" cy="106918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dk1"/>
              </a:buClr>
              <a:buSzPts val="4000"/>
              <a:buFont typeface="DM Serif Display"/>
              <a:buNone/>
              <a:defRPr sz="3800" b="0">
                <a:latin typeface="Bebas Neue"/>
                <a:ea typeface="Bebas Neue"/>
                <a:cs typeface="Bebas Neue"/>
                <a:sym typeface="Bebas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title"/>
          </p:nvPr>
        </p:nvSpPr>
        <p:spPr>
          <a:xfrm>
            <a:off x="723900" y="552450"/>
            <a:ext cx="7696200" cy="715566"/>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3500"/>
              <a:buFont typeface="DM Serif Display"/>
              <a:buNone/>
              <a:defRPr sz="3500" b="0" i="0" u="none" strike="noStrike" cap="none">
                <a:solidFill>
                  <a:schemeClr val="dk1"/>
                </a:solidFill>
                <a:latin typeface="DM Serif Display"/>
                <a:ea typeface="DM Serif Display"/>
                <a:cs typeface="DM Serif Display"/>
                <a:sym typeface="DM Serif Dis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1"/>
          <p:cNvSpPr txBox="1">
            <a:spLocks noGrp="1"/>
          </p:cNvSpPr>
          <p:nvPr>
            <p:ph type="body" idx="1"/>
          </p:nvPr>
        </p:nvSpPr>
        <p:spPr>
          <a:xfrm>
            <a:off x="723900" y="1369219"/>
            <a:ext cx="7696200" cy="3221831"/>
          </a:xfrm>
          <a:prstGeom prst="rect">
            <a:avLst/>
          </a:prstGeom>
          <a:noFill/>
          <a:ln>
            <a:noFill/>
          </a:ln>
        </p:spPr>
        <p:txBody>
          <a:bodyPr spcFirstLastPara="1" wrap="square" lIns="91425" tIns="45700" rIns="91425" bIns="45700" anchor="t" anchorCtr="0">
            <a:normAutofit/>
          </a:bodyPr>
          <a:lstStyle>
            <a:lvl1pPr marL="457200" marR="0" lvl="0" indent="-317500" algn="l" rtl="0">
              <a:lnSpc>
                <a:spcPct val="90000"/>
              </a:lnSpc>
              <a:spcBef>
                <a:spcPts val="750"/>
              </a:spcBef>
              <a:spcAft>
                <a:spcPts val="0"/>
              </a:spcAft>
              <a:buClr>
                <a:schemeClr val="dk1"/>
              </a:buClr>
              <a:buSzPts val="1400"/>
              <a:buFont typeface="Arial"/>
              <a:buChar char="•"/>
              <a:defRPr sz="1400" b="0" i="0" u="none" strike="noStrike" cap="none">
                <a:solidFill>
                  <a:schemeClr val="dk1"/>
                </a:solidFill>
                <a:latin typeface="Chivo"/>
                <a:ea typeface="Chivo"/>
                <a:cs typeface="Chivo"/>
                <a:sym typeface="Chivo"/>
              </a:defRPr>
            </a:lvl1pPr>
            <a:lvl2pPr marL="914400" marR="0" lvl="1"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hivo"/>
                <a:ea typeface="Chivo"/>
                <a:cs typeface="Chivo"/>
                <a:sym typeface="Chivo"/>
              </a:defRPr>
            </a:lvl2pPr>
            <a:lvl3pPr marL="1371600" marR="0" lvl="2"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hivo"/>
                <a:ea typeface="Chivo"/>
                <a:cs typeface="Chivo"/>
                <a:sym typeface="Chivo"/>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hivo"/>
                <a:ea typeface="Chivo"/>
                <a:cs typeface="Chivo"/>
                <a:sym typeface="Chivo"/>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hivo"/>
                <a:ea typeface="Chivo"/>
                <a:cs typeface="Chivo"/>
                <a:sym typeface="Chivo"/>
              </a:defRPr>
            </a:lvl5pPr>
            <a:lvl6pPr marL="2743200" marR="0" lvl="5"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Montserrat Medium"/>
                <a:ea typeface="Montserrat Medium"/>
                <a:cs typeface="Montserrat Medium"/>
                <a:sym typeface="Montserrat Medium"/>
              </a:defRPr>
            </a:lvl6pPr>
            <a:lvl7pPr marL="3200400" marR="0" lvl="6"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Montserrat Medium"/>
                <a:ea typeface="Montserrat Medium"/>
                <a:cs typeface="Montserrat Medium"/>
                <a:sym typeface="Montserrat Medium"/>
              </a:defRPr>
            </a:lvl7pPr>
            <a:lvl8pPr marL="3657600" marR="0" lvl="7"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Montserrat Medium"/>
                <a:ea typeface="Montserrat Medium"/>
                <a:cs typeface="Montserrat Medium"/>
                <a:sym typeface="Montserrat Medium"/>
              </a:defRPr>
            </a:lvl8pPr>
            <a:lvl9pPr marL="4114800" marR="0" lvl="8"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8">
          <p15:clr>
            <a:srgbClr val="F26B43"/>
          </p15:clr>
        </p15:guide>
        <p15:guide id="2" orient="horz" pos="2892">
          <p15:clr>
            <a:srgbClr val="F26B43"/>
          </p15:clr>
        </p15:guide>
        <p15:guide id="3" pos="317">
          <p15:clr>
            <a:srgbClr val="F26B43"/>
          </p15:clr>
        </p15:guide>
        <p15:guide id="4" pos="5304">
          <p15:clr>
            <a:srgbClr val="F26B43"/>
          </p15:clr>
        </p15:guide>
        <p15:guide id="5" pos="2880">
          <p15:clr>
            <a:srgbClr val="F26B43"/>
          </p15:clr>
        </p15:guide>
        <p15:guide id="6" orient="horz" pos="16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image" Target="../media/image30.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
          <p:cNvSpPr/>
          <p:nvPr/>
        </p:nvSpPr>
        <p:spPr>
          <a:xfrm>
            <a:off x="1554360" y="0"/>
            <a:ext cx="2011760" cy="448740"/>
          </a:xfrm>
          <a:prstGeom prst="flowChartProcess">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1" name="Google Shape;91;p1"/>
          <p:cNvSpPr/>
          <p:nvPr/>
        </p:nvSpPr>
        <p:spPr>
          <a:xfrm>
            <a:off x="3566120" y="0"/>
            <a:ext cx="2011760" cy="44874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2" name="Google Shape;92;p1"/>
          <p:cNvSpPr/>
          <p:nvPr/>
        </p:nvSpPr>
        <p:spPr>
          <a:xfrm>
            <a:off x="5577880" y="0"/>
            <a:ext cx="2011760" cy="448740"/>
          </a:xfrm>
          <a:prstGeom prst="flowChartProcess">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9" name="Google Shape;89;p1"/>
          <p:cNvSpPr/>
          <p:nvPr/>
        </p:nvSpPr>
        <p:spPr>
          <a:xfrm>
            <a:off x="-1279352" y="1452793"/>
            <a:ext cx="2237911" cy="2237911"/>
          </a:xfrm>
          <a:prstGeom prst="flowChartDelay">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7" name="Google Shape;87;p1"/>
          <p:cNvSpPr/>
          <p:nvPr/>
        </p:nvSpPr>
        <p:spPr>
          <a:xfrm>
            <a:off x="7466536" y="3236374"/>
            <a:ext cx="3848100" cy="3848100"/>
          </a:xfrm>
          <a:prstGeom prst="donut">
            <a:avLst>
              <a:gd name="adj" fmla="val 25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8" name="Google Shape;88;p1"/>
          <p:cNvSpPr/>
          <p:nvPr/>
        </p:nvSpPr>
        <p:spPr>
          <a:xfrm>
            <a:off x="5202051" y="4425925"/>
            <a:ext cx="3941949" cy="434384"/>
          </a:xfrm>
          <a:prstGeom prst="flowChartProcess">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3" name="Google Shape;93;p1"/>
          <p:cNvSpPr txBox="1">
            <a:spLocks noGrp="1"/>
          </p:cNvSpPr>
          <p:nvPr>
            <p:ph type="ctrTitle"/>
          </p:nvPr>
        </p:nvSpPr>
        <p:spPr>
          <a:xfrm>
            <a:off x="1415885" y="1220930"/>
            <a:ext cx="6326156" cy="1982540"/>
          </a:xfrm>
          <a:prstGeom prst="rect">
            <a:avLst/>
          </a:prstGeom>
          <a:noFill/>
          <a:ln>
            <a:noFill/>
          </a:ln>
        </p:spPr>
        <p:txBody>
          <a:bodyPr spcFirstLastPara="1" wrap="square" lIns="91425" tIns="45700" rIns="91425" bIns="45700" anchor="b" anchorCtr="0">
            <a:noAutofit/>
          </a:bodyPr>
          <a:lstStyle/>
          <a:p>
            <a:pPr lvl="0"/>
            <a:r>
              <a:rPr lang="en" sz="4400" dirty="0">
                <a:solidFill>
                  <a:schemeClr val="tx1"/>
                </a:solidFill>
              </a:rPr>
              <a:t>A</a:t>
            </a:r>
            <a:r>
              <a:rPr lang="en" sz="3200" dirty="0">
                <a:solidFill>
                  <a:schemeClr val="tx1"/>
                </a:solidFill>
              </a:rPr>
              <a:t>NALISIs</a:t>
            </a:r>
            <a:r>
              <a:rPr lang="en" sz="3200" dirty="0">
                <a:solidFill>
                  <a:srgbClr val="FF0000"/>
                </a:solidFill>
              </a:rPr>
              <a:t> </a:t>
            </a:r>
            <a:r>
              <a:rPr lang="en" sz="3200" dirty="0"/>
              <a:t>SENTIMEN ULASAN APLIKASI KALENDER BALI MENGGUNAKAN METODE K-NEAREST NEIGHBOR (KNN) serta balancing data menggunakan Tomek links</a:t>
            </a:r>
            <a:endParaRPr sz="2800" dirty="0">
              <a:solidFill>
                <a:schemeClr val="dk2"/>
              </a:solidFill>
            </a:endParaRPr>
          </a:p>
        </p:txBody>
      </p:sp>
      <p:sp>
        <p:nvSpPr>
          <p:cNvPr id="94" name="Google Shape;94;p1"/>
          <p:cNvSpPr txBox="1">
            <a:spLocks noGrp="1"/>
          </p:cNvSpPr>
          <p:nvPr>
            <p:ph type="subTitle" idx="1"/>
          </p:nvPr>
        </p:nvSpPr>
        <p:spPr>
          <a:xfrm>
            <a:off x="1153886" y="3170566"/>
            <a:ext cx="6598193" cy="434384"/>
          </a:xfrm>
          <a:prstGeom prst="rect">
            <a:avLst/>
          </a:prstGeom>
          <a:noFill/>
          <a:ln>
            <a:noFill/>
          </a:ln>
        </p:spPr>
        <p:txBody>
          <a:bodyPr spcFirstLastPara="1" wrap="square" lIns="91425" tIns="45700" rIns="91425" bIns="45700" anchor="t" anchorCtr="0">
            <a:noAutofit/>
          </a:bodyPr>
          <a:lstStyle/>
          <a:p>
            <a:pPr marL="457200" lvl="0" indent="-317500" algn="ctr" rtl="0">
              <a:lnSpc>
                <a:spcPct val="90000"/>
              </a:lnSpc>
              <a:spcBef>
                <a:spcPts val="750"/>
              </a:spcBef>
              <a:spcAft>
                <a:spcPts val="0"/>
              </a:spcAft>
              <a:buSzPts val="1800"/>
              <a:buNone/>
            </a:pPr>
            <a:r>
              <a:rPr lang="en-US" dirty="0"/>
              <a:t>Ni</a:t>
            </a:r>
            <a:r>
              <a:rPr lang="en" dirty="0"/>
              <a:t> Made Dina Aprilianti (205314131)</a:t>
            </a:r>
          </a:p>
          <a:p>
            <a:pPr lvl="0"/>
            <a:r>
              <a:rPr lang="fi-FI" dirty="0"/>
              <a:t>Dosen Pembimbing : Rosalia Arum Kumalasanti, S.T., M.T.</a:t>
            </a:r>
            <a:endParaRPr dirty="0"/>
          </a:p>
        </p:txBody>
      </p:sp>
      <p:sp>
        <p:nvSpPr>
          <p:cNvPr id="95" name="Google Shape;95;p1"/>
          <p:cNvSpPr/>
          <p:nvPr/>
        </p:nvSpPr>
        <p:spPr>
          <a:xfrm>
            <a:off x="1554360" y="0"/>
            <a:ext cx="2011760" cy="5143500"/>
          </a:xfrm>
          <a:prstGeom prst="flowChartProcess">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6" name="Google Shape;96;p1"/>
          <p:cNvSpPr/>
          <p:nvPr/>
        </p:nvSpPr>
        <p:spPr>
          <a:xfrm>
            <a:off x="3566120" y="0"/>
            <a:ext cx="2011760"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7" name="Google Shape;97;p1"/>
          <p:cNvSpPr/>
          <p:nvPr/>
        </p:nvSpPr>
        <p:spPr>
          <a:xfrm>
            <a:off x="5577880" y="0"/>
            <a:ext cx="2011760" cy="5143500"/>
          </a:xfrm>
          <a:prstGeom prst="flowChartProcess">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9" name="Google Shape;99;p1"/>
          <p:cNvSpPr/>
          <p:nvPr/>
        </p:nvSpPr>
        <p:spPr>
          <a:xfrm>
            <a:off x="4572000" y="0"/>
            <a:ext cx="4572000" cy="5143500"/>
          </a:xfrm>
          <a:prstGeom prst="flowChartProcess">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8" name="Google Shape;98;p1"/>
          <p:cNvSpPr/>
          <p:nvPr/>
        </p:nvSpPr>
        <p:spPr>
          <a:xfrm>
            <a:off x="0" y="0"/>
            <a:ext cx="4572000" cy="5143500"/>
          </a:xfrm>
          <a:prstGeom prst="flowChartProcess">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100" name="Google Shape;100;p1"/>
          <p:cNvSpPr/>
          <p:nvPr/>
        </p:nvSpPr>
        <p:spPr>
          <a:xfrm>
            <a:off x="2612556" y="647700"/>
            <a:ext cx="3848100" cy="3848100"/>
          </a:xfrm>
          <a:prstGeom prst="donut">
            <a:avLst>
              <a:gd name="adj" fmla="val 25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1" name="Google Shape;101;p1"/>
          <p:cNvSpPr/>
          <p:nvPr/>
        </p:nvSpPr>
        <p:spPr>
          <a:xfrm>
            <a:off x="3463763" y="2354558"/>
            <a:ext cx="3941949" cy="434384"/>
          </a:xfrm>
          <a:prstGeom prst="flowChartProcess">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 name="Google Shape;102;p1"/>
          <p:cNvSpPr/>
          <p:nvPr/>
        </p:nvSpPr>
        <p:spPr>
          <a:xfrm>
            <a:off x="1738288" y="1452794"/>
            <a:ext cx="2237911" cy="2237911"/>
          </a:xfrm>
          <a:prstGeom prst="flowChartDelay">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9283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101"/>
                                        </p:tgtEl>
                                      </p:cBhvr>
                                    </p:animEffect>
                                    <p:set>
                                      <p:cBhvr>
                                        <p:cTn id="7" dur="1" fill="hold">
                                          <p:stCondLst>
                                            <p:cond delay="500"/>
                                          </p:stCondLst>
                                        </p:cTn>
                                        <p:tgtEl>
                                          <p:spTgt spid="101"/>
                                        </p:tgtEl>
                                        <p:attrNameLst>
                                          <p:attrName>style.visibility</p:attrName>
                                        </p:attrNameLst>
                                      </p:cBhvr>
                                      <p:to>
                                        <p:strVal val="hidden"/>
                                      </p:to>
                                    </p:se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02"/>
                                        </p:tgtEl>
                                      </p:cBhvr>
                                    </p:animEffect>
                                    <p:set>
                                      <p:cBhvr>
                                        <p:cTn id="11" dur="1" fill="hold">
                                          <p:stCondLst>
                                            <p:cond delay="500"/>
                                          </p:stCondLst>
                                        </p:cTn>
                                        <p:tgtEl>
                                          <p:spTgt spid="102"/>
                                        </p:tgtEl>
                                        <p:attrNameLst>
                                          <p:attrName>style.visibility</p:attrName>
                                        </p:attrNameLst>
                                      </p:cBhvr>
                                      <p:to>
                                        <p:strVal val="hidden"/>
                                      </p:to>
                                    </p:set>
                                  </p:childTnLst>
                                </p:cTn>
                              </p:par>
                            </p:childTnLst>
                          </p:cTn>
                        </p:par>
                        <p:par>
                          <p:cTn id="12" fill="hold">
                            <p:stCondLst>
                              <p:cond delay="1001"/>
                            </p:stCondLst>
                            <p:childTnLst>
                              <p:par>
                                <p:cTn id="13" presetID="10" presetClass="exit" presetSubtype="0" fill="hold" nodeType="afterEffect">
                                  <p:stCondLst>
                                    <p:cond delay="0"/>
                                  </p:stCondLst>
                                  <p:childTnLst>
                                    <p:animEffect transition="out" filter="fade">
                                      <p:cBhvr>
                                        <p:cTn id="14" dur="2000"/>
                                        <p:tgtEl>
                                          <p:spTgt spid="100"/>
                                        </p:tgtEl>
                                      </p:cBhvr>
                                    </p:animEffect>
                                    <p:set>
                                      <p:cBhvr>
                                        <p:cTn id="15" dur="1" fill="hold">
                                          <p:stCondLst>
                                            <p:cond delay="2000"/>
                                          </p:stCondLst>
                                        </p:cTn>
                                        <p:tgtEl>
                                          <p:spTgt spid="100"/>
                                        </p:tgtEl>
                                        <p:attrNameLst>
                                          <p:attrName>style.visibility</p:attrName>
                                        </p:attrNameLst>
                                      </p:cBhvr>
                                      <p:to>
                                        <p:strVal val="hidden"/>
                                      </p:to>
                                    </p:set>
                                  </p:childTnLst>
                                </p:cTn>
                              </p:par>
                            </p:childTnLst>
                          </p:cTn>
                        </p:par>
                        <p:par>
                          <p:cTn id="16" fill="hold">
                            <p:stCondLst>
                              <p:cond delay="3002"/>
                            </p:stCondLst>
                            <p:childTnLst>
                              <p:par>
                                <p:cTn id="17" presetID="10" presetClass="exit" presetSubtype="0" fill="hold" nodeType="afterEffect">
                                  <p:stCondLst>
                                    <p:cond delay="0"/>
                                  </p:stCondLst>
                                  <p:childTnLst>
                                    <p:animEffect transition="out" filter="fade">
                                      <p:cBhvr>
                                        <p:cTn id="18" dur="500"/>
                                        <p:tgtEl>
                                          <p:spTgt spid="98"/>
                                        </p:tgtEl>
                                      </p:cBhvr>
                                    </p:animEffect>
                                    <p:set>
                                      <p:cBhvr>
                                        <p:cTn id="19" dur="1" fill="hold">
                                          <p:stCondLst>
                                            <p:cond delay="500"/>
                                          </p:stCondLst>
                                        </p:cTn>
                                        <p:tgtEl>
                                          <p:spTgt spid="98"/>
                                        </p:tgtEl>
                                        <p:attrNameLst>
                                          <p:attrName>style.visibility</p:attrName>
                                        </p:attrNameLst>
                                      </p:cBhvr>
                                      <p:to>
                                        <p:strVal val="hidden"/>
                                      </p:to>
                                    </p:set>
                                  </p:childTnLst>
                                </p:cTn>
                              </p:par>
                            </p:childTnLst>
                          </p:cTn>
                        </p:par>
                        <p:par>
                          <p:cTn id="20" fill="hold">
                            <p:stCondLst>
                              <p:cond delay="3503"/>
                            </p:stCondLst>
                            <p:childTnLst>
                              <p:par>
                                <p:cTn id="21" presetID="10" presetClass="exit" presetSubtype="0" fill="hold" nodeType="afterEffect">
                                  <p:stCondLst>
                                    <p:cond delay="0"/>
                                  </p:stCondLst>
                                  <p:childTnLst>
                                    <p:animEffect transition="out" filter="fade">
                                      <p:cBhvr>
                                        <p:cTn id="22" dur="500"/>
                                        <p:tgtEl>
                                          <p:spTgt spid="99"/>
                                        </p:tgtEl>
                                      </p:cBhvr>
                                    </p:animEffect>
                                    <p:set>
                                      <p:cBhvr>
                                        <p:cTn id="23" dur="1" fill="hold">
                                          <p:stCondLst>
                                            <p:cond delay="500"/>
                                          </p:stCondLst>
                                        </p:cTn>
                                        <p:tgtEl>
                                          <p:spTgt spid="99"/>
                                        </p:tgtEl>
                                        <p:attrNameLst>
                                          <p:attrName>style.visibility</p:attrName>
                                        </p:attrNameLst>
                                      </p:cBhvr>
                                      <p:to>
                                        <p:strVal val="hidden"/>
                                      </p:to>
                                    </p:set>
                                  </p:childTnLst>
                                </p:cTn>
                              </p:par>
                            </p:childTnLst>
                          </p:cTn>
                        </p:par>
                        <p:par>
                          <p:cTn id="24" fill="hold">
                            <p:stCondLst>
                              <p:cond delay="4004"/>
                            </p:stCondLst>
                            <p:childTnLst>
                              <p:par>
                                <p:cTn id="25" presetID="2" presetClass="exit" presetSubtype="1" fill="hold" nodeType="afterEffect">
                                  <p:stCondLst>
                                    <p:cond delay="0"/>
                                  </p:stCondLst>
                                  <p:childTnLst>
                                    <p:anim calcmode="lin" valueType="num">
                                      <p:cBhvr additive="base">
                                        <p:cTn id="26" dur="500"/>
                                        <p:tgtEl>
                                          <p:spTgt spid="95"/>
                                        </p:tgtEl>
                                        <p:attrNameLst>
                                          <p:attrName>ppt_y</p:attrName>
                                        </p:attrNameLst>
                                      </p:cBhvr>
                                      <p:tavLst>
                                        <p:tav tm="0">
                                          <p:val>
                                            <p:strVal val="#ppt_y"/>
                                          </p:val>
                                        </p:tav>
                                        <p:tav tm="100000">
                                          <p:val>
                                            <p:strVal val="#ppt_y-1"/>
                                          </p:val>
                                        </p:tav>
                                      </p:tavLst>
                                    </p:anim>
                                    <p:set>
                                      <p:cBhvr>
                                        <p:cTn id="27" dur="1" fill="hold">
                                          <p:stCondLst>
                                            <p:cond delay="500"/>
                                          </p:stCondLst>
                                        </p:cTn>
                                        <p:tgtEl>
                                          <p:spTgt spid="95"/>
                                        </p:tgtEl>
                                        <p:attrNameLst>
                                          <p:attrName>style.visibility</p:attrName>
                                        </p:attrNameLst>
                                      </p:cBhvr>
                                      <p:to>
                                        <p:strVal val="hidden"/>
                                      </p:to>
                                    </p:set>
                                  </p:childTnLst>
                                </p:cTn>
                              </p:par>
                            </p:childTnLst>
                          </p:cTn>
                        </p:par>
                        <p:par>
                          <p:cTn id="28" fill="hold">
                            <p:stCondLst>
                              <p:cond delay="4505"/>
                            </p:stCondLst>
                            <p:childTnLst>
                              <p:par>
                                <p:cTn id="29" presetID="2" presetClass="exit" presetSubtype="1" fill="hold" nodeType="afterEffect">
                                  <p:stCondLst>
                                    <p:cond delay="0"/>
                                  </p:stCondLst>
                                  <p:childTnLst>
                                    <p:anim calcmode="lin" valueType="num">
                                      <p:cBhvr additive="base">
                                        <p:cTn id="30" dur="500"/>
                                        <p:tgtEl>
                                          <p:spTgt spid="96"/>
                                        </p:tgtEl>
                                        <p:attrNameLst>
                                          <p:attrName>ppt_y</p:attrName>
                                        </p:attrNameLst>
                                      </p:cBhvr>
                                      <p:tavLst>
                                        <p:tav tm="0">
                                          <p:val>
                                            <p:strVal val="#ppt_y"/>
                                          </p:val>
                                        </p:tav>
                                        <p:tav tm="100000">
                                          <p:val>
                                            <p:strVal val="#ppt_y-1"/>
                                          </p:val>
                                        </p:tav>
                                      </p:tavLst>
                                    </p:anim>
                                    <p:set>
                                      <p:cBhvr>
                                        <p:cTn id="31" dur="1" fill="hold">
                                          <p:stCondLst>
                                            <p:cond delay="500"/>
                                          </p:stCondLst>
                                        </p:cTn>
                                        <p:tgtEl>
                                          <p:spTgt spid="96"/>
                                        </p:tgtEl>
                                        <p:attrNameLst>
                                          <p:attrName>style.visibility</p:attrName>
                                        </p:attrNameLst>
                                      </p:cBhvr>
                                      <p:to>
                                        <p:strVal val="hidden"/>
                                      </p:to>
                                    </p:set>
                                  </p:childTnLst>
                                </p:cTn>
                              </p:par>
                            </p:childTnLst>
                          </p:cTn>
                        </p:par>
                        <p:par>
                          <p:cTn id="32" fill="hold">
                            <p:stCondLst>
                              <p:cond delay="5006"/>
                            </p:stCondLst>
                            <p:childTnLst>
                              <p:par>
                                <p:cTn id="33" presetID="2" presetClass="exit" presetSubtype="1" fill="hold" nodeType="afterEffect">
                                  <p:stCondLst>
                                    <p:cond delay="0"/>
                                  </p:stCondLst>
                                  <p:childTnLst>
                                    <p:anim calcmode="lin" valueType="num">
                                      <p:cBhvr additive="base">
                                        <p:cTn id="34" dur="500"/>
                                        <p:tgtEl>
                                          <p:spTgt spid="97"/>
                                        </p:tgtEl>
                                        <p:attrNameLst>
                                          <p:attrName>ppt_y</p:attrName>
                                        </p:attrNameLst>
                                      </p:cBhvr>
                                      <p:tavLst>
                                        <p:tav tm="0">
                                          <p:val>
                                            <p:strVal val="#ppt_y"/>
                                          </p:val>
                                        </p:tav>
                                        <p:tav tm="100000">
                                          <p:val>
                                            <p:strVal val="#ppt_y-1"/>
                                          </p:val>
                                        </p:tav>
                                      </p:tavLst>
                                    </p:anim>
                                    <p:set>
                                      <p:cBhvr>
                                        <p:cTn id="35" dur="1" fill="hold">
                                          <p:stCondLst>
                                            <p:cond delay="500"/>
                                          </p:stCondLst>
                                        </p:cTn>
                                        <p:tgtEl>
                                          <p:spTgt spid="97"/>
                                        </p:tgtEl>
                                        <p:attrNameLst>
                                          <p:attrName>style.visibility</p:attrName>
                                        </p:attrNameLst>
                                      </p:cBhvr>
                                      <p:to>
                                        <p:strVal val="hidden"/>
                                      </p:to>
                                    </p:set>
                                  </p:childTnLst>
                                </p:cTn>
                              </p:par>
                            </p:childTnLst>
                          </p:cTn>
                        </p:par>
                        <p:par>
                          <p:cTn id="36" fill="hold">
                            <p:stCondLst>
                              <p:cond delay="5507"/>
                            </p:stCondLst>
                            <p:childTnLst>
                              <p:par>
                                <p:cTn id="37" presetID="10" presetClass="entr" presetSubtype="0" fill="hold" nodeType="after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fade">
                                      <p:cBhvr>
                                        <p:cTn id="39" dur="500"/>
                                        <p:tgtEl>
                                          <p:spTgt spid="89"/>
                                        </p:tgtEl>
                                      </p:cBhvr>
                                    </p:animEffect>
                                  </p:childTnLst>
                                </p:cTn>
                              </p:par>
                              <p:par>
                                <p:cTn id="40" presetID="10" presetClass="entr" presetSubtype="0" fill="hold" nodeType="withEffect">
                                  <p:stCondLst>
                                    <p:cond delay="0"/>
                                  </p:stCondLst>
                                  <p:childTnLst>
                                    <p:set>
                                      <p:cBhvr>
                                        <p:cTn id="41" dur="1" fill="hold">
                                          <p:stCondLst>
                                            <p:cond delay="0"/>
                                          </p:stCondLst>
                                        </p:cTn>
                                        <p:tgtEl>
                                          <p:spTgt spid="87"/>
                                        </p:tgtEl>
                                        <p:attrNameLst>
                                          <p:attrName>style.visibility</p:attrName>
                                        </p:attrNameLst>
                                      </p:cBhvr>
                                      <p:to>
                                        <p:strVal val="visible"/>
                                      </p:to>
                                    </p:set>
                                    <p:animEffect transition="in" filter="fade">
                                      <p:cBhvr>
                                        <p:cTn id="42" dur="500"/>
                                        <p:tgtEl>
                                          <p:spTgt spid="87"/>
                                        </p:tgtEl>
                                      </p:cBhvr>
                                    </p:animEffect>
                                  </p:childTnLst>
                                </p:cTn>
                              </p:par>
                            </p:childTnLst>
                          </p:cTn>
                        </p:par>
                        <p:par>
                          <p:cTn id="43" fill="hold">
                            <p:stCondLst>
                              <p:cond delay="6007"/>
                            </p:stCondLst>
                            <p:childTnLst>
                              <p:par>
                                <p:cTn id="44" presetID="10" presetClass="entr" presetSubtype="0" fill="hold" nodeType="afterEffect">
                                  <p:stCondLst>
                                    <p:cond delay="0"/>
                                  </p:stCondLst>
                                  <p:childTnLst>
                                    <p:set>
                                      <p:cBhvr>
                                        <p:cTn id="45" dur="1" fill="hold">
                                          <p:stCondLst>
                                            <p:cond delay="0"/>
                                          </p:stCondLst>
                                        </p:cTn>
                                        <p:tgtEl>
                                          <p:spTgt spid="88"/>
                                        </p:tgtEl>
                                        <p:attrNameLst>
                                          <p:attrName>style.visibility</p:attrName>
                                        </p:attrNameLst>
                                      </p:cBhvr>
                                      <p:to>
                                        <p:strVal val="visible"/>
                                      </p:to>
                                    </p:set>
                                    <p:animEffect transition="in" filter="fade">
                                      <p:cBhvr>
                                        <p:cTn id="4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36d3785bb_3_8"/>
          <p:cNvSpPr txBox="1">
            <a:spLocks noGrp="1"/>
          </p:cNvSpPr>
          <p:nvPr>
            <p:ph type="title"/>
          </p:nvPr>
        </p:nvSpPr>
        <p:spPr>
          <a:xfrm>
            <a:off x="714079" y="331025"/>
            <a:ext cx="7956600" cy="7155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4000"/>
              <a:buNone/>
            </a:pPr>
            <a:r>
              <a:rPr lang="en"/>
              <a:t>outline</a:t>
            </a:r>
            <a:endParaRPr/>
          </a:p>
        </p:txBody>
      </p:sp>
      <p:sp>
        <p:nvSpPr>
          <p:cNvPr id="126" name="Google Shape;126;g2636d3785bb_3_8"/>
          <p:cNvSpPr/>
          <p:nvPr/>
        </p:nvSpPr>
        <p:spPr>
          <a:xfrm rot="10800000" flipH="1">
            <a:off x="-1279014" y="-71930"/>
            <a:ext cx="1927800" cy="1927800"/>
          </a:xfrm>
          <a:prstGeom prst="rtTriangl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 name="Google Shape;127;g2636d3785bb_3_8"/>
          <p:cNvSpPr/>
          <p:nvPr/>
        </p:nvSpPr>
        <p:spPr>
          <a:xfrm>
            <a:off x="274650" y="2105450"/>
            <a:ext cx="1659300" cy="28875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1. Latar Belakang</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2. Rumusan Masalah</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3. Tujuan Penelitian</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4. Batasan Masalah</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5. Manfaat Penelitian</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None/>
            </a:pPr>
            <a:endParaRPr sz="1000">
              <a:solidFill>
                <a:schemeClr val="hlink"/>
              </a:solidFill>
              <a:latin typeface="Chivo Medium"/>
              <a:ea typeface="Chivo Medium"/>
              <a:cs typeface="Chivo Medium"/>
              <a:sym typeface="Chivo Medium"/>
            </a:endParaRPr>
          </a:p>
        </p:txBody>
      </p:sp>
      <p:cxnSp>
        <p:nvCxnSpPr>
          <p:cNvPr id="128" name="Google Shape;128;g2636d3785bb_3_8"/>
          <p:cNvCxnSpPr/>
          <p:nvPr/>
        </p:nvCxnSpPr>
        <p:spPr>
          <a:xfrm>
            <a:off x="283950" y="1384775"/>
            <a:ext cx="1632000" cy="8700"/>
          </a:xfrm>
          <a:prstGeom prst="straightConnector1">
            <a:avLst/>
          </a:prstGeom>
          <a:noFill/>
          <a:ln w="9525" cap="flat" cmpd="sng">
            <a:solidFill>
              <a:srgbClr val="1D0D00"/>
            </a:solidFill>
            <a:prstDash val="solid"/>
            <a:round/>
            <a:headEnd type="none" w="med" len="med"/>
            <a:tailEnd type="none" w="med" len="med"/>
          </a:ln>
        </p:spPr>
      </p:cxnSp>
      <p:sp>
        <p:nvSpPr>
          <p:cNvPr id="129" name="Google Shape;129;g2636d3785bb_3_8"/>
          <p:cNvSpPr txBox="1">
            <a:spLocks noGrp="1"/>
          </p:cNvSpPr>
          <p:nvPr>
            <p:ph type="body" idx="3"/>
          </p:nvPr>
        </p:nvSpPr>
        <p:spPr>
          <a:xfrm>
            <a:off x="207750" y="1048250"/>
            <a:ext cx="724500" cy="411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2000"/>
              <a:t>Bab i</a:t>
            </a:r>
            <a:endParaRPr sz="2500">
              <a:solidFill>
                <a:srgbClr val="241B5F"/>
              </a:solidFill>
            </a:endParaRPr>
          </a:p>
          <a:p>
            <a:pPr marL="0" lvl="0" indent="0" algn="l" rtl="0">
              <a:lnSpc>
                <a:spcPct val="90000"/>
              </a:lnSpc>
              <a:spcBef>
                <a:spcPts val="750"/>
              </a:spcBef>
              <a:spcAft>
                <a:spcPts val="0"/>
              </a:spcAft>
              <a:buSzPts val="4000"/>
              <a:buNone/>
            </a:pPr>
            <a:endParaRPr sz="2000"/>
          </a:p>
        </p:txBody>
      </p:sp>
      <p:sp>
        <p:nvSpPr>
          <p:cNvPr id="130" name="Google Shape;130;g2636d3785bb_3_8"/>
          <p:cNvSpPr txBox="1">
            <a:spLocks noGrp="1"/>
          </p:cNvSpPr>
          <p:nvPr>
            <p:ph type="body" idx="3"/>
          </p:nvPr>
        </p:nvSpPr>
        <p:spPr>
          <a:xfrm>
            <a:off x="207750" y="1435234"/>
            <a:ext cx="1659300" cy="452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1800">
                <a:solidFill>
                  <a:srgbClr val="241B5F"/>
                </a:solidFill>
              </a:rPr>
              <a:t>Pendahuluan</a:t>
            </a:r>
            <a:endParaRPr sz="2000"/>
          </a:p>
        </p:txBody>
      </p:sp>
      <p:sp>
        <p:nvSpPr>
          <p:cNvPr id="131" name="Google Shape;131;g2636d3785bb_3_8"/>
          <p:cNvSpPr/>
          <p:nvPr/>
        </p:nvSpPr>
        <p:spPr>
          <a:xfrm>
            <a:off x="2024700" y="2105600"/>
            <a:ext cx="1659300" cy="2887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1. Hasil publikasi</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2. Tinjauan teoritis </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None/>
            </a:pPr>
            <a:endParaRPr sz="1000">
              <a:solidFill>
                <a:schemeClr val="hlink"/>
              </a:solidFill>
              <a:latin typeface="Chivo Medium"/>
              <a:ea typeface="Chivo Medium"/>
              <a:cs typeface="Chivo Medium"/>
              <a:sym typeface="Chivo Medium"/>
            </a:endParaRPr>
          </a:p>
        </p:txBody>
      </p:sp>
      <p:cxnSp>
        <p:nvCxnSpPr>
          <p:cNvPr id="132" name="Google Shape;132;g2636d3785bb_3_8"/>
          <p:cNvCxnSpPr/>
          <p:nvPr/>
        </p:nvCxnSpPr>
        <p:spPr>
          <a:xfrm>
            <a:off x="2038350" y="1393475"/>
            <a:ext cx="1632000" cy="8700"/>
          </a:xfrm>
          <a:prstGeom prst="straightConnector1">
            <a:avLst/>
          </a:prstGeom>
          <a:noFill/>
          <a:ln w="9525" cap="flat" cmpd="sng">
            <a:solidFill>
              <a:srgbClr val="1D0D00"/>
            </a:solidFill>
            <a:prstDash val="solid"/>
            <a:round/>
            <a:headEnd type="none" w="med" len="med"/>
            <a:tailEnd type="none" w="med" len="med"/>
          </a:ln>
        </p:spPr>
      </p:cxnSp>
      <p:sp>
        <p:nvSpPr>
          <p:cNvPr id="133" name="Google Shape;133;g2636d3785bb_3_8"/>
          <p:cNvSpPr txBox="1">
            <a:spLocks noGrp="1"/>
          </p:cNvSpPr>
          <p:nvPr>
            <p:ph type="body" idx="3"/>
          </p:nvPr>
        </p:nvSpPr>
        <p:spPr>
          <a:xfrm>
            <a:off x="1957800" y="1048250"/>
            <a:ext cx="724500" cy="411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2000"/>
              <a:t>Bab ii</a:t>
            </a:r>
            <a:endParaRPr sz="2500">
              <a:solidFill>
                <a:srgbClr val="241B5F"/>
              </a:solidFill>
            </a:endParaRPr>
          </a:p>
          <a:p>
            <a:pPr marL="0" lvl="0" indent="0" algn="l" rtl="0">
              <a:lnSpc>
                <a:spcPct val="90000"/>
              </a:lnSpc>
              <a:spcBef>
                <a:spcPts val="750"/>
              </a:spcBef>
              <a:spcAft>
                <a:spcPts val="0"/>
              </a:spcAft>
              <a:buSzPts val="4000"/>
              <a:buNone/>
            </a:pPr>
            <a:endParaRPr sz="2000"/>
          </a:p>
        </p:txBody>
      </p:sp>
      <p:sp>
        <p:nvSpPr>
          <p:cNvPr id="134" name="Google Shape;134;g2636d3785bb_3_8"/>
          <p:cNvSpPr txBox="1">
            <a:spLocks noGrp="1"/>
          </p:cNvSpPr>
          <p:nvPr>
            <p:ph type="body" idx="3"/>
          </p:nvPr>
        </p:nvSpPr>
        <p:spPr>
          <a:xfrm>
            <a:off x="1957800" y="1435234"/>
            <a:ext cx="1659300" cy="452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1800">
                <a:solidFill>
                  <a:srgbClr val="241B5F"/>
                </a:solidFill>
              </a:rPr>
              <a:t>Tinjauan pustaka</a:t>
            </a:r>
            <a:endParaRPr sz="2000"/>
          </a:p>
        </p:txBody>
      </p:sp>
      <p:sp>
        <p:nvSpPr>
          <p:cNvPr id="135" name="Google Shape;135;g2636d3785bb_3_8"/>
          <p:cNvSpPr/>
          <p:nvPr/>
        </p:nvSpPr>
        <p:spPr>
          <a:xfrm>
            <a:off x="3774750" y="2105450"/>
            <a:ext cx="1659300" cy="28875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1. Sumber data</a:t>
            </a:r>
            <a:endParaRPr sz="1000">
              <a:solidFill>
                <a:schemeClr val="hlink"/>
              </a:solidFill>
              <a:latin typeface="Chivo Medium"/>
              <a:ea typeface="Chivo Medium"/>
              <a:cs typeface="Chivo Medium"/>
              <a:sym typeface="Chivo Medium"/>
            </a:endParaRPr>
          </a:p>
          <a:p>
            <a:pPr marL="0" lvl="0" indent="0" algn="l" rtl="0">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2. Gambaran umum penelitian</a:t>
            </a:r>
            <a:endParaRPr sz="1000">
              <a:solidFill>
                <a:schemeClr val="hlink"/>
              </a:solidFill>
              <a:latin typeface="Chivo Medium"/>
              <a:ea typeface="Chivo Medium"/>
              <a:cs typeface="Chivo Medium"/>
              <a:sym typeface="Chivo Medium"/>
            </a:endParaRPr>
          </a:p>
          <a:p>
            <a:pPr marL="0" lvl="0" indent="0" algn="l" rtl="0">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3. Tahap penelitian</a:t>
            </a:r>
            <a:endParaRPr sz="1000">
              <a:solidFill>
                <a:schemeClr val="hlink"/>
              </a:solidFill>
              <a:latin typeface="Chivo Medium"/>
              <a:ea typeface="Chivo Medium"/>
              <a:cs typeface="Chivo Medium"/>
              <a:sym typeface="Chivo Medium"/>
            </a:endParaRPr>
          </a:p>
          <a:p>
            <a:pPr marL="0" lvl="0" indent="0" algn="l" rtl="0">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4. Kebutuhan hardware dan software</a:t>
            </a:r>
            <a:endParaRPr sz="1000">
              <a:solidFill>
                <a:schemeClr val="hlink"/>
              </a:solidFill>
              <a:latin typeface="Chivo Medium"/>
              <a:ea typeface="Chivo Medium"/>
              <a:cs typeface="Chivo Medium"/>
              <a:sym typeface="Chivo Medium"/>
            </a:endParaRPr>
          </a:p>
          <a:p>
            <a:pPr marL="0" lvl="0" indent="0" algn="l" rtl="0">
              <a:spcBef>
                <a:spcPts val="0"/>
              </a:spcBef>
              <a:spcAft>
                <a:spcPts val="0"/>
              </a:spcAft>
              <a:buClr>
                <a:schemeClr val="hlink"/>
              </a:buClr>
              <a:buSzPts val="1100"/>
              <a:buFont typeface="Arial"/>
              <a:buNone/>
            </a:pPr>
            <a:endParaRPr sz="1000">
              <a:solidFill>
                <a:schemeClr val="hlink"/>
              </a:solidFill>
              <a:latin typeface="Chivo Medium"/>
              <a:ea typeface="Chivo Medium"/>
              <a:cs typeface="Chivo Medium"/>
              <a:sym typeface="Chivo Medium"/>
            </a:endParaRPr>
          </a:p>
          <a:p>
            <a:pPr marL="0" lvl="0" indent="0" algn="l" rtl="0">
              <a:spcBef>
                <a:spcPts val="0"/>
              </a:spcBef>
              <a:spcAft>
                <a:spcPts val="0"/>
              </a:spcAft>
              <a:buNone/>
            </a:pPr>
            <a:endParaRPr sz="1000">
              <a:solidFill>
                <a:schemeClr val="hlink"/>
              </a:solidFill>
              <a:latin typeface="Chivo Medium"/>
              <a:ea typeface="Chivo Medium"/>
              <a:cs typeface="Chivo Medium"/>
              <a:sym typeface="Chivo Medium"/>
            </a:endParaRPr>
          </a:p>
        </p:txBody>
      </p:sp>
      <p:cxnSp>
        <p:nvCxnSpPr>
          <p:cNvPr id="136" name="Google Shape;136;g2636d3785bb_3_8"/>
          <p:cNvCxnSpPr/>
          <p:nvPr/>
        </p:nvCxnSpPr>
        <p:spPr>
          <a:xfrm>
            <a:off x="3784050" y="1384775"/>
            <a:ext cx="1632000" cy="8700"/>
          </a:xfrm>
          <a:prstGeom prst="straightConnector1">
            <a:avLst/>
          </a:prstGeom>
          <a:noFill/>
          <a:ln w="9525" cap="flat" cmpd="sng">
            <a:solidFill>
              <a:srgbClr val="1D0D00"/>
            </a:solidFill>
            <a:prstDash val="solid"/>
            <a:round/>
            <a:headEnd type="none" w="med" len="med"/>
            <a:tailEnd type="none" w="med" len="med"/>
          </a:ln>
        </p:spPr>
      </p:cxnSp>
      <p:sp>
        <p:nvSpPr>
          <p:cNvPr id="137" name="Google Shape;137;g2636d3785bb_3_8"/>
          <p:cNvSpPr txBox="1">
            <a:spLocks noGrp="1"/>
          </p:cNvSpPr>
          <p:nvPr>
            <p:ph type="body" idx="3"/>
          </p:nvPr>
        </p:nvSpPr>
        <p:spPr>
          <a:xfrm>
            <a:off x="3707850" y="1048250"/>
            <a:ext cx="724500" cy="411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2000"/>
              <a:t>Bab iii</a:t>
            </a:r>
            <a:endParaRPr sz="2500">
              <a:solidFill>
                <a:srgbClr val="241B5F"/>
              </a:solidFill>
            </a:endParaRPr>
          </a:p>
          <a:p>
            <a:pPr marL="0" lvl="0" indent="0" algn="l" rtl="0">
              <a:lnSpc>
                <a:spcPct val="90000"/>
              </a:lnSpc>
              <a:spcBef>
                <a:spcPts val="750"/>
              </a:spcBef>
              <a:spcAft>
                <a:spcPts val="0"/>
              </a:spcAft>
              <a:buSzPts val="4000"/>
              <a:buNone/>
            </a:pPr>
            <a:endParaRPr sz="2000"/>
          </a:p>
        </p:txBody>
      </p:sp>
      <p:sp>
        <p:nvSpPr>
          <p:cNvPr id="138" name="Google Shape;138;g2636d3785bb_3_8"/>
          <p:cNvSpPr txBox="1">
            <a:spLocks noGrp="1"/>
          </p:cNvSpPr>
          <p:nvPr>
            <p:ph type="body" idx="3"/>
          </p:nvPr>
        </p:nvSpPr>
        <p:spPr>
          <a:xfrm>
            <a:off x="3707850" y="1435234"/>
            <a:ext cx="1659300" cy="452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1800" dirty="0">
                <a:solidFill>
                  <a:srgbClr val="241B5F"/>
                </a:solidFill>
              </a:rPr>
              <a:t>Metodologi penelitian</a:t>
            </a:r>
            <a:endParaRPr sz="1800" dirty="0"/>
          </a:p>
        </p:txBody>
      </p:sp>
      <p:sp>
        <p:nvSpPr>
          <p:cNvPr id="139" name="Google Shape;139;g2636d3785bb_3_8"/>
          <p:cNvSpPr/>
          <p:nvPr/>
        </p:nvSpPr>
        <p:spPr>
          <a:xfrm>
            <a:off x="5524800" y="2105450"/>
            <a:ext cx="1726200" cy="28875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1. Implementasi pengumpulan data</a:t>
            </a:r>
            <a:endParaRPr sz="1000">
              <a:solidFill>
                <a:schemeClr val="hlink"/>
              </a:solidFill>
              <a:latin typeface="Chivo Medium"/>
              <a:ea typeface="Chivo Medium"/>
              <a:cs typeface="Chivo Medium"/>
              <a:sym typeface="Chivo Medium"/>
            </a:endParaRPr>
          </a:p>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2. Implementasi pre-processing</a:t>
            </a:r>
            <a:endParaRPr sz="1000">
              <a:solidFill>
                <a:schemeClr val="hlink"/>
              </a:solidFill>
              <a:latin typeface="Chivo Medium"/>
              <a:ea typeface="Chivo Medium"/>
              <a:cs typeface="Chivo Medium"/>
              <a:sym typeface="Chivo Medium"/>
            </a:endParaRPr>
          </a:p>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3. Implementasi pembagian rentang waktu data</a:t>
            </a:r>
            <a:endParaRPr sz="1000">
              <a:solidFill>
                <a:schemeClr val="hlink"/>
              </a:solidFill>
              <a:latin typeface="Chivo Medium"/>
              <a:ea typeface="Chivo Medium"/>
              <a:cs typeface="Chivo Medium"/>
              <a:sym typeface="Chivo Medium"/>
            </a:endParaRPr>
          </a:p>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4. Implementasi pembobotan kata</a:t>
            </a:r>
            <a:endParaRPr sz="1000">
              <a:solidFill>
                <a:schemeClr val="hlink"/>
              </a:solidFill>
              <a:latin typeface="Chivo Medium"/>
              <a:ea typeface="Chivo Medium"/>
              <a:cs typeface="Chivo Medium"/>
              <a:sym typeface="Chivo Medium"/>
            </a:endParaRPr>
          </a:p>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5. Implementasi pembagian data</a:t>
            </a:r>
            <a:endParaRPr sz="1000">
              <a:solidFill>
                <a:schemeClr val="hlink"/>
              </a:solidFill>
              <a:latin typeface="Chivo Medium"/>
              <a:ea typeface="Chivo Medium"/>
              <a:cs typeface="Chivo Medium"/>
              <a:sym typeface="Chivo Medium"/>
            </a:endParaRPr>
          </a:p>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6. Implementasi klasifikasi</a:t>
            </a:r>
            <a:endParaRPr sz="1000">
              <a:solidFill>
                <a:schemeClr val="hlink"/>
              </a:solidFill>
              <a:latin typeface="Chivo Medium"/>
              <a:ea typeface="Chivo Medium"/>
              <a:cs typeface="Chivo Medium"/>
              <a:sym typeface="Chivo Medium"/>
            </a:endParaRPr>
          </a:p>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7. Implementasi balancing data</a:t>
            </a:r>
            <a:endParaRPr sz="1000">
              <a:solidFill>
                <a:schemeClr val="hlink"/>
              </a:solidFill>
              <a:latin typeface="Chivo Medium"/>
              <a:ea typeface="Chivo Medium"/>
              <a:cs typeface="Chivo Medium"/>
              <a:sym typeface="Chivo Medium"/>
            </a:endParaRPr>
          </a:p>
          <a:p>
            <a:pPr marL="0" lvl="0" indent="0" algn="l" rtl="0">
              <a:lnSpc>
                <a:spcPct val="100000"/>
              </a:lnSpc>
              <a:spcBef>
                <a:spcPts val="0"/>
              </a:spcBef>
              <a:spcAft>
                <a:spcPts val="0"/>
              </a:spcAft>
              <a:buNone/>
            </a:pPr>
            <a:r>
              <a:rPr lang="en" sz="1000">
                <a:solidFill>
                  <a:schemeClr val="hlink"/>
                </a:solidFill>
                <a:latin typeface="Chivo Medium"/>
                <a:ea typeface="Chivo Medium"/>
                <a:cs typeface="Chivo Medium"/>
                <a:sym typeface="Chivo Medium"/>
              </a:rPr>
              <a:t>8. Implementasi klasifikasi menggunakan balanced data</a:t>
            </a:r>
            <a:endParaRPr sz="1000">
              <a:solidFill>
                <a:schemeClr val="hlink"/>
              </a:solidFill>
              <a:latin typeface="Chivo Medium"/>
              <a:ea typeface="Chivo Medium"/>
              <a:cs typeface="Chivo Medium"/>
              <a:sym typeface="Chivo Medium"/>
            </a:endParaRPr>
          </a:p>
        </p:txBody>
      </p:sp>
      <p:cxnSp>
        <p:nvCxnSpPr>
          <p:cNvPr id="140" name="Google Shape;140;g2636d3785bb_3_8"/>
          <p:cNvCxnSpPr/>
          <p:nvPr/>
        </p:nvCxnSpPr>
        <p:spPr>
          <a:xfrm>
            <a:off x="5605350" y="1393475"/>
            <a:ext cx="1632000" cy="8700"/>
          </a:xfrm>
          <a:prstGeom prst="straightConnector1">
            <a:avLst/>
          </a:prstGeom>
          <a:noFill/>
          <a:ln w="9525" cap="flat" cmpd="sng">
            <a:solidFill>
              <a:srgbClr val="1D0D00"/>
            </a:solidFill>
            <a:prstDash val="solid"/>
            <a:round/>
            <a:headEnd type="none" w="med" len="med"/>
            <a:tailEnd type="none" w="med" len="med"/>
          </a:ln>
        </p:spPr>
      </p:cxnSp>
      <p:sp>
        <p:nvSpPr>
          <p:cNvPr id="141" name="Google Shape;141;g2636d3785bb_3_8"/>
          <p:cNvSpPr txBox="1">
            <a:spLocks noGrp="1"/>
          </p:cNvSpPr>
          <p:nvPr>
            <p:ph type="body" idx="3"/>
          </p:nvPr>
        </p:nvSpPr>
        <p:spPr>
          <a:xfrm>
            <a:off x="5524800" y="1048250"/>
            <a:ext cx="724500" cy="411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2000"/>
              <a:t>Bab iv</a:t>
            </a:r>
            <a:endParaRPr sz="2500">
              <a:solidFill>
                <a:srgbClr val="241B5F"/>
              </a:solidFill>
            </a:endParaRPr>
          </a:p>
          <a:p>
            <a:pPr marL="0" lvl="0" indent="0" algn="l" rtl="0">
              <a:lnSpc>
                <a:spcPct val="90000"/>
              </a:lnSpc>
              <a:spcBef>
                <a:spcPts val="750"/>
              </a:spcBef>
              <a:spcAft>
                <a:spcPts val="0"/>
              </a:spcAft>
              <a:buSzPts val="4000"/>
              <a:buNone/>
            </a:pPr>
            <a:endParaRPr sz="2000"/>
          </a:p>
        </p:txBody>
      </p:sp>
      <p:sp>
        <p:nvSpPr>
          <p:cNvPr id="142" name="Google Shape;142;g2636d3785bb_3_8"/>
          <p:cNvSpPr txBox="1">
            <a:spLocks noGrp="1"/>
          </p:cNvSpPr>
          <p:nvPr>
            <p:ph type="body" idx="3"/>
          </p:nvPr>
        </p:nvSpPr>
        <p:spPr>
          <a:xfrm>
            <a:off x="5524800" y="1435234"/>
            <a:ext cx="1659300" cy="452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1800">
                <a:solidFill>
                  <a:srgbClr val="241B5F"/>
                </a:solidFill>
              </a:rPr>
              <a:t>Implementasi hasil dan analisis hasil</a:t>
            </a:r>
            <a:endParaRPr sz="2000"/>
          </a:p>
        </p:txBody>
      </p:sp>
      <p:sp>
        <p:nvSpPr>
          <p:cNvPr id="143" name="Google Shape;143;g2636d3785bb_3_8"/>
          <p:cNvSpPr/>
          <p:nvPr/>
        </p:nvSpPr>
        <p:spPr>
          <a:xfrm>
            <a:off x="7341750" y="2105325"/>
            <a:ext cx="1659300" cy="28875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1. Kesimpulan </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Clr>
                <a:schemeClr val="hlink"/>
              </a:buClr>
              <a:buSzPts val="1100"/>
              <a:buFont typeface="Arial"/>
              <a:buNone/>
            </a:pPr>
            <a:r>
              <a:rPr lang="en" sz="1000">
                <a:solidFill>
                  <a:schemeClr val="hlink"/>
                </a:solidFill>
                <a:latin typeface="Chivo Medium"/>
                <a:ea typeface="Chivo Medium"/>
                <a:cs typeface="Chivo Medium"/>
                <a:sym typeface="Chivo Medium"/>
              </a:rPr>
              <a:t>2. Saran</a:t>
            </a:r>
            <a:endParaRPr sz="1000">
              <a:solidFill>
                <a:schemeClr val="hlink"/>
              </a:solidFill>
              <a:latin typeface="Chivo Medium"/>
              <a:ea typeface="Chivo Medium"/>
              <a:cs typeface="Chivo Medium"/>
              <a:sym typeface="Chivo Medium"/>
            </a:endParaRPr>
          </a:p>
          <a:p>
            <a:pPr marL="0" lvl="0" indent="0" algn="l" rtl="0">
              <a:lnSpc>
                <a:spcPct val="115000"/>
              </a:lnSpc>
              <a:spcBef>
                <a:spcPts val="0"/>
              </a:spcBef>
              <a:spcAft>
                <a:spcPts val="0"/>
              </a:spcAft>
              <a:buNone/>
            </a:pPr>
            <a:endParaRPr sz="1000">
              <a:solidFill>
                <a:schemeClr val="hlink"/>
              </a:solidFill>
              <a:latin typeface="Chivo Medium"/>
              <a:ea typeface="Chivo Medium"/>
              <a:cs typeface="Chivo Medium"/>
              <a:sym typeface="Chivo Medium"/>
            </a:endParaRPr>
          </a:p>
        </p:txBody>
      </p:sp>
      <p:cxnSp>
        <p:nvCxnSpPr>
          <p:cNvPr id="144" name="Google Shape;144;g2636d3785bb_3_8"/>
          <p:cNvCxnSpPr/>
          <p:nvPr/>
        </p:nvCxnSpPr>
        <p:spPr>
          <a:xfrm>
            <a:off x="7355400" y="1393475"/>
            <a:ext cx="1632000" cy="8700"/>
          </a:xfrm>
          <a:prstGeom prst="straightConnector1">
            <a:avLst/>
          </a:prstGeom>
          <a:noFill/>
          <a:ln w="9525" cap="flat" cmpd="sng">
            <a:solidFill>
              <a:srgbClr val="1D0D00"/>
            </a:solidFill>
            <a:prstDash val="solid"/>
            <a:round/>
            <a:headEnd type="none" w="med" len="med"/>
            <a:tailEnd type="none" w="med" len="med"/>
          </a:ln>
        </p:spPr>
      </p:cxnSp>
      <p:sp>
        <p:nvSpPr>
          <p:cNvPr id="145" name="Google Shape;145;g2636d3785bb_3_8"/>
          <p:cNvSpPr txBox="1">
            <a:spLocks noGrp="1"/>
          </p:cNvSpPr>
          <p:nvPr>
            <p:ph type="body" idx="3"/>
          </p:nvPr>
        </p:nvSpPr>
        <p:spPr>
          <a:xfrm>
            <a:off x="7274850" y="1048250"/>
            <a:ext cx="724500" cy="411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2000"/>
              <a:t>Bab v</a:t>
            </a:r>
            <a:endParaRPr sz="2500">
              <a:solidFill>
                <a:srgbClr val="241B5F"/>
              </a:solidFill>
            </a:endParaRPr>
          </a:p>
          <a:p>
            <a:pPr marL="0" lvl="0" indent="0" algn="l" rtl="0">
              <a:lnSpc>
                <a:spcPct val="90000"/>
              </a:lnSpc>
              <a:spcBef>
                <a:spcPts val="750"/>
              </a:spcBef>
              <a:spcAft>
                <a:spcPts val="0"/>
              </a:spcAft>
              <a:buSzPts val="4000"/>
              <a:buNone/>
            </a:pPr>
            <a:endParaRPr sz="2000"/>
          </a:p>
        </p:txBody>
      </p:sp>
      <p:sp>
        <p:nvSpPr>
          <p:cNvPr id="146" name="Google Shape;146;g2636d3785bb_3_8"/>
          <p:cNvSpPr txBox="1">
            <a:spLocks noGrp="1"/>
          </p:cNvSpPr>
          <p:nvPr>
            <p:ph type="body" idx="3"/>
          </p:nvPr>
        </p:nvSpPr>
        <p:spPr>
          <a:xfrm>
            <a:off x="7274850" y="1435234"/>
            <a:ext cx="1659300" cy="452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rgbClr val="241B5F"/>
              </a:buClr>
              <a:buSzPts val="2600"/>
              <a:buNone/>
            </a:pPr>
            <a:r>
              <a:rPr lang="en" sz="1800">
                <a:solidFill>
                  <a:srgbClr val="241B5F"/>
                </a:solidFill>
              </a:rPr>
              <a:t>Kesimpulan dan saran</a:t>
            </a:r>
            <a:endParaRPr sz="2000"/>
          </a:p>
        </p:txBody>
      </p:sp>
      <p:sp>
        <p:nvSpPr>
          <p:cNvPr id="147" name="Google Shape;147;g2636d3785bb_3_8"/>
          <p:cNvSpPr/>
          <p:nvPr/>
        </p:nvSpPr>
        <p:spPr>
          <a:xfrm>
            <a:off x="-1111593" y="4502988"/>
            <a:ext cx="1889700" cy="1889700"/>
          </a:xfrm>
          <a:prstGeom prst="donut">
            <a:avLst>
              <a:gd name="adj" fmla="val 25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129"/>
                                        </p:tgtEl>
                                        <p:attrNameLst>
                                          <p:attrName>style.visibility</p:attrName>
                                        </p:attrNameLst>
                                      </p:cBhvr>
                                      <p:to>
                                        <p:strVal val="visible"/>
                                      </p:to>
                                    </p:set>
                                    <p:animEffect transition="in" filter="fade">
                                      <p:cBhvr>
                                        <p:cTn id="10" dur="600"/>
                                        <p:tgtEl>
                                          <p:spTgt spid="129"/>
                                        </p:tgtEl>
                                      </p:cBhvr>
                                    </p:animEffect>
                                  </p:childTnLst>
                                </p:cTn>
                              </p:par>
                            </p:childTnLst>
                          </p:cTn>
                        </p:par>
                        <p:par>
                          <p:cTn id="11" fill="hold">
                            <p:stCondLst>
                              <p:cond delay="600"/>
                            </p:stCondLst>
                            <p:childTnLst>
                              <p:par>
                                <p:cTn id="12" presetID="10" presetClass="entr" presetSubtype="0" fill="hold" nodeType="afterEffect">
                                  <p:stCondLst>
                                    <p:cond delay="0"/>
                                  </p:stCondLst>
                                  <p:childTnLst>
                                    <p:set>
                                      <p:cBhvr>
                                        <p:cTn id="13" dur="1" fill="hold">
                                          <p:stCondLst>
                                            <p:cond delay="0"/>
                                          </p:stCondLst>
                                        </p:cTn>
                                        <p:tgtEl>
                                          <p:spTgt spid="128"/>
                                        </p:tgtEl>
                                        <p:attrNameLst>
                                          <p:attrName>style.visibility</p:attrName>
                                        </p:attrNameLst>
                                      </p:cBhvr>
                                      <p:to>
                                        <p:strVal val="visible"/>
                                      </p:to>
                                    </p:set>
                                    <p:animEffect transition="in" filter="fade">
                                      <p:cBhvr>
                                        <p:cTn id="14" dur="500"/>
                                        <p:tgtEl>
                                          <p:spTgt spid="128"/>
                                        </p:tgtEl>
                                      </p:cBhvr>
                                    </p:animEffect>
                                  </p:childTnLst>
                                </p:cTn>
                              </p:par>
                            </p:childTnLst>
                          </p:cTn>
                        </p:par>
                        <p:par>
                          <p:cTn id="15" fill="hold">
                            <p:stCondLst>
                              <p:cond delay="1100"/>
                            </p:stCondLst>
                            <p:childTnLst>
                              <p:par>
                                <p:cTn id="16" presetID="10" presetClass="entr" presetSubtype="0" fill="hold" nodeType="afterEffect">
                                  <p:stCondLst>
                                    <p:cond delay="0"/>
                                  </p:stCondLst>
                                  <p:childTnLst>
                                    <p:set>
                                      <p:cBhvr>
                                        <p:cTn id="17" dur="1" fill="hold">
                                          <p:stCondLst>
                                            <p:cond delay="0"/>
                                          </p:stCondLst>
                                        </p:cTn>
                                        <p:tgtEl>
                                          <p:spTgt spid="130"/>
                                        </p:tgtEl>
                                        <p:attrNameLst>
                                          <p:attrName>style.visibility</p:attrName>
                                        </p:attrNameLst>
                                      </p:cBhvr>
                                      <p:to>
                                        <p:strVal val="visible"/>
                                      </p:to>
                                    </p:set>
                                    <p:animEffect transition="in" filter="fade">
                                      <p:cBhvr>
                                        <p:cTn id="18" dur="500"/>
                                        <p:tgtEl>
                                          <p:spTgt spid="130"/>
                                        </p:tgtEl>
                                      </p:cBhvr>
                                    </p:animEffect>
                                  </p:childTnLst>
                                </p:cTn>
                              </p:par>
                            </p:childTnLst>
                          </p:cTn>
                        </p:par>
                        <p:par>
                          <p:cTn id="19" fill="hold">
                            <p:stCondLst>
                              <p:cond delay="1600"/>
                            </p:stCondLst>
                            <p:childTnLst>
                              <p:par>
                                <p:cTn id="20" presetID="10" presetClass="entr" presetSubtype="0" fill="hold" nodeType="after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500"/>
                                        <p:tgtEl>
                                          <p:spTgt spid="127"/>
                                        </p:tgtEl>
                                      </p:cBhvr>
                                    </p:animEffect>
                                  </p:childTnLst>
                                </p:cTn>
                              </p:par>
                            </p:childTnLst>
                          </p:cTn>
                        </p:par>
                        <p:par>
                          <p:cTn id="23" fill="hold">
                            <p:stCondLst>
                              <p:cond delay="2100"/>
                            </p:stCondLst>
                            <p:childTnLst>
                              <p:par>
                                <p:cTn id="24" presetID="10" presetClass="entr" presetSubtype="0" fill="hold" nodeType="afterEffect">
                                  <p:stCondLst>
                                    <p:cond delay="0"/>
                                  </p:stCondLst>
                                  <p:childTnLst>
                                    <p:set>
                                      <p:cBhvr>
                                        <p:cTn id="25" dur="1" fill="hold">
                                          <p:stCondLst>
                                            <p:cond delay="0"/>
                                          </p:stCondLst>
                                        </p:cTn>
                                        <p:tgtEl>
                                          <p:spTgt spid="133"/>
                                        </p:tgtEl>
                                        <p:attrNameLst>
                                          <p:attrName>style.visibility</p:attrName>
                                        </p:attrNameLst>
                                      </p:cBhvr>
                                      <p:to>
                                        <p:strVal val="visible"/>
                                      </p:to>
                                    </p:set>
                                    <p:animEffect transition="in" filter="fade">
                                      <p:cBhvr>
                                        <p:cTn id="26" dur="500"/>
                                        <p:tgtEl>
                                          <p:spTgt spid="133"/>
                                        </p:tgtEl>
                                      </p:cBhvr>
                                    </p:animEffect>
                                  </p:childTnLst>
                                </p:cTn>
                              </p:par>
                            </p:childTnLst>
                          </p:cTn>
                        </p:par>
                        <p:par>
                          <p:cTn id="27" fill="hold">
                            <p:stCondLst>
                              <p:cond delay="2600"/>
                            </p:stCondLst>
                            <p:childTnLst>
                              <p:par>
                                <p:cTn id="28" presetID="10" presetClass="entr" presetSubtype="0" fill="hold" nodeType="afterEffect">
                                  <p:stCondLst>
                                    <p:cond delay="0"/>
                                  </p:stCondLst>
                                  <p:childTnLst>
                                    <p:set>
                                      <p:cBhvr>
                                        <p:cTn id="29" dur="1" fill="hold">
                                          <p:stCondLst>
                                            <p:cond delay="0"/>
                                          </p:stCondLst>
                                        </p:cTn>
                                        <p:tgtEl>
                                          <p:spTgt spid="132"/>
                                        </p:tgtEl>
                                        <p:attrNameLst>
                                          <p:attrName>style.visibility</p:attrName>
                                        </p:attrNameLst>
                                      </p:cBhvr>
                                      <p:to>
                                        <p:strVal val="visible"/>
                                      </p:to>
                                    </p:set>
                                    <p:animEffect transition="in" filter="fade">
                                      <p:cBhvr>
                                        <p:cTn id="30" dur="500"/>
                                        <p:tgtEl>
                                          <p:spTgt spid="132"/>
                                        </p:tgtEl>
                                      </p:cBhvr>
                                    </p:animEffect>
                                  </p:childTnLst>
                                </p:cTn>
                              </p:par>
                            </p:childTnLst>
                          </p:cTn>
                        </p:par>
                        <p:par>
                          <p:cTn id="31" fill="hold">
                            <p:stCondLst>
                              <p:cond delay="3100"/>
                            </p:stCondLst>
                            <p:childTnLst>
                              <p:par>
                                <p:cTn id="32" presetID="10" presetClass="entr" presetSubtype="0" fill="hold" nodeType="afterEffect">
                                  <p:stCondLst>
                                    <p:cond delay="0"/>
                                  </p:stCondLst>
                                  <p:childTnLst>
                                    <p:set>
                                      <p:cBhvr>
                                        <p:cTn id="33" dur="1" fill="hold">
                                          <p:stCondLst>
                                            <p:cond delay="0"/>
                                          </p:stCondLst>
                                        </p:cTn>
                                        <p:tgtEl>
                                          <p:spTgt spid="134"/>
                                        </p:tgtEl>
                                        <p:attrNameLst>
                                          <p:attrName>style.visibility</p:attrName>
                                        </p:attrNameLst>
                                      </p:cBhvr>
                                      <p:to>
                                        <p:strVal val="visible"/>
                                      </p:to>
                                    </p:set>
                                    <p:animEffect transition="in" filter="fade">
                                      <p:cBhvr>
                                        <p:cTn id="34" dur="500"/>
                                        <p:tgtEl>
                                          <p:spTgt spid="134"/>
                                        </p:tgtEl>
                                      </p:cBhvr>
                                    </p:animEffect>
                                  </p:childTnLst>
                                </p:cTn>
                              </p:par>
                            </p:childTnLst>
                          </p:cTn>
                        </p:par>
                        <p:par>
                          <p:cTn id="35" fill="hold">
                            <p:stCondLst>
                              <p:cond delay="3600"/>
                            </p:stCondLst>
                            <p:childTnLst>
                              <p:par>
                                <p:cTn id="36" presetID="10" presetClass="entr" presetSubtype="0" fill="hold" nodeType="afterEffect">
                                  <p:stCondLst>
                                    <p:cond delay="0"/>
                                  </p:stCondLst>
                                  <p:childTnLst>
                                    <p:set>
                                      <p:cBhvr>
                                        <p:cTn id="37" dur="1" fill="hold">
                                          <p:stCondLst>
                                            <p:cond delay="0"/>
                                          </p:stCondLst>
                                        </p:cTn>
                                        <p:tgtEl>
                                          <p:spTgt spid="131"/>
                                        </p:tgtEl>
                                        <p:attrNameLst>
                                          <p:attrName>style.visibility</p:attrName>
                                        </p:attrNameLst>
                                      </p:cBhvr>
                                      <p:to>
                                        <p:strVal val="visible"/>
                                      </p:to>
                                    </p:set>
                                    <p:animEffect transition="in" filter="fade">
                                      <p:cBhvr>
                                        <p:cTn id="38" dur="500"/>
                                        <p:tgtEl>
                                          <p:spTgt spid="131"/>
                                        </p:tgtEl>
                                      </p:cBhvr>
                                    </p:animEffect>
                                  </p:childTnLst>
                                </p:cTn>
                              </p:par>
                            </p:childTnLst>
                          </p:cTn>
                        </p:par>
                        <p:par>
                          <p:cTn id="39" fill="hold">
                            <p:stCondLst>
                              <p:cond delay="4100"/>
                            </p:stCondLst>
                            <p:childTnLst>
                              <p:par>
                                <p:cTn id="40" presetID="10" presetClass="entr" presetSubtype="0" fill="hold" nodeType="afterEffect">
                                  <p:stCondLst>
                                    <p:cond delay="0"/>
                                  </p:stCondLst>
                                  <p:childTnLst>
                                    <p:set>
                                      <p:cBhvr>
                                        <p:cTn id="41" dur="1" fill="hold">
                                          <p:stCondLst>
                                            <p:cond delay="0"/>
                                          </p:stCondLst>
                                        </p:cTn>
                                        <p:tgtEl>
                                          <p:spTgt spid="137"/>
                                        </p:tgtEl>
                                        <p:attrNameLst>
                                          <p:attrName>style.visibility</p:attrName>
                                        </p:attrNameLst>
                                      </p:cBhvr>
                                      <p:to>
                                        <p:strVal val="visible"/>
                                      </p:to>
                                    </p:set>
                                    <p:animEffect transition="in" filter="fade">
                                      <p:cBhvr>
                                        <p:cTn id="42" dur="500"/>
                                        <p:tgtEl>
                                          <p:spTgt spid="137"/>
                                        </p:tgtEl>
                                      </p:cBhvr>
                                    </p:animEffect>
                                  </p:childTnLst>
                                </p:cTn>
                              </p:par>
                            </p:childTnLst>
                          </p:cTn>
                        </p:par>
                        <p:par>
                          <p:cTn id="43" fill="hold">
                            <p:stCondLst>
                              <p:cond delay="4600"/>
                            </p:stCondLst>
                            <p:childTnLst>
                              <p:par>
                                <p:cTn id="44" presetID="10" presetClass="entr" presetSubtype="0" fill="hold" nodeType="afterEffect">
                                  <p:stCondLst>
                                    <p:cond delay="0"/>
                                  </p:stCondLst>
                                  <p:childTnLst>
                                    <p:set>
                                      <p:cBhvr>
                                        <p:cTn id="45" dur="1" fill="hold">
                                          <p:stCondLst>
                                            <p:cond delay="0"/>
                                          </p:stCondLst>
                                        </p:cTn>
                                        <p:tgtEl>
                                          <p:spTgt spid="136"/>
                                        </p:tgtEl>
                                        <p:attrNameLst>
                                          <p:attrName>style.visibility</p:attrName>
                                        </p:attrNameLst>
                                      </p:cBhvr>
                                      <p:to>
                                        <p:strVal val="visible"/>
                                      </p:to>
                                    </p:set>
                                    <p:animEffect transition="in" filter="fade">
                                      <p:cBhvr>
                                        <p:cTn id="46" dur="500"/>
                                        <p:tgtEl>
                                          <p:spTgt spid="136"/>
                                        </p:tgtEl>
                                      </p:cBhvr>
                                    </p:animEffect>
                                  </p:childTnLst>
                                </p:cTn>
                              </p:par>
                            </p:childTnLst>
                          </p:cTn>
                        </p:par>
                        <p:par>
                          <p:cTn id="47" fill="hold">
                            <p:stCondLst>
                              <p:cond delay="5100"/>
                            </p:stCondLst>
                            <p:childTnLst>
                              <p:par>
                                <p:cTn id="48" presetID="10" presetClass="entr" presetSubtype="0" fill="hold" nodeType="afterEffect">
                                  <p:stCondLst>
                                    <p:cond delay="0"/>
                                  </p:stCondLst>
                                  <p:childTnLst>
                                    <p:set>
                                      <p:cBhvr>
                                        <p:cTn id="49" dur="1" fill="hold">
                                          <p:stCondLst>
                                            <p:cond delay="0"/>
                                          </p:stCondLst>
                                        </p:cTn>
                                        <p:tgtEl>
                                          <p:spTgt spid="138"/>
                                        </p:tgtEl>
                                        <p:attrNameLst>
                                          <p:attrName>style.visibility</p:attrName>
                                        </p:attrNameLst>
                                      </p:cBhvr>
                                      <p:to>
                                        <p:strVal val="visible"/>
                                      </p:to>
                                    </p:set>
                                    <p:animEffect transition="in" filter="fade">
                                      <p:cBhvr>
                                        <p:cTn id="50" dur="500"/>
                                        <p:tgtEl>
                                          <p:spTgt spid="138"/>
                                        </p:tgtEl>
                                      </p:cBhvr>
                                    </p:animEffect>
                                  </p:childTnLst>
                                </p:cTn>
                              </p:par>
                            </p:childTnLst>
                          </p:cTn>
                        </p:par>
                        <p:par>
                          <p:cTn id="51" fill="hold">
                            <p:stCondLst>
                              <p:cond delay="5600"/>
                            </p:stCondLst>
                            <p:childTnLst>
                              <p:par>
                                <p:cTn id="52" presetID="10" presetClass="entr" presetSubtype="0" fill="hold" nodeType="afterEffect">
                                  <p:stCondLst>
                                    <p:cond delay="0"/>
                                  </p:stCondLst>
                                  <p:childTnLst>
                                    <p:set>
                                      <p:cBhvr>
                                        <p:cTn id="53" dur="1" fill="hold">
                                          <p:stCondLst>
                                            <p:cond delay="0"/>
                                          </p:stCondLst>
                                        </p:cTn>
                                        <p:tgtEl>
                                          <p:spTgt spid="135"/>
                                        </p:tgtEl>
                                        <p:attrNameLst>
                                          <p:attrName>style.visibility</p:attrName>
                                        </p:attrNameLst>
                                      </p:cBhvr>
                                      <p:to>
                                        <p:strVal val="visible"/>
                                      </p:to>
                                    </p:set>
                                    <p:animEffect transition="in" filter="fade">
                                      <p:cBhvr>
                                        <p:cTn id="54" dur="500"/>
                                        <p:tgtEl>
                                          <p:spTgt spid="135"/>
                                        </p:tgtEl>
                                      </p:cBhvr>
                                    </p:animEffect>
                                  </p:childTnLst>
                                </p:cTn>
                              </p:par>
                            </p:childTnLst>
                          </p:cTn>
                        </p:par>
                        <p:par>
                          <p:cTn id="55" fill="hold">
                            <p:stCondLst>
                              <p:cond delay="6100"/>
                            </p:stCondLst>
                            <p:childTnLst>
                              <p:par>
                                <p:cTn id="56" presetID="10" presetClass="entr" presetSubtype="0" fill="hold" nodeType="afterEffect">
                                  <p:stCondLst>
                                    <p:cond delay="0"/>
                                  </p:stCondLst>
                                  <p:childTnLst>
                                    <p:set>
                                      <p:cBhvr>
                                        <p:cTn id="57" dur="1" fill="hold">
                                          <p:stCondLst>
                                            <p:cond delay="0"/>
                                          </p:stCondLst>
                                        </p:cTn>
                                        <p:tgtEl>
                                          <p:spTgt spid="141"/>
                                        </p:tgtEl>
                                        <p:attrNameLst>
                                          <p:attrName>style.visibility</p:attrName>
                                        </p:attrNameLst>
                                      </p:cBhvr>
                                      <p:to>
                                        <p:strVal val="visible"/>
                                      </p:to>
                                    </p:set>
                                    <p:animEffect transition="in" filter="fade">
                                      <p:cBhvr>
                                        <p:cTn id="58" dur="500"/>
                                        <p:tgtEl>
                                          <p:spTgt spid="141"/>
                                        </p:tgtEl>
                                      </p:cBhvr>
                                    </p:animEffect>
                                  </p:childTnLst>
                                </p:cTn>
                              </p:par>
                            </p:childTnLst>
                          </p:cTn>
                        </p:par>
                        <p:par>
                          <p:cTn id="59" fill="hold">
                            <p:stCondLst>
                              <p:cond delay="6600"/>
                            </p:stCondLst>
                            <p:childTnLst>
                              <p:par>
                                <p:cTn id="60" presetID="10" presetClass="entr" presetSubtype="0" fill="hold" nodeType="afterEffect">
                                  <p:stCondLst>
                                    <p:cond delay="0"/>
                                  </p:stCondLst>
                                  <p:childTnLst>
                                    <p:set>
                                      <p:cBhvr>
                                        <p:cTn id="61" dur="1" fill="hold">
                                          <p:stCondLst>
                                            <p:cond delay="0"/>
                                          </p:stCondLst>
                                        </p:cTn>
                                        <p:tgtEl>
                                          <p:spTgt spid="140"/>
                                        </p:tgtEl>
                                        <p:attrNameLst>
                                          <p:attrName>style.visibility</p:attrName>
                                        </p:attrNameLst>
                                      </p:cBhvr>
                                      <p:to>
                                        <p:strVal val="visible"/>
                                      </p:to>
                                    </p:set>
                                    <p:animEffect transition="in" filter="fade">
                                      <p:cBhvr>
                                        <p:cTn id="62" dur="1000"/>
                                        <p:tgtEl>
                                          <p:spTgt spid="140"/>
                                        </p:tgtEl>
                                      </p:cBhvr>
                                    </p:animEffect>
                                  </p:childTnLst>
                                </p:cTn>
                              </p:par>
                            </p:childTnLst>
                          </p:cTn>
                        </p:par>
                        <p:par>
                          <p:cTn id="63" fill="hold">
                            <p:stCondLst>
                              <p:cond delay="7600"/>
                            </p:stCondLst>
                            <p:childTnLst>
                              <p:par>
                                <p:cTn id="64" presetID="10" presetClass="entr" presetSubtype="0" fill="hold" nodeType="afterEffect">
                                  <p:stCondLst>
                                    <p:cond delay="0"/>
                                  </p:stCondLst>
                                  <p:childTnLst>
                                    <p:set>
                                      <p:cBhvr>
                                        <p:cTn id="65" dur="1" fill="hold">
                                          <p:stCondLst>
                                            <p:cond delay="0"/>
                                          </p:stCondLst>
                                        </p:cTn>
                                        <p:tgtEl>
                                          <p:spTgt spid="142"/>
                                        </p:tgtEl>
                                        <p:attrNameLst>
                                          <p:attrName>style.visibility</p:attrName>
                                        </p:attrNameLst>
                                      </p:cBhvr>
                                      <p:to>
                                        <p:strVal val="visible"/>
                                      </p:to>
                                    </p:set>
                                    <p:animEffect transition="in" filter="fade">
                                      <p:cBhvr>
                                        <p:cTn id="66" dur="500"/>
                                        <p:tgtEl>
                                          <p:spTgt spid="142"/>
                                        </p:tgtEl>
                                      </p:cBhvr>
                                    </p:animEffect>
                                  </p:childTnLst>
                                </p:cTn>
                              </p:par>
                            </p:childTnLst>
                          </p:cTn>
                        </p:par>
                        <p:par>
                          <p:cTn id="67" fill="hold">
                            <p:stCondLst>
                              <p:cond delay="8100"/>
                            </p:stCondLst>
                            <p:childTnLst>
                              <p:par>
                                <p:cTn id="68" presetID="10" presetClass="entr" presetSubtype="0" fill="hold" nodeType="afterEffect">
                                  <p:stCondLst>
                                    <p:cond delay="0"/>
                                  </p:stCondLst>
                                  <p:childTnLst>
                                    <p:set>
                                      <p:cBhvr>
                                        <p:cTn id="69" dur="1" fill="hold">
                                          <p:stCondLst>
                                            <p:cond delay="0"/>
                                          </p:stCondLst>
                                        </p:cTn>
                                        <p:tgtEl>
                                          <p:spTgt spid="139"/>
                                        </p:tgtEl>
                                        <p:attrNameLst>
                                          <p:attrName>style.visibility</p:attrName>
                                        </p:attrNameLst>
                                      </p:cBhvr>
                                      <p:to>
                                        <p:strVal val="visible"/>
                                      </p:to>
                                    </p:set>
                                    <p:animEffect transition="in" filter="fade">
                                      <p:cBhvr>
                                        <p:cTn id="70" dur="500"/>
                                        <p:tgtEl>
                                          <p:spTgt spid="139"/>
                                        </p:tgtEl>
                                      </p:cBhvr>
                                    </p:animEffect>
                                  </p:childTnLst>
                                </p:cTn>
                              </p:par>
                            </p:childTnLst>
                          </p:cTn>
                        </p:par>
                        <p:par>
                          <p:cTn id="71" fill="hold">
                            <p:stCondLst>
                              <p:cond delay="8600"/>
                            </p:stCondLst>
                            <p:childTnLst>
                              <p:par>
                                <p:cTn id="72" presetID="10" presetClass="entr" presetSubtype="0" fill="hold" nodeType="afterEffect">
                                  <p:stCondLst>
                                    <p:cond delay="0"/>
                                  </p:stCondLst>
                                  <p:childTnLst>
                                    <p:set>
                                      <p:cBhvr>
                                        <p:cTn id="73" dur="1" fill="hold">
                                          <p:stCondLst>
                                            <p:cond delay="0"/>
                                          </p:stCondLst>
                                        </p:cTn>
                                        <p:tgtEl>
                                          <p:spTgt spid="145"/>
                                        </p:tgtEl>
                                        <p:attrNameLst>
                                          <p:attrName>style.visibility</p:attrName>
                                        </p:attrNameLst>
                                      </p:cBhvr>
                                      <p:to>
                                        <p:strVal val="visible"/>
                                      </p:to>
                                    </p:set>
                                    <p:animEffect transition="in" filter="fade">
                                      <p:cBhvr>
                                        <p:cTn id="74" dur="500"/>
                                        <p:tgtEl>
                                          <p:spTgt spid="145"/>
                                        </p:tgtEl>
                                      </p:cBhvr>
                                    </p:animEffect>
                                  </p:childTnLst>
                                </p:cTn>
                              </p:par>
                            </p:childTnLst>
                          </p:cTn>
                        </p:par>
                        <p:par>
                          <p:cTn id="75" fill="hold">
                            <p:stCondLst>
                              <p:cond delay="9100"/>
                            </p:stCondLst>
                            <p:childTnLst>
                              <p:par>
                                <p:cTn id="76" presetID="10" presetClass="entr" presetSubtype="0" fill="hold" nodeType="afterEffect">
                                  <p:stCondLst>
                                    <p:cond delay="0"/>
                                  </p:stCondLst>
                                  <p:childTnLst>
                                    <p:set>
                                      <p:cBhvr>
                                        <p:cTn id="77" dur="1" fill="hold">
                                          <p:stCondLst>
                                            <p:cond delay="0"/>
                                          </p:stCondLst>
                                        </p:cTn>
                                        <p:tgtEl>
                                          <p:spTgt spid="144"/>
                                        </p:tgtEl>
                                        <p:attrNameLst>
                                          <p:attrName>style.visibility</p:attrName>
                                        </p:attrNameLst>
                                      </p:cBhvr>
                                      <p:to>
                                        <p:strVal val="visible"/>
                                      </p:to>
                                    </p:set>
                                    <p:animEffect transition="in" filter="fade">
                                      <p:cBhvr>
                                        <p:cTn id="78" dur="500"/>
                                        <p:tgtEl>
                                          <p:spTgt spid="144"/>
                                        </p:tgtEl>
                                      </p:cBhvr>
                                    </p:animEffect>
                                  </p:childTnLst>
                                </p:cTn>
                              </p:par>
                            </p:childTnLst>
                          </p:cTn>
                        </p:par>
                        <p:par>
                          <p:cTn id="79" fill="hold">
                            <p:stCondLst>
                              <p:cond delay="9600"/>
                            </p:stCondLst>
                            <p:childTnLst>
                              <p:par>
                                <p:cTn id="80" presetID="10" presetClass="entr" presetSubtype="0" fill="hold" nodeType="afterEffect">
                                  <p:stCondLst>
                                    <p:cond delay="0"/>
                                  </p:stCondLst>
                                  <p:childTnLst>
                                    <p:set>
                                      <p:cBhvr>
                                        <p:cTn id="81" dur="1" fill="hold">
                                          <p:stCondLst>
                                            <p:cond delay="0"/>
                                          </p:stCondLst>
                                        </p:cTn>
                                        <p:tgtEl>
                                          <p:spTgt spid="146"/>
                                        </p:tgtEl>
                                        <p:attrNameLst>
                                          <p:attrName>style.visibility</p:attrName>
                                        </p:attrNameLst>
                                      </p:cBhvr>
                                      <p:to>
                                        <p:strVal val="visible"/>
                                      </p:to>
                                    </p:set>
                                    <p:animEffect transition="in" filter="fade">
                                      <p:cBhvr>
                                        <p:cTn id="82" dur="500"/>
                                        <p:tgtEl>
                                          <p:spTgt spid="146"/>
                                        </p:tgtEl>
                                      </p:cBhvr>
                                    </p:animEffect>
                                  </p:childTnLst>
                                </p:cTn>
                              </p:par>
                            </p:childTnLst>
                          </p:cTn>
                        </p:par>
                        <p:par>
                          <p:cTn id="83" fill="hold">
                            <p:stCondLst>
                              <p:cond delay="10100"/>
                            </p:stCondLst>
                            <p:childTnLst>
                              <p:par>
                                <p:cTn id="84" presetID="10" presetClass="entr" presetSubtype="0" fill="hold" nodeType="afterEffect">
                                  <p:stCondLst>
                                    <p:cond delay="0"/>
                                  </p:stCondLst>
                                  <p:childTnLst>
                                    <p:set>
                                      <p:cBhvr>
                                        <p:cTn id="85" dur="1" fill="hold">
                                          <p:stCondLst>
                                            <p:cond delay="0"/>
                                          </p:stCondLst>
                                        </p:cTn>
                                        <p:tgtEl>
                                          <p:spTgt spid="143"/>
                                        </p:tgtEl>
                                        <p:attrNameLst>
                                          <p:attrName>style.visibility</p:attrName>
                                        </p:attrNameLst>
                                      </p:cBhvr>
                                      <p:to>
                                        <p:strVal val="visible"/>
                                      </p:to>
                                    </p:set>
                                    <p:animEffect transition="in" filter="fade">
                                      <p:cBhvr>
                                        <p:cTn id="86" dur="1"/>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grpSp>
        <p:nvGrpSpPr>
          <p:cNvPr id="152" name="Google Shape;152;p4"/>
          <p:cNvGrpSpPr/>
          <p:nvPr/>
        </p:nvGrpSpPr>
        <p:grpSpPr>
          <a:xfrm>
            <a:off x="3949390" y="4491534"/>
            <a:ext cx="1245220" cy="185854"/>
            <a:chOff x="1836563" y="443835"/>
            <a:chExt cx="1245220" cy="185854"/>
          </a:xfrm>
        </p:grpSpPr>
        <p:sp>
          <p:nvSpPr>
            <p:cNvPr id="153" name="Google Shape;153;p4"/>
            <p:cNvSpPr/>
            <p:nvPr/>
          </p:nvSpPr>
          <p:spPr>
            <a:xfrm>
              <a:off x="1836563"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4" name="Google Shape;154;p4"/>
            <p:cNvSpPr/>
            <p:nvPr/>
          </p:nvSpPr>
          <p:spPr>
            <a:xfrm>
              <a:off x="2189685"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5" name="Google Shape;155;p4"/>
            <p:cNvSpPr/>
            <p:nvPr/>
          </p:nvSpPr>
          <p:spPr>
            <a:xfrm>
              <a:off x="2542807"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6" name="Google Shape;156;p4"/>
            <p:cNvSpPr/>
            <p:nvPr/>
          </p:nvSpPr>
          <p:spPr>
            <a:xfrm>
              <a:off x="2895929"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57" name="Google Shape;157;p4"/>
          <p:cNvSpPr/>
          <p:nvPr/>
        </p:nvSpPr>
        <p:spPr>
          <a:xfrm>
            <a:off x="-412131" y="-1720336"/>
            <a:ext cx="2995961" cy="2995961"/>
          </a:xfrm>
          <a:prstGeom prst="flowChartConnector">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8" name="Google Shape;158;p4"/>
          <p:cNvSpPr/>
          <p:nvPr/>
        </p:nvSpPr>
        <p:spPr>
          <a:xfrm rot="5400000">
            <a:off x="7859990" y="1324251"/>
            <a:ext cx="2011760" cy="556260"/>
          </a:xfrm>
          <a:prstGeom prst="flowChartProcess">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9" name="Google Shape;159;p4"/>
          <p:cNvSpPr/>
          <p:nvPr/>
        </p:nvSpPr>
        <p:spPr>
          <a:xfrm rot="5400000">
            <a:off x="7859990" y="3336013"/>
            <a:ext cx="2011760" cy="556260"/>
          </a:xfrm>
          <a:prstGeom prst="flowChartProcess">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 name="Google Shape;160;p4"/>
          <p:cNvSpPr txBox="1">
            <a:spLocks noGrp="1"/>
          </p:cNvSpPr>
          <p:nvPr>
            <p:ph type="title"/>
          </p:nvPr>
        </p:nvSpPr>
        <p:spPr>
          <a:xfrm>
            <a:off x="723900" y="2436684"/>
            <a:ext cx="7696200" cy="1219314"/>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7500"/>
              <a:buNone/>
            </a:pPr>
            <a:r>
              <a:rPr lang="en"/>
              <a:t>pendahuluan</a:t>
            </a:r>
            <a:endParaRPr/>
          </a:p>
        </p:txBody>
      </p:sp>
      <p:sp>
        <p:nvSpPr>
          <p:cNvPr id="161" name="Google Shape;161;p4"/>
          <p:cNvSpPr txBox="1">
            <a:spLocks noGrp="1"/>
          </p:cNvSpPr>
          <p:nvPr>
            <p:ph type="body" idx="2"/>
          </p:nvPr>
        </p:nvSpPr>
        <p:spPr>
          <a:xfrm>
            <a:off x="690032" y="1588904"/>
            <a:ext cx="7696200" cy="833387"/>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9600"/>
              <a:buNone/>
            </a:pPr>
            <a:r>
              <a:rPr lang="en"/>
              <a:t>bab i</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fade">
                                      <p:cBhvr>
                                        <p:cTn id="7" dur="1000"/>
                                        <p:tgtEl>
                                          <p:spTgt spid="157"/>
                                        </p:tgtEl>
                                      </p:cBhvr>
                                    </p:animEffect>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152"/>
                                        </p:tgtEl>
                                        <p:attrNameLst>
                                          <p:attrName>style.visibility</p:attrName>
                                        </p:attrNameLst>
                                      </p:cBhvr>
                                      <p:to>
                                        <p:strVal val="visible"/>
                                      </p:to>
                                    </p:set>
                                    <p:anim calcmode="lin" valueType="num">
                                      <p:cBhvr additive="base">
                                        <p:cTn id="11" dur="500"/>
                                        <p:tgtEl>
                                          <p:spTgt spid="152"/>
                                        </p:tgtEl>
                                        <p:attrNameLst>
                                          <p:attrName>ppt_w</p:attrName>
                                        </p:attrNameLst>
                                      </p:cBhvr>
                                      <p:tavLst>
                                        <p:tav tm="0">
                                          <p:val>
                                            <p:strVal val="0"/>
                                          </p:val>
                                        </p:tav>
                                        <p:tav tm="100000">
                                          <p:val>
                                            <p:strVal val="#ppt_w"/>
                                          </p:val>
                                        </p:tav>
                                      </p:tavLst>
                                    </p:anim>
                                    <p:anim calcmode="lin" valueType="num">
                                      <p:cBhvr additive="base">
                                        <p:cTn id="12" dur="500"/>
                                        <p:tgtEl>
                                          <p:spTgt spid="15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5"/>
          <p:cNvSpPr txBox="1">
            <a:spLocks noGrp="1"/>
          </p:cNvSpPr>
          <p:nvPr>
            <p:ph type="title"/>
          </p:nvPr>
        </p:nvSpPr>
        <p:spPr>
          <a:xfrm>
            <a:off x="723900" y="586740"/>
            <a:ext cx="7696200" cy="71556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4000"/>
              <a:buNone/>
            </a:pPr>
            <a:r>
              <a:rPr lang="en"/>
              <a:t>Latar belakang</a:t>
            </a:r>
            <a:endParaRPr/>
          </a:p>
        </p:txBody>
      </p:sp>
      <p:sp>
        <p:nvSpPr>
          <p:cNvPr id="167" name="Google Shape;167;p5"/>
          <p:cNvSpPr/>
          <p:nvPr/>
        </p:nvSpPr>
        <p:spPr>
          <a:xfrm rot="-5400000">
            <a:off x="6908867" y="4099851"/>
            <a:ext cx="1271239" cy="1271239"/>
          </a:xfrm>
          <a:prstGeom prst="flowChartDelay">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 name="Google Shape;168;p5"/>
          <p:cNvSpPr/>
          <p:nvPr/>
        </p:nvSpPr>
        <p:spPr>
          <a:xfrm>
            <a:off x="-1180058" y="1331686"/>
            <a:ext cx="2720952" cy="2720952"/>
          </a:xfrm>
          <a:prstGeom prst="donut">
            <a:avLst>
              <a:gd name="adj" fmla="val 25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 name="Google Shape;169;p5"/>
          <p:cNvSpPr/>
          <p:nvPr/>
        </p:nvSpPr>
        <p:spPr>
          <a:xfrm rot="10800000">
            <a:off x="7216212" y="0"/>
            <a:ext cx="1927788" cy="1927788"/>
          </a:xfrm>
          <a:prstGeom prst="rtTriangle">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0" name="Google Shape;170;p5"/>
          <p:cNvSpPr/>
          <p:nvPr/>
        </p:nvSpPr>
        <p:spPr>
          <a:xfrm>
            <a:off x="7616176" y="656764"/>
            <a:ext cx="804265" cy="80426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 name="Google Shape;171;p5"/>
          <p:cNvSpPr/>
          <p:nvPr/>
        </p:nvSpPr>
        <p:spPr>
          <a:xfrm rot="5400000">
            <a:off x="-1049801" y="1316910"/>
            <a:ext cx="2953488" cy="3196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 name="Google Shape;172;p5"/>
          <p:cNvSpPr/>
          <p:nvPr/>
        </p:nvSpPr>
        <p:spPr>
          <a:xfrm>
            <a:off x="7743552" y="3898060"/>
            <a:ext cx="676548" cy="676548"/>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73" name="Google Shape;173;p5"/>
          <p:cNvGrpSpPr/>
          <p:nvPr/>
        </p:nvGrpSpPr>
        <p:grpSpPr>
          <a:xfrm>
            <a:off x="370025" y="903451"/>
            <a:ext cx="1245220" cy="185854"/>
            <a:chOff x="1836563" y="443835"/>
            <a:chExt cx="1245220" cy="185854"/>
          </a:xfrm>
        </p:grpSpPr>
        <p:sp>
          <p:nvSpPr>
            <p:cNvPr id="174" name="Google Shape;174;p5"/>
            <p:cNvSpPr/>
            <p:nvPr/>
          </p:nvSpPr>
          <p:spPr>
            <a:xfrm>
              <a:off x="1836563"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5" name="Google Shape;175;p5"/>
            <p:cNvSpPr/>
            <p:nvPr/>
          </p:nvSpPr>
          <p:spPr>
            <a:xfrm>
              <a:off x="2189685"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 name="Google Shape;176;p5"/>
            <p:cNvSpPr/>
            <p:nvPr/>
          </p:nvSpPr>
          <p:spPr>
            <a:xfrm>
              <a:off x="2542807"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 name="Google Shape;177;p5"/>
            <p:cNvSpPr/>
            <p:nvPr/>
          </p:nvSpPr>
          <p:spPr>
            <a:xfrm>
              <a:off x="2895929"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78" name="Google Shape;178;p5" descr="Kalender Bali Sabtu 8 April 2023: Tidak Baik Menanam &amp; Memetik Tanaman,  Cocok untuk Ini - JPNN."/>
          <p:cNvPicPr preferRelativeResize="0"/>
          <p:nvPr/>
        </p:nvPicPr>
        <p:blipFill rotWithShape="1">
          <a:blip r:embed="rId3">
            <a:alphaModFix/>
          </a:blip>
          <a:srcRect/>
          <a:stretch/>
        </p:blipFill>
        <p:spPr>
          <a:xfrm>
            <a:off x="5529565" y="1516158"/>
            <a:ext cx="3099049" cy="2383884"/>
          </a:xfrm>
          <a:prstGeom prst="rect">
            <a:avLst/>
          </a:prstGeom>
          <a:noFill/>
          <a:ln>
            <a:noFill/>
          </a:ln>
        </p:spPr>
      </p:pic>
      <p:sp>
        <p:nvSpPr>
          <p:cNvPr id="179" name="Google Shape;179;p5"/>
          <p:cNvSpPr txBox="1"/>
          <p:nvPr/>
        </p:nvSpPr>
        <p:spPr>
          <a:xfrm>
            <a:off x="1486773" y="1502352"/>
            <a:ext cx="3867955" cy="2537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200" b="1" i="0" u="none" strike="noStrike" cap="none">
                <a:solidFill>
                  <a:srgbClr val="FF2F47"/>
                </a:solidFill>
                <a:latin typeface="Arial"/>
                <a:ea typeface="Arial"/>
                <a:cs typeface="Arial"/>
                <a:sym typeface="Arial"/>
              </a:rPr>
              <a:t>Who?</a:t>
            </a:r>
            <a:r>
              <a:rPr lang="en" sz="1200" b="1" i="0" u="none" strike="noStrike" cap="none">
                <a:solidFill>
                  <a:srgbClr val="241B5F"/>
                </a:solidFill>
                <a:latin typeface="Arial"/>
                <a:ea typeface="Arial"/>
                <a:cs typeface="Arial"/>
                <a:sym typeface="Arial"/>
              </a:rPr>
              <a:t>	</a:t>
            </a:r>
            <a:r>
              <a:rPr lang="en" sz="1200" b="0" i="0" u="none" strike="noStrike" cap="none">
                <a:solidFill>
                  <a:srgbClr val="241B5F"/>
                </a:solidFill>
                <a:latin typeface="Arial"/>
                <a:ea typeface="Arial"/>
                <a:cs typeface="Arial"/>
                <a:sym typeface="Arial"/>
              </a:rPr>
              <a:t>Masyarakat beragama Hindu</a:t>
            </a:r>
            <a:endParaRPr/>
          </a:p>
          <a:p>
            <a:pPr marL="0" marR="0" lvl="0" indent="0" algn="l" rtl="0">
              <a:lnSpc>
                <a:spcPct val="100000"/>
              </a:lnSpc>
              <a:spcBef>
                <a:spcPts val="0"/>
              </a:spcBef>
              <a:spcAft>
                <a:spcPts val="0"/>
              </a:spcAft>
              <a:buNone/>
            </a:pPr>
            <a:r>
              <a:rPr lang="en" sz="1200" b="1" i="0" u="none" strike="noStrike" cap="none">
                <a:solidFill>
                  <a:srgbClr val="FF2F47"/>
                </a:solidFill>
                <a:latin typeface="Arial"/>
                <a:ea typeface="Arial"/>
                <a:cs typeface="Arial"/>
                <a:sym typeface="Arial"/>
              </a:rPr>
              <a:t>Where ?</a:t>
            </a:r>
            <a:r>
              <a:rPr lang="en" sz="1200" b="1" i="0" u="none" strike="noStrike" cap="none">
                <a:solidFill>
                  <a:srgbClr val="241B5F"/>
                </a:solidFill>
                <a:latin typeface="Arial"/>
                <a:ea typeface="Arial"/>
                <a:cs typeface="Arial"/>
                <a:sym typeface="Arial"/>
              </a:rPr>
              <a:t>	</a:t>
            </a:r>
            <a:r>
              <a:rPr lang="en" sz="1200" b="0" i="0" u="none" strike="noStrike" cap="none">
                <a:solidFill>
                  <a:srgbClr val="241B5F"/>
                </a:solidFill>
                <a:latin typeface="Arial"/>
                <a:ea typeface="Arial"/>
                <a:cs typeface="Arial"/>
                <a:sym typeface="Arial"/>
              </a:rPr>
              <a:t>Sedang berada di luar pulau Bali</a:t>
            </a:r>
            <a:endParaRPr sz="1200" b="1" i="0" u="none" strike="noStrike" cap="none">
              <a:solidFill>
                <a:srgbClr val="FF2F47"/>
              </a:solidFill>
              <a:latin typeface="Arial"/>
              <a:ea typeface="Arial"/>
              <a:cs typeface="Arial"/>
              <a:sym typeface="Arial"/>
            </a:endParaRPr>
          </a:p>
          <a:p>
            <a:pPr marL="0" marR="0" lvl="0" indent="0" algn="l" rtl="0">
              <a:lnSpc>
                <a:spcPct val="100000"/>
              </a:lnSpc>
              <a:spcBef>
                <a:spcPts val="0"/>
              </a:spcBef>
              <a:spcAft>
                <a:spcPts val="0"/>
              </a:spcAft>
              <a:buNone/>
            </a:pPr>
            <a:r>
              <a:rPr lang="en" sz="1200" b="1" i="0" u="none" strike="noStrike" cap="none">
                <a:solidFill>
                  <a:srgbClr val="FF2F47"/>
                </a:solidFill>
                <a:latin typeface="Arial"/>
                <a:ea typeface="Arial"/>
                <a:cs typeface="Arial"/>
                <a:sym typeface="Arial"/>
              </a:rPr>
              <a:t>What?</a:t>
            </a:r>
            <a:r>
              <a:rPr lang="en" sz="1200" b="0" i="0" u="none" strike="noStrike" cap="none">
                <a:solidFill>
                  <a:srgbClr val="000000"/>
                </a:solidFill>
                <a:latin typeface="Arial"/>
                <a:ea typeface="Arial"/>
                <a:cs typeface="Arial"/>
                <a:sym typeface="Arial"/>
              </a:rPr>
              <a:t>	Kesulitan menemukan kalender Bali di 	luar pulau Bali serta hari raya suci 	keagamaan jarang ada pada kalender 	biasa </a:t>
            </a:r>
            <a:endParaRPr/>
          </a:p>
          <a:p>
            <a:pPr marL="0" marR="0" lvl="0" indent="0" algn="l" rtl="0">
              <a:lnSpc>
                <a:spcPct val="100000"/>
              </a:lnSpc>
              <a:spcBef>
                <a:spcPts val="0"/>
              </a:spcBef>
              <a:spcAft>
                <a:spcPts val="0"/>
              </a:spcAft>
              <a:buNone/>
            </a:pPr>
            <a:r>
              <a:rPr lang="en" sz="1200" b="1" i="0" u="none" strike="noStrike" cap="none">
                <a:solidFill>
                  <a:srgbClr val="FF2F47"/>
                </a:solidFill>
                <a:latin typeface="Arial"/>
                <a:ea typeface="Arial"/>
                <a:cs typeface="Arial"/>
                <a:sym typeface="Arial"/>
              </a:rPr>
              <a:t>When?</a:t>
            </a:r>
            <a:r>
              <a:rPr lang="en" sz="1200" b="1" i="0" u="none" strike="noStrike" cap="none">
                <a:solidFill>
                  <a:srgbClr val="241B5F"/>
                </a:solidFill>
                <a:latin typeface="Arial"/>
                <a:ea typeface="Arial"/>
                <a:cs typeface="Arial"/>
                <a:sym typeface="Arial"/>
              </a:rPr>
              <a:t>	</a:t>
            </a:r>
            <a:r>
              <a:rPr lang="en" sz="1200" b="0" i="0" u="none" strike="noStrike" cap="none">
                <a:solidFill>
                  <a:schemeClr val="dk1"/>
                </a:solidFill>
                <a:latin typeface="Arial"/>
                <a:ea typeface="Arial"/>
                <a:cs typeface="Arial"/>
                <a:sym typeface="Arial"/>
              </a:rPr>
              <a:t>Kesulitan tiap hari</a:t>
            </a:r>
            <a:endParaRPr sz="1200" b="1" i="0" u="none" strike="noStrike" cap="none">
              <a:solidFill>
                <a:srgbClr val="241B5F"/>
              </a:solidFill>
              <a:latin typeface="Arial"/>
              <a:ea typeface="Arial"/>
              <a:cs typeface="Arial"/>
              <a:sym typeface="Arial"/>
            </a:endParaRPr>
          </a:p>
          <a:p>
            <a:pPr marL="0" marR="0" lvl="0" indent="0" algn="l" rtl="0">
              <a:lnSpc>
                <a:spcPct val="100000"/>
              </a:lnSpc>
              <a:spcBef>
                <a:spcPts val="0"/>
              </a:spcBef>
              <a:spcAft>
                <a:spcPts val="0"/>
              </a:spcAft>
              <a:buNone/>
            </a:pPr>
            <a:r>
              <a:rPr lang="en" sz="1200" b="1" i="0" u="none" strike="noStrike" cap="none">
                <a:solidFill>
                  <a:srgbClr val="FF2F47"/>
                </a:solidFill>
                <a:latin typeface="Arial"/>
                <a:ea typeface="Arial"/>
                <a:cs typeface="Arial"/>
                <a:sym typeface="Arial"/>
              </a:rPr>
              <a:t>Why?</a:t>
            </a:r>
            <a:r>
              <a:rPr lang="en" sz="1200" b="1" i="0" u="none" strike="noStrike" cap="none">
                <a:solidFill>
                  <a:srgbClr val="241B5F"/>
                </a:solidFill>
                <a:latin typeface="Arial"/>
                <a:ea typeface="Arial"/>
                <a:cs typeface="Arial"/>
                <a:sym typeface="Arial"/>
              </a:rPr>
              <a:t>	</a:t>
            </a:r>
            <a:r>
              <a:rPr lang="en" sz="1200" b="0" i="0" u="none" strike="noStrike" cap="none">
                <a:solidFill>
                  <a:schemeClr val="dk1"/>
                </a:solidFill>
                <a:latin typeface="Arial"/>
                <a:ea typeface="Arial"/>
                <a:cs typeface="Arial"/>
                <a:sym typeface="Arial"/>
              </a:rPr>
              <a:t>Karena hari raya suci keagamaan yang 	cukup banyak sehingga tidak 	memungkinkan untuk diingat</a:t>
            </a:r>
            <a:endParaRPr sz="1200" b="1" i="0" u="none" strike="noStrike" cap="none">
              <a:solidFill>
                <a:srgbClr val="241B5F"/>
              </a:solidFill>
              <a:latin typeface="Arial"/>
              <a:ea typeface="Arial"/>
              <a:cs typeface="Arial"/>
              <a:sym typeface="Arial"/>
            </a:endParaRPr>
          </a:p>
          <a:p>
            <a:pPr marL="0" marR="0" lvl="0" indent="0" algn="l" rtl="0">
              <a:lnSpc>
                <a:spcPct val="100000"/>
              </a:lnSpc>
              <a:spcBef>
                <a:spcPts val="0"/>
              </a:spcBef>
              <a:spcAft>
                <a:spcPts val="0"/>
              </a:spcAft>
              <a:buNone/>
            </a:pPr>
            <a:r>
              <a:rPr lang="en" sz="1200" b="1" i="0" u="none" strike="noStrike" cap="none">
                <a:solidFill>
                  <a:srgbClr val="FF2F47"/>
                </a:solidFill>
                <a:latin typeface="Arial"/>
                <a:ea typeface="Arial"/>
                <a:cs typeface="Arial"/>
                <a:sym typeface="Arial"/>
              </a:rPr>
              <a:t>How?</a:t>
            </a:r>
            <a:r>
              <a:rPr lang="en" sz="1200" b="1" i="0" u="none" strike="noStrike" cap="none">
                <a:solidFill>
                  <a:srgbClr val="241B5F"/>
                </a:solidFill>
                <a:latin typeface="Arial"/>
                <a:ea typeface="Arial"/>
                <a:cs typeface="Arial"/>
                <a:sym typeface="Arial"/>
              </a:rPr>
              <a:t>	</a:t>
            </a:r>
            <a:r>
              <a:rPr lang="en" sz="1200" b="0" i="0" u="none" strike="noStrike" cap="none">
                <a:solidFill>
                  <a:srgbClr val="241B5F"/>
                </a:solidFill>
                <a:latin typeface="Arial"/>
                <a:ea typeface="Arial"/>
                <a:cs typeface="Arial"/>
                <a:sym typeface="Arial"/>
              </a:rPr>
              <a:t>Aplikasi Kalender Bali hadir untuk 	mempermudah kehidupan masyarakat 	beragama Hindu yang sedang merantau</a:t>
            </a:r>
            <a:endParaRPr sz="1200" b="1" i="0" u="none" strike="noStrike" cap="none">
              <a:solidFill>
                <a:srgbClr val="241B5F"/>
              </a:solidFill>
              <a:latin typeface="Arial"/>
              <a:ea typeface="Arial"/>
              <a:cs typeface="Arial"/>
              <a:sym typeface="Arial"/>
            </a:endParaRPr>
          </a:p>
          <a:p>
            <a:pPr marL="0" marR="0" lvl="0" indent="0" algn="ctr" rtl="0">
              <a:lnSpc>
                <a:spcPct val="90000"/>
              </a:lnSpc>
              <a:spcBef>
                <a:spcPts val="750"/>
              </a:spcBef>
              <a:spcAft>
                <a:spcPts val="0"/>
              </a:spcAft>
              <a:buNone/>
            </a:pPr>
            <a:endParaRPr sz="1200" b="0" i="0" u="none" strike="noStrike" cap="none">
              <a:solidFill>
                <a:srgbClr val="000000"/>
              </a:solidFill>
              <a:latin typeface="Arial"/>
              <a:ea typeface="Arial"/>
              <a:cs typeface="Arial"/>
              <a:sym typeface="Arial"/>
            </a:endParaRPr>
          </a:p>
        </p:txBody>
      </p:sp>
      <p:pic>
        <p:nvPicPr>
          <p:cNvPr id="180" name="Google Shape;180;p5"/>
          <p:cNvPicPr preferRelativeResize="0"/>
          <p:nvPr/>
        </p:nvPicPr>
        <p:blipFill rotWithShape="1">
          <a:blip r:embed="rId4">
            <a:alphaModFix/>
          </a:blip>
          <a:srcRect/>
          <a:stretch/>
        </p:blipFill>
        <p:spPr>
          <a:xfrm>
            <a:off x="157698" y="2041324"/>
            <a:ext cx="1011498" cy="10608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 calcmode="lin" valueType="num">
                                      <p:cBhvr additive="base">
                                        <p:cTn id="7" dur="500"/>
                                        <p:tgtEl>
                                          <p:spTgt spid="171"/>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0"/>
                                        </p:tgtEl>
                                        <p:attrNameLst>
                                          <p:attrName>style.visibility</p:attrName>
                                        </p:attrNameLst>
                                      </p:cBhvr>
                                      <p:to>
                                        <p:strVal val="visible"/>
                                      </p:to>
                                    </p:set>
                                    <p:animEffect transition="in" filter="fade">
                                      <p:cBhvr>
                                        <p:cTn id="11" dur="500"/>
                                        <p:tgtEl>
                                          <p:spTgt spid="180"/>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178"/>
                                        </p:tgtEl>
                                        <p:attrNameLst>
                                          <p:attrName>style.visibility</p:attrName>
                                        </p:attrNameLst>
                                      </p:cBhvr>
                                      <p:to>
                                        <p:strVal val="visible"/>
                                      </p:to>
                                    </p:set>
                                    <p:anim calcmode="lin" valueType="num">
                                      <p:cBhvr additive="base">
                                        <p:cTn id="15" dur="500"/>
                                        <p:tgtEl>
                                          <p:spTgt spid="178"/>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173"/>
                                        </p:tgtEl>
                                        <p:attrNameLst>
                                          <p:attrName>style.visibility</p:attrName>
                                        </p:attrNameLst>
                                      </p:cBhvr>
                                      <p:to>
                                        <p:strVal val="visible"/>
                                      </p:to>
                                    </p:set>
                                    <p:anim calcmode="lin" valueType="num">
                                      <p:cBhvr additive="base">
                                        <p:cTn id="19" dur="500"/>
                                        <p:tgtEl>
                                          <p:spTgt spid="173"/>
                                        </p:tgtEl>
                                        <p:attrNameLst>
                                          <p:attrName>ppt_w</p:attrName>
                                        </p:attrNameLst>
                                      </p:cBhvr>
                                      <p:tavLst>
                                        <p:tav tm="0">
                                          <p:val>
                                            <p:strVal val="0"/>
                                          </p:val>
                                        </p:tav>
                                        <p:tav tm="100000">
                                          <p:val>
                                            <p:strVal val="#ppt_w"/>
                                          </p:val>
                                        </p:tav>
                                      </p:tavLst>
                                    </p:anim>
                                    <p:anim calcmode="lin" valueType="num">
                                      <p:cBhvr additive="base">
                                        <p:cTn id="20" dur="500"/>
                                        <p:tgtEl>
                                          <p:spTgt spid="173"/>
                                        </p:tgtEl>
                                        <p:attrNameLst>
                                          <p:attrName>ppt_h</p:attrName>
                                        </p:attrNameLst>
                                      </p:cBhvr>
                                      <p:tavLst>
                                        <p:tav tm="0">
                                          <p:val>
                                            <p:strVal val="0"/>
                                          </p:val>
                                        </p:tav>
                                        <p:tav tm="100000">
                                          <p:val>
                                            <p:strVal val="#ppt_h"/>
                                          </p:val>
                                        </p:tav>
                                      </p:tavLst>
                                    </p:anim>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169"/>
                                        </p:tgtEl>
                                        <p:attrNameLst>
                                          <p:attrName>style.visibility</p:attrName>
                                        </p:attrNameLst>
                                      </p:cBhvr>
                                      <p:to>
                                        <p:strVal val="visible"/>
                                      </p:to>
                                    </p:set>
                                    <p:animEffect transition="in" filter="fade">
                                      <p:cBhvr>
                                        <p:cTn id="24" dur="500"/>
                                        <p:tgtEl>
                                          <p:spTgt spid="169"/>
                                        </p:tgtEl>
                                      </p:cBhvr>
                                    </p:animEffect>
                                  </p:childTnLst>
                                </p:cTn>
                              </p:par>
                            </p:childTnLst>
                          </p:cTn>
                        </p:par>
                        <p:par>
                          <p:cTn id="25" fill="hold">
                            <p:stCondLst>
                              <p:cond delay="2500"/>
                            </p:stCondLst>
                            <p:childTnLst>
                              <p:par>
                                <p:cTn id="26" presetID="10" presetClass="entr" presetSubtype="0" fill="hold" nodeType="afterEffect">
                                  <p:stCondLst>
                                    <p:cond delay="0"/>
                                  </p:stCondLst>
                                  <p:childTnLst>
                                    <p:set>
                                      <p:cBhvr>
                                        <p:cTn id="27" dur="1" fill="hold">
                                          <p:stCondLst>
                                            <p:cond delay="0"/>
                                          </p:stCondLst>
                                        </p:cTn>
                                        <p:tgtEl>
                                          <p:spTgt spid="170"/>
                                        </p:tgtEl>
                                        <p:attrNameLst>
                                          <p:attrName>style.visibility</p:attrName>
                                        </p:attrNameLst>
                                      </p:cBhvr>
                                      <p:to>
                                        <p:strVal val="visible"/>
                                      </p:to>
                                    </p:set>
                                    <p:animEffect transition="in" filter="fade">
                                      <p:cBhvr>
                                        <p:cTn id="28" dur="500"/>
                                        <p:tgtEl>
                                          <p:spTgt spid="170"/>
                                        </p:tgtEl>
                                      </p:cBhvr>
                                    </p:animEffect>
                                  </p:childTnLst>
                                </p:cTn>
                              </p:par>
                            </p:childTnLst>
                          </p:cTn>
                        </p:par>
                        <p:par>
                          <p:cTn id="29" fill="hold">
                            <p:stCondLst>
                              <p:cond delay="3000"/>
                            </p:stCondLst>
                            <p:childTnLst>
                              <p:par>
                                <p:cTn id="30" presetID="2" presetClass="entr" presetSubtype="4" fill="hold" nodeType="afterEffect">
                                  <p:stCondLst>
                                    <p:cond delay="0"/>
                                  </p:stCondLst>
                                  <p:childTnLst>
                                    <p:set>
                                      <p:cBhvr>
                                        <p:cTn id="31" dur="1" fill="hold">
                                          <p:stCondLst>
                                            <p:cond delay="0"/>
                                          </p:stCondLst>
                                        </p:cTn>
                                        <p:tgtEl>
                                          <p:spTgt spid="167"/>
                                        </p:tgtEl>
                                        <p:attrNameLst>
                                          <p:attrName>style.visibility</p:attrName>
                                        </p:attrNameLst>
                                      </p:cBhvr>
                                      <p:to>
                                        <p:strVal val="visible"/>
                                      </p:to>
                                    </p:set>
                                    <p:anim calcmode="lin" valueType="num">
                                      <p:cBhvr additive="base">
                                        <p:cTn id="32" dur="500"/>
                                        <p:tgtEl>
                                          <p:spTgt spid="167"/>
                                        </p:tgtEl>
                                        <p:attrNameLst>
                                          <p:attrName>ppt_y</p:attrName>
                                        </p:attrNameLst>
                                      </p:cBhvr>
                                      <p:tavLst>
                                        <p:tav tm="0">
                                          <p:val>
                                            <p:strVal val="#ppt_y+1"/>
                                          </p:val>
                                        </p:tav>
                                        <p:tav tm="100000">
                                          <p:val>
                                            <p:strVal val="#ppt_y"/>
                                          </p:val>
                                        </p:tav>
                                      </p:tavLst>
                                    </p:anim>
                                  </p:childTnLst>
                                </p:cTn>
                              </p:par>
                            </p:childTnLst>
                          </p:cTn>
                        </p:par>
                        <p:par>
                          <p:cTn id="33" fill="hold">
                            <p:stCondLst>
                              <p:cond delay="3500"/>
                            </p:stCondLst>
                            <p:childTnLst>
                              <p:par>
                                <p:cTn id="34" presetID="10" presetClass="entr" presetSubtype="0" fill="hold" nodeType="afterEffect">
                                  <p:stCondLst>
                                    <p:cond delay="0"/>
                                  </p:stCondLst>
                                  <p:childTnLst>
                                    <p:set>
                                      <p:cBhvr>
                                        <p:cTn id="35" dur="1" fill="hold">
                                          <p:stCondLst>
                                            <p:cond delay="0"/>
                                          </p:stCondLst>
                                        </p:cTn>
                                        <p:tgtEl>
                                          <p:spTgt spid="172"/>
                                        </p:tgtEl>
                                        <p:attrNameLst>
                                          <p:attrName>style.visibility</p:attrName>
                                        </p:attrNameLst>
                                      </p:cBhvr>
                                      <p:to>
                                        <p:strVal val="visible"/>
                                      </p:to>
                                    </p:set>
                                    <p:animEffect transition="in" filter="fade">
                                      <p:cBhvr>
                                        <p:cTn id="36" dur="20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7"/>
          <p:cNvSpPr txBox="1">
            <a:spLocks noGrp="1"/>
          </p:cNvSpPr>
          <p:nvPr>
            <p:ph type="title"/>
          </p:nvPr>
        </p:nvSpPr>
        <p:spPr>
          <a:xfrm>
            <a:off x="198451" y="450300"/>
            <a:ext cx="4716900" cy="7155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4000"/>
              <a:buNone/>
            </a:pPr>
            <a:r>
              <a:rPr lang="en" sz="3400"/>
              <a:t>Rumusan masalah</a:t>
            </a:r>
            <a:endParaRPr sz="3400"/>
          </a:p>
        </p:txBody>
      </p:sp>
      <p:sp>
        <p:nvSpPr>
          <p:cNvPr id="186" name="Google Shape;186;p27"/>
          <p:cNvSpPr/>
          <p:nvPr/>
        </p:nvSpPr>
        <p:spPr>
          <a:xfrm rot="-5400000">
            <a:off x="3860867" y="4099990"/>
            <a:ext cx="1271100" cy="1271100"/>
          </a:xfrm>
          <a:prstGeom prst="flowChartDelay">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 name="Google Shape;187;p27"/>
          <p:cNvSpPr/>
          <p:nvPr/>
        </p:nvSpPr>
        <p:spPr>
          <a:xfrm>
            <a:off x="-1180058" y="1331686"/>
            <a:ext cx="2720952" cy="2720952"/>
          </a:xfrm>
          <a:prstGeom prst="donut">
            <a:avLst>
              <a:gd name="adj" fmla="val 25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 name="Google Shape;188;p27"/>
          <p:cNvSpPr/>
          <p:nvPr/>
        </p:nvSpPr>
        <p:spPr>
          <a:xfrm rot="10800000">
            <a:off x="7368600" y="-76212"/>
            <a:ext cx="1927800" cy="1927800"/>
          </a:xfrm>
          <a:prstGeom prst="rtTriangle">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9" name="Google Shape;189;p27"/>
          <p:cNvSpPr/>
          <p:nvPr/>
        </p:nvSpPr>
        <p:spPr>
          <a:xfrm>
            <a:off x="7768576" y="656764"/>
            <a:ext cx="804300" cy="8043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 name="Google Shape;190;p27"/>
          <p:cNvSpPr/>
          <p:nvPr/>
        </p:nvSpPr>
        <p:spPr>
          <a:xfrm rot="5400000">
            <a:off x="-1049873" y="1088250"/>
            <a:ext cx="2953500" cy="319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 name="Google Shape;191;p27"/>
          <p:cNvSpPr/>
          <p:nvPr/>
        </p:nvSpPr>
        <p:spPr>
          <a:xfrm>
            <a:off x="4543152" y="3898060"/>
            <a:ext cx="676500" cy="6765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92" name="Google Shape;192;p27"/>
          <p:cNvGrpSpPr/>
          <p:nvPr/>
        </p:nvGrpSpPr>
        <p:grpSpPr>
          <a:xfrm>
            <a:off x="370025" y="217651"/>
            <a:ext cx="1245220" cy="185854"/>
            <a:chOff x="1836563" y="443835"/>
            <a:chExt cx="1245220" cy="185854"/>
          </a:xfrm>
        </p:grpSpPr>
        <p:sp>
          <p:nvSpPr>
            <p:cNvPr id="193" name="Google Shape;193;p27"/>
            <p:cNvSpPr/>
            <p:nvPr/>
          </p:nvSpPr>
          <p:spPr>
            <a:xfrm>
              <a:off x="1836563"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4" name="Google Shape;194;p27"/>
            <p:cNvSpPr/>
            <p:nvPr/>
          </p:nvSpPr>
          <p:spPr>
            <a:xfrm>
              <a:off x="2189685"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5" name="Google Shape;195;p27"/>
            <p:cNvSpPr/>
            <p:nvPr/>
          </p:nvSpPr>
          <p:spPr>
            <a:xfrm>
              <a:off x="2542807"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6" name="Google Shape;196;p27"/>
            <p:cNvSpPr/>
            <p:nvPr/>
          </p:nvSpPr>
          <p:spPr>
            <a:xfrm>
              <a:off x="2895929"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97" name="Google Shape;197;p27"/>
          <p:cNvSpPr txBox="1"/>
          <p:nvPr/>
        </p:nvSpPr>
        <p:spPr>
          <a:xfrm>
            <a:off x="2177161" y="1067734"/>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198" name="Google Shape;198;p27"/>
          <p:cNvSpPr txBox="1"/>
          <p:nvPr/>
        </p:nvSpPr>
        <p:spPr>
          <a:xfrm>
            <a:off x="2177095" y="3073834"/>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02</a:t>
            </a:r>
            <a:endParaRPr/>
          </a:p>
        </p:txBody>
      </p:sp>
      <p:sp>
        <p:nvSpPr>
          <p:cNvPr id="199" name="Google Shape;199;p27"/>
          <p:cNvSpPr txBox="1"/>
          <p:nvPr/>
        </p:nvSpPr>
        <p:spPr>
          <a:xfrm>
            <a:off x="1000069" y="1638770"/>
            <a:ext cx="3048900" cy="13116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Bagaimana mendapatkan </a:t>
            </a:r>
            <a:r>
              <a:rPr lang="en">
                <a:solidFill>
                  <a:srgbClr val="1D0D00"/>
                </a:solidFill>
                <a:latin typeface="DM Sans Medium"/>
                <a:ea typeface="DM Sans Medium"/>
                <a:cs typeface="DM Sans Medium"/>
                <a:sym typeface="DM Sans Medium"/>
              </a:rPr>
              <a:t>akurasi optimal dalam melakukan klasifikasi ulasan aplikasi </a:t>
            </a:r>
            <a:r>
              <a:rPr lang="en" i="1">
                <a:solidFill>
                  <a:srgbClr val="1D0D00"/>
                </a:solidFill>
                <a:latin typeface="DM Sans Medium"/>
                <a:ea typeface="DM Sans Medium"/>
                <a:cs typeface="DM Sans Medium"/>
                <a:sym typeface="DM Sans Medium"/>
              </a:rPr>
              <a:t>mobile</a:t>
            </a:r>
            <a:r>
              <a:rPr lang="en">
                <a:solidFill>
                  <a:srgbClr val="1D0D00"/>
                </a:solidFill>
                <a:latin typeface="DM Sans Medium"/>
                <a:ea typeface="DM Sans Medium"/>
                <a:cs typeface="DM Sans Medium"/>
                <a:sym typeface="DM Sans Medium"/>
              </a:rPr>
              <a:t> Kalender Bali dengan menggunakan metode KNN</a:t>
            </a:r>
            <a:endParaRPr/>
          </a:p>
        </p:txBody>
      </p:sp>
      <p:sp>
        <p:nvSpPr>
          <p:cNvPr id="200" name="Google Shape;200;p27"/>
          <p:cNvSpPr txBox="1"/>
          <p:nvPr/>
        </p:nvSpPr>
        <p:spPr>
          <a:xfrm>
            <a:off x="941311" y="3616738"/>
            <a:ext cx="3206400" cy="1603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a:solidFill>
                  <a:srgbClr val="1D0D00"/>
                </a:solidFill>
                <a:latin typeface="DM Sans Medium"/>
                <a:ea typeface="DM Sans Medium"/>
                <a:cs typeface="DM Sans Medium"/>
                <a:sym typeface="DM Sans Medium"/>
              </a:rPr>
              <a:t>Bagaimana pengaruh penerapan teknik </a:t>
            </a:r>
            <a:r>
              <a:rPr lang="en" i="1">
                <a:solidFill>
                  <a:srgbClr val="1D0D00"/>
                </a:solidFill>
                <a:latin typeface="DM Sans Medium"/>
                <a:ea typeface="DM Sans Medium"/>
                <a:cs typeface="DM Sans Medium"/>
                <a:sym typeface="DM Sans Medium"/>
              </a:rPr>
              <a:t>Tomek Links </a:t>
            </a:r>
            <a:r>
              <a:rPr lang="en">
                <a:solidFill>
                  <a:srgbClr val="1D0D00"/>
                </a:solidFill>
                <a:latin typeface="DM Sans Medium"/>
                <a:ea typeface="DM Sans Medium"/>
                <a:cs typeface="DM Sans Medium"/>
                <a:sym typeface="DM Sans Medium"/>
              </a:rPr>
              <a:t>terhadap akurasi klasifikasi menggunakan metode KNN pada dataset yang mengalami </a:t>
            </a:r>
            <a:r>
              <a:rPr lang="en" i="1">
                <a:solidFill>
                  <a:srgbClr val="1D0D00"/>
                </a:solidFill>
                <a:latin typeface="DM Sans Medium"/>
                <a:ea typeface="DM Sans Medium"/>
                <a:cs typeface="DM Sans Medium"/>
                <a:sym typeface="DM Sans Medium"/>
              </a:rPr>
              <a:t>imbalance dataset?</a:t>
            </a:r>
            <a:endParaRPr/>
          </a:p>
        </p:txBody>
      </p:sp>
      <p:sp>
        <p:nvSpPr>
          <p:cNvPr id="201" name="Google Shape;201;p27"/>
          <p:cNvSpPr txBox="1">
            <a:spLocks noGrp="1"/>
          </p:cNvSpPr>
          <p:nvPr>
            <p:ph type="title"/>
          </p:nvPr>
        </p:nvSpPr>
        <p:spPr>
          <a:xfrm>
            <a:off x="4270676" y="450300"/>
            <a:ext cx="4716900" cy="715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hlink"/>
              </a:buClr>
              <a:buSzPct val="105263"/>
              <a:buFont typeface="Arial"/>
              <a:buNone/>
            </a:pPr>
            <a:r>
              <a:rPr lang="en"/>
              <a:t>Tujuan penelitian</a:t>
            </a:r>
            <a:endParaRPr/>
          </a:p>
          <a:p>
            <a:pPr marL="0" lvl="0" indent="0" algn="ctr" rtl="0">
              <a:lnSpc>
                <a:spcPct val="90000"/>
              </a:lnSpc>
              <a:spcBef>
                <a:spcPts val="0"/>
              </a:spcBef>
              <a:spcAft>
                <a:spcPts val="0"/>
              </a:spcAft>
              <a:buSzPct val="105263"/>
              <a:buNone/>
            </a:pPr>
            <a:endParaRPr/>
          </a:p>
        </p:txBody>
      </p:sp>
      <p:sp>
        <p:nvSpPr>
          <p:cNvPr id="202" name="Google Shape;202;p27"/>
          <p:cNvSpPr txBox="1"/>
          <p:nvPr/>
        </p:nvSpPr>
        <p:spPr>
          <a:xfrm>
            <a:off x="6249386" y="1067734"/>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203" name="Google Shape;203;p27"/>
          <p:cNvSpPr txBox="1"/>
          <p:nvPr/>
        </p:nvSpPr>
        <p:spPr>
          <a:xfrm>
            <a:off x="6249320" y="3073834"/>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02</a:t>
            </a:r>
            <a:endParaRPr/>
          </a:p>
        </p:txBody>
      </p:sp>
      <p:sp>
        <p:nvSpPr>
          <p:cNvPr id="204" name="Google Shape;204;p27"/>
          <p:cNvSpPr txBox="1"/>
          <p:nvPr/>
        </p:nvSpPr>
        <p:spPr>
          <a:xfrm>
            <a:off x="5072294" y="1638770"/>
            <a:ext cx="3048900" cy="13116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a:solidFill>
                  <a:srgbClr val="1D0D00"/>
                </a:solidFill>
                <a:latin typeface="DM Sans Medium"/>
                <a:ea typeface="DM Sans Medium"/>
                <a:cs typeface="DM Sans Medium"/>
                <a:sym typeface="DM Sans Medium"/>
              </a:rPr>
              <a:t>Memperoleh akurasi yang optimal dalam melakukan klasifikasi ulasan aplikasi mobile Kalender Bali dengan menggunakan metode KNN</a:t>
            </a:r>
            <a:endParaRPr>
              <a:solidFill>
                <a:srgbClr val="1D0D00"/>
              </a:solidFill>
              <a:latin typeface="DM Sans Medium"/>
              <a:ea typeface="DM Sans Medium"/>
              <a:cs typeface="DM Sans Medium"/>
              <a:sym typeface="DM Sans Medium"/>
            </a:endParaRPr>
          </a:p>
        </p:txBody>
      </p:sp>
      <p:sp>
        <p:nvSpPr>
          <p:cNvPr id="205" name="Google Shape;205;p27"/>
          <p:cNvSpPr txBox="1"/>
          <p:nvPr/>
        </p:nvSpPr>
        <p:spPr>
          <a:xfrm>
            <a:off x="5013536" y="3616738"/>
            <a:ext cx="3206400" cy="1603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a:solidFill>
                  <a:srgbClr val="1D0D00"/>
                </a:solidFill>
                <a:latin typeface="DM Sans Medium"/>
                <a:ea typeface="DM Sans Medium"/>
                <a:cs typeface="DM Sans Medium"/>
                <a:sym typeface="DM Sans Medium"/>
              </a:rPr>
              <a:t>Menerapkan teknik Tomek Links terhadap akurasi klasifikasi menggunakan metode KNN pada dataset yang mengalami imbalance dataset</a:t>
            </a:r>
            <a:endParaRPr>
              <a:solidFill>
                <a:srgbClr val="1D0D00"/>
              </a:solidFill>
              <a:latin typeface="DM Sans Medium"/>
              <a:ea typeface="DM Sans Medium"/>
              <a:cs typeface="DM Sans Medium"/>
              <a:sym typeface="DM Sans Medium"/>
            </a:endParaRPr>
          </a:p>
          <a:p>
            <a:pPr marL="0" marR="0" lvl="0" indent="0" algn="ctr" rtl="0">
              <a:lnSpc>
                <a:spcPct val="115000"/>
              </a:lnSpc>
              <a:spcBef>
                <a:spcPts val="0"/>
              </a:spcBef>
              <a:spcAft>
                <a:spcPts val="0"/>
              </a:spcAft>
              <a:buClr>
                <a:srgbClr val="1D0D00"/>
              </a:buClr>
              <a:buSzPts val="2400"/>
              <a:buFont typeface="Bebas Neue"/>
              <a:buNone/>
            </a:pPr>
            <a:endParaRPr>
              <a:solidFill>
                <a:srgbClr val="1D0D00"/>
              </a:solidFill>
              <a:latin typeface="DM Sans Medium"/>
              <a:ea typeface="DM Sans Medium"/>
              <a:cs typeface="DM Sans Medium"/>
              <a:sym typeface="DM Sans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90"/>
                                        </p:tgtEl>
                                        <p:attrNameLst>
                                          <p:attrName>style.visibility</p:attrName>
                                        </p:attrNameLst>
                                      </p:cBhvr>
                                      <p:to>
                                        <p:strVal val="visible"/>
                                      </p:to>
                                    </p:set>
                                    <p:anim calcmode="lin" valueType="num">
                                      <p:cBhvr additive="base">
                                        <p:cTn id="7" dur="500"/>
                                        <p:tgtEl>
                                          <p:spTgt spid="190"/>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92"/>
                                        </p:tgtEl>
                                        <p:attrNameLst>
                                          <p:attrName>style.visibility</p:attrName>
                                        </p:attrNameLst>
                                      </p:cBhvr>
                                      <p:to>
                                        <p:strVal val="visible"/>
                                      </p:to>
                                    </p:set>
                                    <p:anim calcmode="lin" valueType="num">
                                      <p:cBhvr additive="base">
                                        <p:cTn id="11" dur="500"/>
                                        <p:tgtEl>
                                          <p:spTgt spid="192"/>
                                        </p:tgtEl>
                                        <p:attrNameLst>
                                          <p:attrName>ppt_w</p:attrName>
                                        </p:attrNameLst>
                                      </p:cBhvr>
                                      <p:tavLst>
                                        <p:tav tm="0">
                                          <p:val>
                                            <p:strVal val="0"/>
                                          </p:val>
                                        </p:tav>
                                        <p:tav tm="100000">
                                          <p:val>
                                            <p:strVal val="#ppt_w"/>
                                          </p:val>
                                        </p:tav>
                                      </p:tavLst>
                                    </p:anim>
                                    <p:anim calcmode="lin" valueType="num">
                                      <p:cBhvr additive="base">
                                        <p:cTn id="12" dur="500"/>
                                        <p:tgtEl>
                                          <p:spTgt spid="192"/>
                                        </p:tgtEl>
                                        <p:attrNameLst>
                                          <p:attrName>ppt_h</p:attrName>
                                        </p:attrNameLst>
                                      </p:cBhvr>
                                      <p:tavLst>
                                        <p:tav tm="0">
                                          <p:val>
                                            <p:strVal val="0"/>
                                          </p:val>
                                        </p:tav>
                                        <p:tav tm="100000">
                                          <p:val>
                                            <p:strVal val="#ppt_h"/>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88"/>
                                        </p:tgtEl>
                                        <p:attrNameLst>
                                          <p:attrName>style.visibility</p:attrName>
                                        </p:attrNameLst>
                                      </p:cBhvr>
                                      <p:to>
                                        <p:strVal val="visible"/>
                                      </p:to>
                                    </p:set>
                                    <p:animEffect transition="in" filter="fade">
                                      <p:cBhvr>
                                        <p:cTn id="16" dur="500"/>
                                        <p:tgtEl>
                                          <p:spTgt spid="188"/>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189"/>
                                        </p:tgtEl>
                                        <p:attrNameLst>
                                          <p:attrName>style.visibility</p:attrName>
                                        </p:attrNameLst>
                                      </p:cBhvr>
                                      <p:to>
                                        <p:strVal val="visible"/>
                                      </p:to>
                                    </p:set>
                                    <p:animEffect transition="in" filter="fade">
                                      <p:cBhvr>
                                        <p:cTn id="20" dur="500"/>
                                        <p:tgtEl>
                                          <p:spTgt spid="189"/>
                                        </p:tgtEl>
                                      </p:cBhvr>
                                    </p:animEffect>
                                  </p:childTnLst>
                                </p:cTn>
                              </p:par>
                            </p:childTnLst>
                          </p:cTn>
                        </p:par>
                        <p:par>
                          <p:cTn id="21" fill="hold">
                            <p:stCondLst>
                              <p:cond delay="2000"/>
                            </p:stCondLst>
                            <p:childTnLst>
                              <p:par>
                                <p:cTn id="22" presetID="2" presetClass="entr" presetSubtype="4" fill="hold" nodeType="afterEffect">
                                  <p:stCondLst>
                                    <p:cond delay="0"/>
                                  </p:stCondLst>
                                  <p:childTnLst>
                                    <p:set>
                                      <p:cBhvr>
                                        <p:cTn id="23" dur="1" fill="hold">
                                          <p:stCondLst>
                                            <p:cond delay="0"/>
                                          </p:stCondLst>
                                        </p:cTn>
                                        <p:tgtEl>
                                          <p:spTgt spid="186"/>
                                        </p:tgtEl>
                                        <p:attrNameLst>
                                          <p:attrName>style.visibility</p:attrName>
                                        </p:attrNameLst>
                                      </p:cBhvr>
                                      <p:to>
                                        <p:strVal val="visible"/>
                                      </p:to>
                                    </p:set>
                                    <p:anim calcmode="lin" valueType="num">
                                      <p:cBhvr additive="base">
                                        <p:cTn id="24" dur="500"/>
                                        <p:tgtEl>
                                          <p:spTgt spid="186"/>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10" presetClass="entr" presetSubtype="0" fill="hold" nodeType="afterEffect">
                                  <p:stCondLst>
                                    <p:cond delay="0"/>
                                  </p:stCondLst>
                                  <p:childTnLst>
                                    <p:set>
                                      <p:cBhvr>
                                        <p:cTn id="27" dur="1" fill="hold">
                                          <p:stCondLst>
                                            <p:cond delay="0"/>
                                          </p:stCondLst>
                                        </p:cTn>
                                        <p:tgtEl>
                                          <p:spTgt spid="191"/>
                                        </p:tgtEl>
                                        <p:attrNameLst>
                                          <p:attrName>style.visibility</p:attrName>
                                        </p:attrNameLst>
                                      </p:cBhvr>
                                      <p:to>
                                        <p:strVal val="visible"/>
                                      </p:to>
                                    </p:set>
                                    <p:animEffect transition="in" filter="fade">
                                      <p:cBhvr>
                                        <p:cTn id="28" dur="20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8"/>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1" name="Google Shape;211;p8"/>
          <p:cNvSpPr txBox="1">
            <a:spLocks noGrp="1"/>
          </p:cNvSpPr>
          <p:nvPr>
            <p:ph type="title"/>
          </p:nvPr>
        </p:nvSpPr>
        <p:spPr>
          <a:xfrm>
            <a:off x="3083453" y="556194"/>
            <a:ext cx="3061964"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Batasan masalah</a:t>
            </a:r>
            <a:endParaRPr/>
          </a:p>
        </p:txBody>
      </p:sp>
      <p:sp>
        <p:nvSpPr>
          <p:cNvPr id="212" name="Google Shape;212;p8"/>
          <p:cNvSpPr/>
          <p:nvPr/>
        </p:nvSpPr>
        <p:spPr>
          <a:xfrm>
            <a:off x="5835877" y="-1772586"/>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3" name="Google Shape;213;p8"/>
          <p:cNvSpPr/>
          <p:nvPr/>
        </p:nvSpPr>
        <p:spPr>
          <a:xfrm>
            <a:off x="0" y="340270"/>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4" name="Google Shape;214;p8"/>
          <p:cNvSpPr/>
          <p:nvPr/>
        </p:nvSpPr>
        <p:spPr>
          <a:xfrm>
            <a:off x="8015774" y="122026"/>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215" name="Google Shape;215;p8"/>
          <p:cNvGrpSpPr/>
          <p:nvPr/>
        </p:nvGrpSpPr>
        <p:grpSpPr>
          <a:xfrm>
            <a:off x="1464194" y="4610203"/>
            <a:ext cx="914556" cy="718263"/>
            <a:chOff x="388620" y="1420922"/>
            <a:chExt cx="679997" cy="534048"/>
          </a:xfrm>
        </p:grpSpPr>
        <p:sp>
          <p:nvSpPr>
            <p:cNvPr id="216" name="Google Shape;216;p8"/>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7" name="Google Shape;217;p8"/>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8" name="Google Shape;218;p8"/>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9" name="Google Shape;219;p8"/>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0" name="Google Shape;220;p8"/>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1" name="Google Shape;221;p8"/>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2" name="Google Shape;222;p8"/>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3" name="Google Shape;223;p8"/>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4" name="Google Shape;224;p8"/>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5" name="Google Shape;225;p8"/>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6" name="Google Shape;226;p8"/>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7" name="Google Shape;227;p8"/>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8" name="Google Shape;228;p8"/>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9" name="Google Shape;229;p8"/>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0" name="Google Shape;230;p8"/>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1" name="Google Shape;231;p8"/>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2" name="Google Shape;232;p8"/>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3" name="Google Shape;233;p8"/>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4" name="Google Shape;234;p8"/>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5" name="Google Shape;235;p8"/>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236" name="Google Shape;236;p8"/>
          <p:cNvSpPr/>
          <p:nvPr/>
        </p:nvSpPr>
        <p:spPr>
          <a:xfrm flipH="1">
            <a:off x="8401878" y="2698736"/>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7" name="Google Shape;237;p8"/>
          <p:cNvSpPr/>
          <p:nvPr/>
        </p:nvSpPr>
        <p:spPr>
          <a:xfrm flipH="1">
            <a:off x="8401878" y="3291549"/>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8" name="Google Shape;238;p8"/>
          <p:cNvSpPr txBox="1"/>
          <p:nvPr/>
        </p:nvSpPr>
        <p:spPr>
          <a:xfrm>
            <a:off x="932325" y="2032261"/>
            <a:ext cx="19782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90000"/>
              </a:lnSpc>
              <a:spcBef>
                <a:spcPts val="0"/>
              </a:spcBef>
              <a:spcAft>
                <a:spcPts val="0"/>
              </a:spcAft>
              <a:buClr>
                <a:schemeClr val="dk1"/>
              </a:buClr>
              <a:buSzPts val="1600"/>
              <a:buFont typeface="Arial"/>
              <a:buNone/>
            </a:pPr>
            <a:r>
              <a:rPr lang="en" sz="1200">
                <a:latin typeface="Chivo"/>
                <a:ea typeface="Chivo"/>
                <a:cs typeface="Chivo"/>
                <a:sym typeface="Chivo"/>
              </a:rPr>
              <a:t>Ulasan mengenai Aplikasi Kalender Bali dari </a:t>
            </a:r>
            <a:r>
              <a:rPr lang="en" sz="1200" i="1">
                <a:latin typeface="Chivo"/>
                <a:ea typeface="Chivo"/>
                <a:cs typeface="Chivo"/>
                <a:sym typeface="Chivo"/>
              </a:rPr>
              <a:t>Google Play Store</a:t>
            </a:r>
            <a:endParaRPr i="1"/>
          </a:p>
        </p:txBody>
      </p:sp>
      <p:sp>
        <p:nvSpPr>
          <p:cNvPr id="239" name="Google Shape;239;p8"/>
          <p:cNvSpPr txBox="1"/>
          <p:nvPr/>
        </p:nvSpPr>
        <p:spPr>
          <a:xfrm>
            <a:off x="6260439" y="2108679"/>
            <a:ext cx="19782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200"/>
              <a:t>Ulasan hanya akan dikelompokan menjadi sentimen positif dan negatif</a:t>
            </a:r>
            <a:endParaRPr/>
          </a:p>
        </p:txBody>
      </p:sp>
      <p:sp>
        <p:nvSpPr>
          <p:cNvPr id="240" name="Google Shape;240;p8"/>
          <p:cNvSpPr txBox="1"/>
          <p:nvPr/>
        </p:nvSpPr>
        <p:spPr>
          <a:xfrm>
            <a:off x="2183361" y="3631041"/>
            <a:ext cx="19782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200"/>
              <a:t>Nilai k (</a:t>
            </a:r>
            <a:r>
              <a:rPr lang="en" sz="1200" i="1"/>
              <a:t>neighbor</a:t>
            </a:r>
            <a:r>
              <a:rPr lang="en" sz="1200"/>
              <a:t>) yang akan digunakan untuk penelitian adalah 3, 5, 7, dan 9</a:t>
            </a:r>
            <a:endParaRPr sz="1200" b="0" u="none" strike="noStrike" cap="none">
              <a:solidFill>
                <a:srgbClr val="000000"/>
              </a:solidFill>
              <a:latin typeface="Arial"/>
              <a:ea typeface="Arial"/>
              <a:cs typeface="Arial"/>
              <a:sym typeface="Arial"/>
            </a:endParaRPr>
          </a:p>
        </p:txBody>
      </p:sp>
      <p:sp>
        <p:nvSpPr>
          <p:cNvPr id="241" name="Google Shape;241;p8"/>
          <p:cNvSpPr txBox="1"/>
          <p:nvPr/>
        </p:nvSpPr>
        <p:spPr>
          <a:xfrm>
            <a:off x="5070867" y="3607751"/>
            <a:ext cx="19782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200"/>
              <a:t>Nilai k untuk </a:t>
            </a:r>
            <a:r>
              <a:rPr lang="en" sz="1200" i="1"/>
              <a:t>k-Fold Cross Validation </a:t>
            </a:r>
            <a:r>
              <a:rPr lang="en" sz="1200"/>
              <a:t>adalah 3, 5, 7, dan 9</a:t>
            </a:r>
            <a:endParaRPr/>
          </a:p>
        </p:txBody>
      </p:sp>
      <p:grpSp>
        <p:nvGrpSpPr>
          <p:cNvPr id="242" name="Google Shape;242;p8"/>
          <p:cNvGrpSpPr/>
          <p:nvPr/>
        </p:nvGrpSpPr>
        <p:grpSpPr>
          <a:xfrm>
            <a:off x="3032780" y="3186116"/>
            <a:ext cx="353867" cy="463582"/>
            <a:chOff x="1283985" y="4181722"/>
            <a:chExt cx="264455" cy="346448"/>
          </a:xfrm>
        </p:grpSpPr>
        <p:sp>
          <p:nvSpPr>
            <p:cNvPr id="243" name="Google Shape;243;p8"/>
            <p:cNvSpPr/>
            <p:nvPr/>
          </p:nvSpPr>
          <p:spPr>
            <a:xfrm>
              <a:off x="1283985" y="4181722"/>
              <a:ext cx="264455" cy="346448"/>
            </a:xfrm>
            <a:custGeom>
              <a:avLst/>
              <a:gdLst/>
              <a:ahLst/>
              <a:cxnLst/>
              <a:rect l="l" t="t" r="r" b="b"/>
              <a:pathLst>
                <a:path w="11350" h="14869" extrusionOk="0">
                  <a:moveTo>
                    <a:pt x="8710" y="1496"/>
                  </a:moveTo>
                  <a:lnTo>
                    <a:pt x="9854" y="2640"/>
                  </a:lnTo>
                  <a:lnTo>
                    <a:pt x="8710" y="2640"/>
                  </a:lnTo>
                  <a:lnTo>
                    <a:pt x="8710" y="1496"/>
                  </a:lnTo>
                  <a:close/>
                  <a:moveTo>
                    <a:pt x="7875" y="881"/>
                  </a:moveTo>
                  <a:lnTo>
                    <a:pt x="7875" y="3036"/>
                  </a:lnTo>
                  <a:lnTo>
                    <a:pt x="7875" y="3212"/>
                  </a:lnTo>
                  <a:lnTo>
                    <a:pt x="7962" y="3344"/>
                  </a:lnTo>
                  <a:lnTo>
                    <a:pt x="8138" y="3476"/>
                  </a:lnTo>
                  <a:lnTo>
                    <a:pt x="10470" y="3476"/>
                  </a:lnTo>
                  <a:lnTo>
                    <a:pt x="10470" y="13989"/>
                  </a:lnTo>
                  <a:lnTo>
                    <a:pt x="880" y="13989"/>
                  </a:lnTo>
                  <a:lnTo>
                    <a:pt x="880" y="881"/>
                  </a:lnTo>
                  <a:close/>
                  <a:moveTo>
                    <a:pt x="440" y="1"/>
                  </a:moveTo>
                  <a:lnTo>
                    <a:pt x="264" y="45"/>
                  </a:lnTo>
                  <a:lnTo>
                    <a:pt x="133" y="133"/>
                  </a:lnTo>
                  <a:lnTo>
                    <a:pt x="45" y="265"/>
                  </a:lnTo>
                  <a:lnTo>
                    <a:pt x="1" y="441"/>
                  </a:lnTo>
                  <a:lnTo>
                    <a:pt x="1" y="14429"/>
                  </a:lnTo>
                  <a:lnTo>
                    <a:pt x="45" y="14605"/>
                  </a:lnTo>
                  <a:lnTo>
                    <a:pt x="133" y="14737"/>
                  </a:lnTo>
                  <a:lnTo>
                    <a:pt x="264" y="14825"/>
                  </a:lnTo>
                  <a:lnTo>
                    <a:pt x="440" y="14869"/>
                  </a:lnTo>
                  <a:lnTo>
                    <a:pt x="10910" y="14869"/>
                  </a:lnTo>
                  <a:lnTo>
                    <a:pt x="11086" y="14825"/>
                  </a:lnTo>
                  <a:lnTo>
                    <a:pt x="11218" y="14737"/>
                  </a:lnTo>
                  <a:lnTo>
                    <a:pt x="11306" y="14605"/>
                  </a:lnTo>
                  <a:lnTo>
                    <a:pt x="11350" y="14429"/>
                  </a:lnTo>
                  <a:lnTo>
                    <a:pt x="11350" y="3036"/>
                  </a:lnTo>
                  <a:lnTo>
                    <a:pt x="11306" y="2904"/>
                  </a:lnTo>
                  <a:lnTo>
                    <a:pt x="11218" y="2728"/>
                  </a:lnTo>
                  <a:lnTo>
                    <a:pt x="8578" y="133"/>
                  </a:lnTo>
                  <a:lnTo>
                    <a:pt x="8446" y="45"/>
                  </a:lnTo>
                  <a:lnTo>
                    <a:pt x="827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8"/>
            <p:cNvSpPr/>
            <p:nvPr/>
          </p:nvSpPr>
          <p:spPr>
            <a:xfrm>
              <a:off x="1324993" y="4263715"/>
              <a:ext cx="182462" cy="142503"/>
            </a:xfrm>
            <a:custGeom>
              <a:avLst/>
              <a:gdLst/>
              <a:ahLst/>
              <a:cxnLst/>
              <a:rect l="l" t="t" r="r" b="b"/>
              <a:pathLst>
                <a:path w="7831" h="6116" extrusionOk="0">
                  <a:moveTo>
                    <a:pt x="2595" y="4356"/>
                  </a:moveTo>
                  <a:lnTo>
                    <a:pt x="2595" y="5235"/>
                  </a:lnTo>
                  <a:lnTo>
                    <a:pt x="1716" y="5235"/>
                  </a:lnTo>
                  <a:lnTo>
                    <a:pt x="1716" y="4356"/>
                  </a:lnTo>
                  <a:close/>
                  <a:moveTo>
                    <a:pt x="4355" y="881"/>
                  </a:moveTo>
                  <a:lnTo>
                    <a:pt x="4355" y="5235"/>
                  </a:lnTo>
                  <a:lnTo>
                    <a:pt x="3475" y="5235"/>
                  </a:lnTo>
                  <a:lnTo>
                    <a:pt x="3475" y="881"/>
                  </a:lnTo>
                  <a:close/>
                  <a:moveTo>
                    <a:pt x="6115" y="2596"/>
                  </a:moveTo>
                  <a:lnTo>
                    <a:pt x="6115" y="5235"/>
                  </a:lnTo>
                  <a:lnTo>
                    <a:pt x="5235" y="5235"/>
                  </a:lnTo>
                  <a:lnTo>
                    <a:pt x="5235" y="2596"/>
                  </a:lnTo>
                  <a:close/>
                  <a:moveTo>
                    <a:pt x="3035" y="1"/>
                  </a:moveTo>
                  <a:lnTo>
                    <a:pt x="2859" y="45"/>
                  </a:lnTo>
                  <a:lnTo>
                    <a:pt x="2727" y="133"/>
                  </a:lnTo>
                  <a:lnTo>
                    <a:pt x="2639" y="265"/>
                  </a:lnTo>
                  <a:lnTo>
                    <a:pt x="2595" y="441"/>
                  </a:lnTo>
                  <a:lnTo>
                    <a:pt x="2595" y="3476"/>
                  </a:lnTo>
                  <a:lnTo>
                    <a:pt x="1320" y="3476"/>
                  </a:lnTo>
                  <a:lnTo>
                    <a:pt x="1144" y="3520"/>
                  </a:lnTo>
                  <a:lnTo>
                    <a:pt x="1012" y="3608"/>
                  </a:lnTo>
                  <a:lnTo>
                    <a:pt x="880" y="3740"/>
                  </a:lnTo>
                  <a:lnTo>
                    <a:pt x="880" y="3916"/>
                  </a:lnTo>
                  <a:lnTo>
                    <a:pt x="880" y="5235"/>
                  </a:lnTo>
                  <a:lnTo>
                    <a:pt x="308" y="5235"/>
                  </a:lnTo>
                  <a:lnTo>
                    <a:pt x="176" y="5323"/>
                  </a:lnTo>
                  <a:lnTo>
                    <a:pt x="88" y="5411"/>
                  </a:lnTo>
                  <a:lnTo>
                    <a:pt x="0" y="5543"/>
                  </a:lnTo>
                  <a:lnTo>
                    <a:pt x="0" y="5631"/>
                  </a:lnTo>
                  <a:lnTo>
                    <a:pt x="0" y="5719"/>
                  </a:lnTo>
                  <a:lnTo>
                    <a:pt x="88" y="5939"/>
                  </a:lnTo>
                  <a:lnTo>
                    <a:pt x="220" y="6071"/>
                  </a:lnTo>
                  <a:lnTo>
                    <a:pt x="440" y="6115"/>
                  </a:lnTo>
                  <a:lnTo>
                    <a:pt x="7390" y="6115"/>
                  </a:lnTo>
                  <a:lnTo>
                    <a:pt x="7522" y="6071"/>
                  </a:lnTo>
                  <a:lnTo>
                    <a:pt x="7654" y="6027"/>
                  </a:lnTo>
                  <a:lnTo>
                    <a:pt x="7742" y="5939"/>
                  </a:lnTo>
                  <a:lnTo>
                    <a:pt x="7830" y="5807"/>
                  </a:lnTo>
                  <a:lnTo>
                    <a:pt x="7830" y="5675"/>
                  </a:lnTo>
                  <a:lnTo>
                    <a:pt x="7830" y="5587"/>
                  </a:lnTo>
                  <a:lnTo>
                    <a:pt x="7742" y="5411"/>
                  </a:lnTo>
                  <a:lnTo>
                    <a:pt x="7610" y="5279"/>
                  </a:lnTo>
                  <a:lnTo>
                    <a:pt x="7390" y="5235"/>
                  </a:lnTo>
                  <a:lnTo>
                    <a:pt x="6950" y="5235"/>
                  </a:lnTo>
                  <a:lnTo>
                    <a:pt x="6950" y="2156"/>
                  </a:lnTo>
                  <a:lnTo>
                    <a:pt x="6950" y="2024"/>
                  </a:lnTo>
                  <a:lnTo>
                    <a:pt x="6818" y="1848"/>
                  </a:lnTo>
                  <a:lnTo>
                    <a:pt x="6686" y="1760"/>
                  </a:lnTo>
                  <a:lnTo>
                    <a:pt x="5235" y="1760"/>
                  </a:lnTo>
                  <a:lnTo>
                    <a:pt x="5235" y="441"/>
                  </a:lnTo>
                  <a:lnTo>
                    <a:pt x="5191" y="265"/>
                  </a:lnTo>
                  <a:lnTo>
                    <a:pt x="5103" y="133"/>
                  </a:lnTo>
                  <a:lnTo>
                    <a:pt x="4971" y="45"/>
                  </a:lnTo>
                  <a:lnTo>
                    <a:pt x="479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8"/>
            <p:cNvSpPr/>
            <p:nvPr/>
          </p:nvSpPr>
          <p:spPr>
            <a:xfrm>
              <a:off x="1324993" y="4425673"/>
              <a:ext cx="182462" cy="20504"/>
            </a:xfrm>
            <a:custGeom>
              <a:avLst/>
              <a:gdLst/>
              <a:ahLst/>
              <a:cxnLst/>
              <a:rect l="l" t="t" r="r" b="b"/>
              <a:pathLst>
                <a:path w="7831" h="880" extrusionOk="0">
                  <a:moveTo>
                    <a:pt x="440" y="0"/>
                  </a:moveTo>
                  <a:lnTo>
                    <a:pt x="264" y="44"/>
                  </a:lnTo>
                  <a:lnTo>
                    <a:pt x="132" y="132"/>
                  </a:lnTo>
                  <a:lnTo>
                    <a:pt x="44" y="264"/>
                  </a:lnTo>
                  <a:lnTo>
                    <a:pt x="0" y="396"/>
                  </a:lnTo>
                  <a:lnTo>
                    <a:pt x="0" y="572"/>
                  </a:lnTo>
                  <a:lnTo>
                    <a:pt x="88" y="748"/>
                  </a:lnTo>
                  <a:lnTo>
                    <a:pt x="264" y="836"/>
                  </a:lnTo>
                  <a:lnTo>
                    <a:pt x="440" y="880"/>
                  </a:lnTo>
                  <a:lnTo>
                    <a:pt x="7566" y="880"/>
                  </a:lnTo>
                  <a:lnTo>
                    <a:pt x="7698" y="792"/>
                  </a:lnTo>
                  <a:lnTo>
                    <a:pt x="7786" y="660"/>
                  </a:lnTo>
                  <a:lnTo>
                    <a:pt x="7830" y="484"/>
                  </a:lnTo>
                  <a:lnTo>
                    <a:pt x="7830" y="308"/>
                  </a:lnTo>
                  <a:lnTo>
                    <a:pt x="7742" y="176"/>
                  </a:lnTo>
                  <a:lnTo>
                    <a:pt x="7566" y="44"/>
                  </a:lnTo>
                  <a:lnTo>
                    <a:pt x="739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8"/>
            <p:cNvSpPr/>
            <p:nvPr/>
          </p:nvSpPr>
          <p:spPr>
            <a:xfrm>
              <a:off x="1324993" y="4466658"/>
              <a:ext cx="182462" cy="20527"/>
            </a:xfrm>
            <a:custGeom>
              <a:avLst/>
              <a:gdLst/>
              <a:ahLst/>
              <a:cxnLst/>
              <a:rect l="l" t="t" r="r" b="b"/>
              <a:pathLst>
                <a:path w="7831" h="881" extrusionOk="0">
                  <a:moveTo>
                    <a:pt x="440" y="1"/>
                  </a:moveTo>
                  <a:lnTo>
                    <a:pt x="264" y="45"/>
                  </a:lnTo>
                  <a:lnTo>
                    <a:pt x="132" y="89"/>
                  </a:lnTo>
                  <a:lnTo>
                    <a:pt x="44" y="221"/>
                  </a:lnTo>
                  <a:lnTo>
                    <a:pt x="0" y="396"/>
                  </a:lnTo>
                  <a:lnTo>
                    <a:pt x="0" y="572"/>
                  </a:lnTo>
                  <a:lnTo>
                    <a:pt x="88" y="748"/>
                  </a:lnTo>
                  <a:lnTo>
                    <a:pt x="264" y="836"/>
                  </a:lnTo>
                  <a:lnTo>
                    <a:pt x="440" y="880"/>
                  </a:lnTo>
                  <a:lnTo>
                    <a:pt x="7390" y="880"/>
                  </a:lnTo>
                  <a:lnTo>
                    <a:pt x="7566" y="836"/>
                  </a:lnTo>
                  <a:lnTo>
                    <a:pt x="7698" y="748"/>
                  </a:lnTo>
                  <a:lnTo>
                    <a:pt x="7786" y="660"/>
                  </a:lnTo>
                  <a:lnTo>
                    <a:pt x="7830" y="484"/>
                  </a:lnTo>
                  <a:lnTo>
                    <a:pt x="7830" y="308"/>
                  </a:lnTo>
                  <a:lnTo>
                    <a:pt x="7742" y="133"/>
                  </a:lnTo>
                  <a:lnTo>
                    <a:pt x="7566" y="45"/>
                  </a:lnTo>
                  <a:lnTo>
                    <a:pt x="739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7" name="Google Shape;247;p8"/>
          <p:cNvGrpSpPr/>
          <p:nvPr/>
        </p:nvGrpSpPr>
        <p:grpSpPr>
          <a:xfrm>
            <a:off x="5854618" y="3186115"/>
            <a:ext cx="407368" cy="463582"/>
            <a:chOff x="1923546" y="4181722"/>
            <a:chExt cx="304438" cy="346448"/>
          </a:xfrm>
        </p:grpSpPr>
        <p:sp>
          <p:nvSpPr>
            <p:cNvPr id="248" name="Google Shape;248;p8"/>
            <p:cNvSpPr/>
            <p:nvPr/>
          </p:nvSpPr>
          <p:spPr>
            <a:xfrm>
              <a:off x="2105985" y="4466658"/>
              <a:ext cx="41008" cy="20527"/>
            </a:xfrm>
            <a:custGeom>
              <a:avLst/>
              <a:gdLst/>
              <a:ahLst/>
              <a:cxnLst/>
              <a:rect l="l" t="t" r="r" b="b"/>
              <a:pathLst>
                <a:path w="1760" h="881" extrusionOk="0">
                  <a:moveTo>
                    <a:pt x="440" y="1"/>
                  </a:moveTo>
                  <a:lnTo>
                    <a:pt x="264" y="45"/>
                  </a:lnTo>
                  <a:lnTo>
                    <a:pt x="132" y="133"/>
                  </a:lnTo>
                  <a:lnTo>
                    <a:pt x="44" y="265"/>
                  </a:lnTo>
                  <a:lnTo>
                    <a:pt x="0" y="440"/>
                  </a:lnTo>
                  <a:lnTo>
                    <a:pt x="44" y="616"/>
                  </a:lnTo>
                  <a:lnTo>
                    <a:pt x="132" y="748"/>
                  </a:lnTo>
                  <a:lnTo>
                    <a:pt x="264" y="836"/>
                  </a:lnTo>
                  <a:lnTo>
                    <a:pt x="440" y="880"/>
                  </a:lnTo>
                  <a:lnTo>
                    <a:pt x="1320" y="880"/>
                  </a:lnTo>
                  <a:lnTo>
                    <a:pt x="1496" y="836"/>
                  </a:lnTo>
                  <a:lnTo>
                    <a:pt x="1628" y="748"/>
                  </a:lnTo>
                  <a:lnTo>
                    <a:pt x="1716" y="616"/>
                  </a:lnTo>
                  <a:lnTo>
                    <a:pt x="1760" y="440"/>
                  </a:lnTo>
                  <a:lnTo>
                    <a:pt x="1716" y="265"/>
                  </a:lnTo>
                  <a:lnTo>
                    <a:pt x="1628" y="133"/>
                  </a:lnTo>
                  <a:lnTo>
                    <a:pt x="1496" y="45"/>
                  </a:lnTo>
                  <a:lnTo>
                    <a:pt x="132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8"/>
            <p:cNvSpPr/>
            <p:nvPr/>
          </p:nvSpPr>
          <p:spPr>
            <a:xfrm>
              <a:off x="1923546" y="4181722"/>
              <a:ext cx="304438" cy="346448"/>
            </a:xfrm>
            <a:custGeom>
              <a:avLst/>
              <a:gdLst/>
              <a:ahLst/>
              <a:cxnLst/>
              <a:rect l="l" t="t" r="r" b="b"/>
              <a:pathLst>
                <a:path w="13066" h="14869" extrusionOk="0">
                  <a:moveTo>
                    <a:pt x="6951" y="881"/>
                  </a:moveTo>
                  <a:lnTo>
                    <a:pt x="6951" y="2200"/>
                  </a:lnTo>
                  <a:lnTo>
                    <a:pt x="6995" y="2376"/>
                  </a:lnTo>
                  <a:lnTo>
                    <a:pt x="7083" y="2508"/>
                  </a:lnTo>
                  <a:lnTo>
                    <a:pt x="7215" y="2596"/>
                  </a:lnTo>
                  <a:lnTo>
                    <a:pt x="7391" y="2640"/>
                  </a:lnTo>
                  <a:lnTo>
                    <a:pt x="7566" y="2596"/>
                  </a:lnTo>
                  <a:lnTo>
                    <a:pt x="7698" y="2508"/>
                  </a:lnTo>
                  <a:lnTo>
                    <a:pt x="7786" y="2376"/>
                  </a:lnTo>
                  <a:lnTo>
                    <a:pt x="7830" y="2200"/>
                  </a:lnTo>
                  <a:lnTo>
                    <a:pt x="7830" y="1804"/>
                  </a:lnTo>
                  <a:lnTo>
                    <a:pt x="8138" y="1892"/>
                  </a:lnTo>
                  <a:lnTo>
                    <a:pt x="8446" y="2024"/>
                  </a:lnTo>
                  <a:lnTo>
                    <a:pt x="8710" y="2200"/>
                  </a:lnTo>
                  <a:lnTo>
                    <a:pt x="8930" y="2420"/>
                  </a:lnTo>
                  <a:lnTo>
                    <a:pt x="9150" y="2640"/>
                  </a:lnTo>
                  <a:lnTo>
                    <a:pt x="9326" y="2904"/>
                  </a:lnTo>
                  <a:lnTo>
                    <a:pt x="9458" y="3212"/>
                  </a:lnTo>
                  <a:lnTo>
                    <a:pt x="9546" y="3520"/>
                  </a:lnTo>
                  <a:lnTo>
                    <a:pt x="3520" y="3520"/>
                  </a:lnTo>
                  <a:lnTo>
                    <a:pt x="3608" y="3212"/>
                  </a:lnTo>
                  <a:lnTo>
                    <a:pt x="3739" y="2904"/>
                  </a:lnTo>
                  <a:lnTo>
                    <a:pt x="3915" y="2640"/>
                  </a:lnTo>
                  <a:lnTo>
                    <a:pt x="4135" y="2420"/>
                  </a:lnTo>
                  <a:lnTo>
                    <a:pt x="4355" y="2200"/>
                  </a:lnTo>
                  <a:lnTo>
                    <a:pt x="4619" y="2024"/>
                  </a:lnTo>
                  <a:lnTo>
                    <a:pt x="4927" y="1892"/>
                  </a:lnTo>
                  <a:lnTo>
                    <a:pt x="5235" y="1804"/>
                  </a:lnTo>
                  <a:lnTo>
                    <a:pt x="5235" y="2200"/>
                  </a:lnTo>
                  <a:lnTo>
                    <a:pt x="5235" y="2376"/>
                  </a:lnTo>
                  <a:lnTo>
                    <a:pt x="5367" y="2508"/>
                  </a:lnTo>
                  <a:lnTo>
                    <a:pt x="5499" y="2596"/>
                  </a:lnTo>
                  <a:lnTo>
                    <a:pt x="5675" y="2640"/>
                  </a:lnTo>
                  <a:lnTo>
                    <a:pt x="5807" y="2596"/>
                  </a:lnTo>
                  <a:lnTo>
                    <a:pt x="5983" y="2508"/>
                  </a:lnTo>
                  <a:lnTo>
                    <a:pt x="6071" y="2376"/>
                  </a:lnTo>
                  <a:lnTo>
                    <a:pt x="6071" y="2200"/>
                  </a:lnTo>
                  <a:lnTo>
                    <a:pt x="6071" y="881"/>
                  </a:lnTo>
                  <a:close/>
                  <a:moveTo>
                    <a:pt x="10030" y="4400"/>
                  </a:moveTo>
                  <a:lnTo>
                    <a:pt x="10162" y="4444"/>
                  </a:lnTo>
                  <a:lnTo>
                    <a:pt x="10338" y="4532"/>
                  </a:lnTo>
                  <a:lnTo>
                    <a:pt x="10426" y="4664"/>
                  </a:lnTo>
                  <a:lnTo>
                    <a:pt x="10426" y="4840"/>
                  </a:lnTo>
                  <a:lnTo>
                    <a:pt x="10426" y="5015"/>
                  </a:lnTo>
                  <a:lnTo>
                    <a:pt x="10338" y="5147"/>
                  </a:lnTo>
                  <a:lnTo>
                    <a:pt x="10162" y="5235"/>
                  </a:lnTo>
                  <a:lnTo>
                    <a:pt x="10030" y="5279"/>
                  </a:lnTo>
                  <a:lnTo>
                    <a:pt x="3036" y="5279"/>
                  </a:lnTo>
                  <a:lnTo>
                    <a:pt x="2860" y="5235"/>
                  </a:lnTo>
                  <a:lnTo>
                    <a:pt x="2728" y="5147"/>
                  </a:lnTo>
                  <a:lnTo>
                    <a:pt x="2640" y="5015"/>
                  </a:lnTo>
                  <a:lnTo>
                    <a:pt x="2596" y="4840"/>
                  </a:lnTo>
                  <a:lnTo>
                    <a:pt x="2640" y="4664"/>
                  </a:lnTo>
                  <a:lnTo>
                    <a:pt x="2728" y="4532"/>
                  </a:lnTo>
                  <a:lnTo>
                    <a:pt x="2860" y="4444"/>
                  </a:lnTo>
                  <a:lnTo>
                    <a:pt x="3036" y="4400"/>
                  </a:lnTo>
                  <a:close/>
                  <a:moveTo>
                    <a:pt x="2596" y="6115"/>
                  </a:moveTo>
                  <a:lnTo>
                    <a:pt x="2596" y="6555"/>
                  </a:lnTo>
                  <a:lnTo>
                    <a:pt x="2640" y="6995"/>
                  </a:lnTo>
                  <a:lnTo>
                    <a:pt x="2156" y="6995"/>
                  </a:lnTo>
                  <a:lnTo>
                    <a:pt x="1980" y="6951"/>
                  </a:lnTo>
                  <a:lnTo>
                    <a:pt x="1848" y="6863"/>
                  </a:lnTo>
                  <a:lnTo>
                    <a:pt x="1760" y="6731"/>
                  </a:lnTo>
                  <a:lnTo>
                    <a:pt x="1716" y="6555"/>
                  </a:lnTo>
                  <a:lnTo>
                    <a:pt x="1760" y="6379"/>
                  </a:lnTo>
                  <a:lnTo>
                    <a:pt x="1848" y="6247"/>
                  </a:lnTo>
                  <a:lnTo>
                    <a:pt x="1980" y="6159"/>
                  </a:lnTo>
                  <a:lnTo>
                    <a:pt x="2156" y="6115"/>
                  </a:lnTo>
                  <a:close/>
                  <a:moveTo>
                    <a:pt x="10866" y="6115"/>
                  </a:moveTo>
                  <a:lnTo>
                    <a:pt x="11042" y="6159"/>
                  </a:lnTo>
                  <a:lnTo>
                    <a:pt x="11174" y="6247"/>
                  </a:lnTo>
                  <a:lnTo>
                    <a:pt x="11306" y="6379"/>
                  </a:lnTo>
                  <a:lnTo>
                    <a:pt x="11306" y="6555"/>
                  </a:lnTo>
                  <a:lnTo>
                    <a:pt x="11306" y="6731"/>
                  </a:lnTo>
                  <a:lnTo>
                    <a:pt x="11174" y="6863"/>
                  </a:lnTo>
                  <a:lnTo>
                    <a:pt x="11042" y="6951"/>
                  </a:lnTo>
                  <a:lnTo>
                    <a:pt x="10866" y="6995"/>
                  </a:lnTo>
                  <a:lnTo>
                    <a:pt x="10426" y="6995"/>
                  </a:lnTo>
                  <a:lnTo>
                    <a:pt x="10426" y="6555"/>
                  </a:lnTo>
                  <a:lnTo>
                    <a:pt x="10426" y="6115"/>
                  </a:lnTo>
                  <a:close/>
                  <a:moveTo>
                    <a:pt x="9590" y="6115"/>
                  </a:moveTo>
                  <a:lnTo>
                    <a:pt x="9590" y="6555"/>
                  </a:lnTo>
                  <a:lnTo>
                    <a:pt x="9546" y="7039"/>
                  </a:lnTo>
                  <a:lnTo>
                    <a:pt x="9458" y="7391"/>
                  </a:lnTo>
                  <a:lnTo>
                    <a:pt x="9370" y="7699"/>
                  </a:lnTo>
                  <a:lnTo>
                    <a:pt x="9238" y="8007"/>
                  </a:lnTo>
                  <a:lnTo>
                    <a:pt x="9062" y="8271"/>
                  </a:lnTo>
                  <a:lnTo>
                    <a:pt x="8842" y="8535"/>
                  </a:lnTo>
                  <a:lnTo>
                    <a:pt x="8622" y="8798"/>
                  </a:lnTo>
                  <a:lnTo>
                    <a:pt x="8358" y="9018"/>
                  </a:lnTo>
                  <a:lnTo>
                    <a:pt x="8094" y="9194"/>
                  </a:lnTo>
                  <a:lnTo>
                    <a:pt x="8006" y="9238"/>
                  </a:lnTo>
                  <a:lnTo>
                    <a:pt x="7654" y="9414"/>
                  </a:lnTo>
                  <a:lnTo>
                    <a:pt x="7303" y="9502"/>
                  </a:lnTo>
                  <a:lnTo>
                    <a:pt x="6907" y="9590"/>
                  </a:lnTo>
                  <a:lnTo>
                    <a:pt x="6511" y="9634"/>
                  </a:lnTo>
                  <a:lnTo>
                    <a:pt x="6203" y="9590"/>
                  </a:lnTo>
                  <a:lnTo>
                    <a:pt x="5895" y="9546"/>
                  </a:lnTo>
                  <a:lnTo>
                    <a:pt x="5631" y="9458"/>
                  </a:lnTo>
                  <a:lnTo>
                    <a:pt x="5323" y="9370"/>
                  </a:lnTo>
                  <a:lnTo>
                    <a:pt x="5059" y="9238"/>
                  </a:lnTo>
                  <a:lnTo>
                    <a:pt x="4839" y="9106"/>
                  </a:lnTo>
                  <a:lnTo>
                    <a:pt x="4575" y="8930"/>
                  </a:lnTo>
                  <a:lnTo>
                    <a:pt x="4355" y="8711"/>
                  </a:lnTo>
                  <a:lnTo>
                    <a:pt x="4179" y="8491"/>
                  </a:lnTo>
                  <a:lnTo>
                    <a:pt x="4003" y="8271"/>
                  </a:lnTo>
                  <a:lnTo>
                    <a:pt x="3827" y="8007"/>
                  </a:lnTo>
                  <a:lnTo>
                    <a:pt x="3739" y="7743"/>
                  </a:lnTo>
                  <a:lnTo>
                    <a:pt x="3608" y="7479"/>
                  </a:lnTo>
                  <a:lnTo>
                    <a:pt x="3520" y="7171"/>
                  </a:lnTo>
                  <a:lnTo>
                    <a:pt x="3476" y="6863"/>
                  </a:lnTo>
                  <a:lnTo>
                    <a:pt x="3476" y="6555"/>
                  </a:lnTo>
                  <a:lnTo>
                    <a:pt x="3476" y="6115"/>
                  </a:lnTo>
                  <a:close/>
                  <a:moveTo>
                    <a:pt x="7830" y="10250"/>
                  </a:moveTo>
                  <a:lnTo>
                    <a:pt x="7830" y="10734"/>
                  </a:lnTo>
                  <a:lnTo>
                    <a:pt x="6511" y="12054"/>
                  </a:lnTo>
                  <a:lnTo>
                    <a:pt x="5235" y="10734"/>
                  </a:lnTo>
                  <a:lnTo>
                    <a:pt x="5235" y="10250"/>
                  </a:lnTo>
                  <a:lnTo>
                    <a:pt x="5543" y="10338"/>
                  </a:lnTo>
                  <a:lnTo>
                    <a:pt x="5851" y="10426"/>
                  </a:lnTo>
                  <a:lnTo>
                    <a:pt x="6203" y="10470"/>
                  </a:lnTo>
                  <a:lnTo>
                    <a:pt x="6863" y="10470"/>
                  </a:lnTo>
                  <a:lnTo>
                    <a:pt x="7171" y="10426"/>
                  </a:lnTo>
                  <a:lnTo>
                    <a:pt x="7522" y="10382"/>
                  </a:lnTo>
                  <a:lnTo>
                    <a:pt x="7830" y="10250"/>
                  </a:lnTo>
                  <a:close/>
                  <a:moveTo>
                    <a:pt x="1716" y="11438"/>
                  </a:moveTo>
                  <a:lnTo>
                    <a:pt x="1716" y="13989"/>
                  </a:lnTo>
                  <a:lnTo>
                    <a:pt x="880" y="13989"/>
                  </a:lnTo>
                  <a:lnTo>
                    <a:pt x="880" y="12669"/>
                  </a:lnTo>
                  <a:lnTo>
                    <a:pt x="880" y="12450"/>
                  </a:lnTo>
                  <a:lnTo>
                    <a:pt x="924" y="12274"/>
                  </a:lnTo>
                  <a:lnTo>
                    <a:pt x="1012" y="12054"/>
                  </a:lnTo>
                  <a:lnTo>
                    <a:pt x="1100" y="11922"/>
                  </a:lnTo>
                  <a:lnTo>
                    <a:pt x="1232" y="11746"/>
                  </a:lnTo>
                  <a:lnTo>
                    <a:pt x="1364" y="11614"/>
                  </a:lnTo>
                  <a:lnTo>
                    <a:pt x="1540" y="11526"/>
                  </a:lnTo>
                  <a:lnTo>
                    <a:pt x="1716" y="11438"/>
                  </a:lnTo>
                  <a:close/>
                  <a:moveTo>
                    <a:pt x="4619" y="11350"/>
                  </a:moveTo>
                  <a:lnTo>
                    <a:pt x="6071" y="12845"/>
                  </a:lnTo>
                  <a:lnTo>
                    <a:pt x="6071" y="13989"/>
                  </a:lnTo>
                  <a:lnTo>
                    <a:pt x="2596" y="13989"/>
                  </a:lnTo>
                  <a:lnTo>
                    <a:pt x="2596" y="11350"/>
                  </a:lnTo>
                  <a:close/>
                  <a:moveTo>
                    <a:pt x="10426" y="11350"/>
                  </a:moveTo>
                  <a:lnTo>
                    <a:pt x="10426" y="13989"/>
                  </a:lnTo>
                  <a:lnTo>
                    <a:pt x="6951" y="13989"/>
                  </a:lnTo>
                  <a:lnTo>
                    <a:pt x="6951" y="12845"/>
                  </a:lnTo>
                  <a:lnTo>
                    <a:pt x="8446" y="11350"/>
                  </a:lnTo>
                  <a:close/>
                  <a:moveTo>
                    <a:pt x="11306" y="11438"/>
                  </a:moveTo>
                  <a:lnTo>
                    <a:pt x="11481" y="11526"/>
                  </a:lnTo>
                  <a:lnTo>
                    <a:pt x="11657" y="11614"/>
                  </a:lnTo>
                  <a:lnTo>
                    <a:pt x="11833" y="11746"/>
                  </a:lnTo>
                  <a:lnTo>
                    <a:pt x="11965" y="11922"/>
                  </a:lnTo>
                  <a:lnTo>
                    <a:pt x="12053" y="12054"/>
                  </a:lnTo>
                  <a:lnTo>
                    <a:pt x="12141" y="12274"/>
                  </a:lnTo>
                  <a:lnTo>
                    <a:pt x="12185" y="12450"/>
                  </a:lnTo>
                  <a:lnTo>
                    <a:pt x="12185" y="12669"/>
                  </a:lnTo>
                  <a:lnTo>
                    <a:pt x="12185" y="13989"/>
                  </a:lnTo>
                  <a:lnTo>
                    <a:pt x="11306" y="13989"/>
                  </a:lnTo>
                  <a:lnTo>
                    <a:pt x="11306" y="11438"/>
                  </a:lnTo>
                  <a:close/>
                  <a:moveTo>
                    <a:pt x="5675" y="1"/>
                  </a:moveTo>
                  <a:lnTo>
                    <a:pt x="5499" y="45"/>
                  </a:lnTo>
                  <a:lnTo>
                    <a:pt x="5367" y="133"/>
                  </a:lnTo>
                  <a:lnTo>
                    <a:pt x="5235" y="265"/>
                  </a:lnTo>
                  <a:lnTo>
                    <a:pt x="5235" y="441"/>
                  </a:lnTo>
                  <a:lnTo>
                    <a:pt x="5235" y="925"/>
                  </a:lnTo>
                  <a:lnTo>
                    <a:pt x="4707" y="1057"/>
                  </a:lnTo>
                  <a:lnTo>
                    <a:pt x="4267" y="1232"/>
                  </a:lnTo>
                  <a:lnTo>
                    <a:pt x="3827" y="1496"/>
                  </a:lnTo>
                  <a:lnTo>
                    <a:pt x="3476" y="1804"/>
                  </a:lnTo>
                  <a:lnTo>
                    <a:pt x="3168" y="2200"/>
                  </a:lnTo>
                  <a:lnTo>
                    <a:pt x="2904" y="2640"/>
                  </a:lnTo>
                  <a:lnTo>
                    <a:pt x="2728" y="3080"/>
                  </a:lnTo>
                  <a:lnTo>
                    <a:pt x="2640" y="3564"/>
                  </a:lnTo>
                  <a:lnTo>
                    <a:pt x="2420" y="3652"/>
                  </a:lnTo>
                  <a:lnTo>
                    <a:pt x="2288" y="3784"/>
                  </a:lnTo>
                  <a:lnTo>
                    <a:pt x="2112" y="3916"/>
                  </a:lnTo>
                  <a:lnTo>
                    <a:pt x="1980" y="4048"/>
                  </a:lnTo>
                  <a:lnTo>
                    <a:pt x="1892" y="4224"/>
                  </a:lnTo>
                  <a:lnTo>
                    <a:pt x="1804" y="4400"/>
                  </a:lnTo>
                  <a:lnTo>
                    <a:pt x="1760" y="4620"/>
                  </a:lnTo>
                  <a:lnTo>
                    <a:pt x="1716" y="4840"/>
                  </a:lnTo>
                  <a:lnTo>
                    <a:pt x="1760" y="5059"/>
                  </a:lnTo>
                  <a:lnTo>
                    <a:pt x="1848" y="5323"/>
                  </a:lnTo>
                  <a:lnTo>
                    <a:pt x="1628" y="5367"/>
                  </a:lnTo>
                  <a:lnTo>
                    <a:pt x="1452" y="5499"/>
                  </a:lnTo>
                  <a:lnTo>
                    <a:pt x="1276" y="5631"/>
                  </a:lnTo>
                  <a:lnTo>
                    <a:pt x="1144" y="5763"/>
                  </a:lnTo>
                  <a:lnTo>
                    <a:pt x="1012" y="5939"/>
                  </a:lnTo>
                  <a:lnTo>
                    <a:pt x="924" y="6159"/>
                  </a:lnTo>
                  <a:lnTo>
                    <a:pt x="880" y="6335"/>
                  </a:lnTo>
                  <a:lnTo>
                    <a:pt x="880" y="6555"/>
                  </a:lnTo>
                  <a:lnTo>
                    <a:pt x="880" y="6819"/>
                  </a:lnTo>
                  <a:lnTo>
                    <a:pt x="968" y="7083"/>
                  </a:lnTo>
                  <a:lnTo>
                    <a:pt x="1100" y="7303"/>
                  </a:lnTo>
                  <a:lnTo>
                    <a:pt x="1232" y="7479"/>
                  </a:lnTo>
                  <a:lnTo>
                    <a:pt x="1452" y="7655"/>
                  </a:lnTo>
                  <a:lnTo>
                    <a:pt x="1672" y="7787"/>
                  </a:lnTo>
                  <a:lnTo>
                    <a:pt x="1892" y="7831"/>
                  </a:lnTo>
                  <a:lnTo>
                    <a:pt x="2156" y="7875"/>
                  </a:lnTo>
                  <a:lnTo>
                    <a:pt x="2816" y="7875"/>
                  </a:lnTo>
                  <a:lnTo>
                    <a:pt x="3080" y="8447"/>
                  </a:lnTo>
                  <a:lnTo>
                    <a:pt x="3432" y="8974"/>
                  </a:lnTo>
                  <a:lnTo>
                    <a:pt x="3871" y="9458"/>
                  </a:lnTo>
                  <a:lnTo>
                    <a:pt x="4355" y="9810"/>
                  </a:lnTo>
                  <a:lnTo>
                    <a:pt x="4355" y="10470"/>
                  </a:lnTo>
                  <a:lnTo>
                    <a:pt x="2156" y="10470"/>
                  </a:lnTo>
                  <a:lnTo>
                    <a:pt x="1716" y="10514"/>
                  </a:lnTo>
                  <a:lnTo>
                    <a:pt x="1320" y="10646"/>
                  </a:lnTo>
                  <a:lnTo>
                    <a:pt x="968" y="10866"/>
                  </a:lnTo>
                  <a:lnTo>
                    <a:pt x="616" y="11130"/>
                  </a:lnTo>
                  <a:lnTo>
                    <a:pt x="352" y="11438"/>
                  </a:lnTo>
                  <a:lnTo>
                    <a:pt x="176" y="11834"/>
                  </a:lnTo>
                  <a:lnTo>
                    <a:pt x="44" y="12230"/>
                  </a:lnTo>
                  <a:lnTo>
                    <a:pt x="0" y="12669"/>
                  </a:lnTo>
                  <a:lnTo>
                    <a:pt x="0" y="14429"/>
                  </a:lnTo>
                  <a:lnTo>
                    <a:pt x="44" y="14605"/>
                  </a:lnTo>
                  <a:lnTo>
                    <a:pt x="132" y="14737"/>
                  </a:lnTo>
                  <a:lnTo>
                    <a:pt x="264" y="14825"/>
                  </a:lnTo>
                  <a:lnTo>
                    <a:pt x="440" y="14869"/>
                  </a:lnTo>
                  <a:lnTo>
                    <a:pt x="12625" y="14869"/>
                  </a:lnTo>
                  <a:lnTo>
                    <a:pt x="12801" y="14825"/>
                  </a:lnTo>
                  <a:lnTo>
                    <a:pt x="12933" y="14737"/>
                  </a:lnTo>
                  <a:lnTo>
                    <a:pt x="13021" y="14605"/>
                  </a:lnTo>
                  <a:lnTo>
                    <a:pt x="13065" y="14429"/>
                  </a:lnTo>
                  <a:lnTo>
                    <a:pt x="13065" y="12669"/>
                  </a:lnTo>
                  <a:lnTo>
                    <a:pt x="13021" y="12230"/>
                  </a:lnTo>
                  <a:lnTo>
                    <a:pt x="12889" y="11834"/>
                  </a:lnTo>
                  <a:lnTo>
                    <a:pt x="12669" y="11438"/>
                  </a:lnTo>
                  <a:lnTo>
                    <a:pt x="12405" y="11130"/>
                  </a:lnTo>
                  <a:lnTo>
                    <a:pt x="12097" y="10866"/>
                  </a:lnTo>
                  <a:lnTo>
                    <a:pt x="11745" y="10646"/>
                  </a:lnTo>
                  <a:lnTo>
                    <a:pt x="11306" y="10514"/>
                  </a:lnTo>
                  <a:lnTo>
                    <a:pt x="10866" y="10470"/>
                  </a:lnTo>
                  <a:lnTo>
                    <a:pt x="8710" y="10470"/>
                  </a:lnTo>
                  <a:lnTo>
                    <a:pt x="8710" y="9810"/>
                  </a:lnTo>
                  <a:lnTo>
                    <a:pt x="9106" y="9546"/>
                  </a:lnTo>
                  <a:lnTo>
                    <a:pt x="9458" y="9194"/>
                  </a:lnTo>
                  <a:lnTo>
                    <a:pt x="9766" y="8798"/>
                  </a:lnTo>
                  <a:lnTo>
                    <a:pt x="10030" y="8359"/>
                  </a:lnTo>
                  <a:lnTo>
                    <a:pt x="10206" y="7875"/>
                  </a:lnTo>
                  <a:lnTo>
                    <a:pt x="10866" y="7875"/>
                  </a:lnTo>
                  <a:lnTo>
                    <a:pt x="11130" y="7831"/>
                  </a:lnTo>
                  <a:lnTo>
                    <a:pt x="11393" y="7787"/>
                  </a:lnTo>
                  <a:lnTo>
                    <a:pt x="11613" y="7655"/>
                  </a:lnTo>
                  <a:lnTo>
                    <a:pt x="11789" y="7479"/>
                  </a:lnTo>
                  <a:lnTo>
                    <a:pt x="11965" y="7303"/>
                  </a:lnTo>
                  <a:lnTo>
                    <a:pt x="12097" y="7083"/>
                  </a:lnTo>
                  <a:lnTo>
                    <a:pt x="12141" y="6819"/>
                  </a:lnTo>
                  <a:lnTo>
                    <a:pt x="12185" y="6555"/>
                  </a:lnTo>
                  <a:lnTo>
                    <a:pt x="12185" y="6335"/>
                  </a:lnTo>
                  <a:lnTo>
                    <a:pt x="12097" y="6159"/>
                  </a:lnTo>
                  <a:lnTo>
                    <a:pt x="12009" y="5939"/>
                  </a:lnTo>
                  <a:lnTo>
                    <a:pt x="11921" y="5763"/>
                  </a:lnTo>
                  <a:lnTo>
                    <a:pt x="11789" y="5631"/>
                  </a:lnTo>
                  <a:lnTo>
                    <a:pt x="11613" y="5499"/>
                  </a:lnTo>
                  <a:lnTo>
                    <a:pt x="11437" y="5367"/>
                  </a:lnTo>
                  <a:lnTo>
                    <a:pt x="11218" y="5323"/>
                  </a:lnTo>
                  <a:lnTo>
                    <a:pt x="11306" y="5059"/>
                  </a:lnTo>
                  <a:lnTo>
                    <a:pt x="11306" y="4840"/>
                  </a:lnTo>
                  <a:lnTo>
                    <a:pt x="11306" y="4620"/>
                  </a:lnTo>
                  <a:lnTo>
                    <a:pt x="11262" y="4400"/>
                  </a:lnTo>
                  <a:lnTo>
                    <a:pt x="11174" y="4224"/>
                  </a:lnTo>
                  <a:lnTo>
                    <a:pt x="11086" y="4048"/>
                  </a:lnTo>
                  <a:lnTo>
                    <a:pt x="10954" y="3916"/>
                  </a:lnTo>
                  <a:lnTo>
                    <a:pt x="10778" y="3784"/>
                  </a:lnTo>
                  <a:lnTo>
                    <a:pt x="10602" y="3652"/>
                  </a:lnTo>
                  <a:lnTo>
                    <a:pt x="10426" y="3564"/>
                  </a:lnTo>
                  <a:lnTo>
                    <a:pt x="10338" y="3080"/>
                  </a:lnTo>
                  <a:lnTo>
                    <a:pt x="10162" y="2640"/>
                  </a:lnTo>
                  <a:lnTo>
                    <a:pt x="9898" y="2200"/>
                  </a:lnTo>
                  <a:lnTo>
                    <a:pt x="9590" y="1804"/>
                  </a:lnTo>
                  <a:lnTo>
                    <a:pt x="9194" y="1496"/>
                  </a:lnTo>
                  <a:lnTo>
                    <a:pt x="8798" y="1232"/>
                  </a:lnTo>
                  <a:lnTo>
                    <a:pt x="8314" y="1057"/>
                  </a:lnTo>
                  <a:lnTo>
                    <a:pt x="7830" y="925"/>
                  </a:lnTo>
                  <a:lnTo>
                    <a:pt x="7830" y="441"/>
                  </a:lnTo>
                  <a:lnTo>
                    <a:pt x="7786" y="265"/>
                  </a:lnTo>
                  <a:lnTo>
                    <a:pt x="7698" y="133"/>
                  </a:lnTo>
                  <a:lnTo>
                    <a:pt x="7566" y="45"/>
                  </a:lnTo>
                  <a:lnTo>
                    <a:pt x="739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8"/>
            <p:cNvSpPr/>
            <p:nvPr/>
          </p:nvSpPr>
          <p:spPr>
            <a:xfrm>
              <a:off x="2036295" y="4352884"/>
              <a:ext cx="77915" cy="32830"/>
            </a:xfrm>
            <a:custGeom>
              <a:avLst/>
              <a:gdLst/>
              <a:ahLst/>
              <a:cxnLst/>
              <a:rect l="l" t="t" r="r" b="b"/>
              <a:pathLst>
                <a:path w="3344" h="1409" extrusionOk="0">
                  <a:moveTo>
                    <a:pt x="440" y="1"/>
                  </a:moveTo>
                  <a:lnTo>
                    <a:pt x="308" y="45"/>
                  </a:lnTo>
                  <a:lnTo>
                    <a:pt x="132" y="133"/>
                  </a:lnTo>
                  <a:lnTo>
                    <a:pt x="44" y="309"/>
                  </a:lnTo>
                  <a:lnTo>
                    <a:pt x="0" y="441"/>
                  </a:lnTo>
                  <a:lnTo>
                    <a:pt x="44" y="617"/>
                  </a:lnTo>
                  <a:lnTo>
                    <a:pt x="132" y="749"/>
                  </a:lnTo>
                  <a:lnTo>
                    <a:pt x="484" y="1057"/>
                  </a:lnTo>
                  <a:lnTo>
                    <a:pt x="880" y="1233"/>
                  </a:lnTo>
                  <a:lnTo>
                    <a:pt x="1276" y="1365"/>
                  </a:lnTo>
                  <a:lnTo>
                    <a:pt x="1672" y="1408"/>
                  </a:lnTo>
                  <a:lnTo>
                    <a:pt x="2112" y="1365"/>
                  </a:lnTo>
                  <a:lnTo>
                    <a:pt x="2508" y="1233"/>
                  </a:lnTo>
                  <a:lnTo>
                    <a:pt x="2903" y="1057"/>
                  </a:lnTo>
                  <a:lnTo>
                    <a:pt x="3211" y="749"/>
                  </a:lnTo>
                  <a:lnTo>
                    <a:pt x="3343" y="617"/>
                  </a:lnTo>
                  <a:lnTo>
                    <a:pt x="3343" y="441"/>
                  </a:lnTo>
                  <a:lnTo>
                    <a:pt x="3343" y="309"/>
                  </a:lnTo>
                  <a:lnTo>
                    <a:pt x="3211" y="133"/>
                  </a:lnTo>
                  <a:lnTo>
                    <a:pt x="3079" y="45"/>
                  </a:lnTo>
                  <a:lnTo>
                    <a:pt x="2903" y="1"/>
                  </a:lnTo>
                  <a:lnTo>
                    <a:pt x="2771" y="45"/>
                  </a:lnTo>
                  <a:lnTo>
                    <a:pt x="2596" y="133"/>
                  </a:lnTo>
                  <a:lnTo>
                    <a:pt x="2420" y="309"/>
                  </a:lnTo>
                  <a:lnTo>
                    <a:pt x="2200" y="441"/>
                  </a:lnTo>
                  <a:lnTo>
                    <a:pt x="1936" y="485"/>
                  </a:lnTo>
                  <a:lnTo>
                    <a:pt x="1672" y="529"/>
                  </a:lnTo>
                  <a:lnTo>
                    <a:pt x="1452" y="485"/>
                  </a:lnTo>
                  <a:lnTo>
                    <a:pt x="1188" y="441"/>
                  </a:lnTo>
                  <a:lnTo>
                    <a:pt x="968" y="309"/>
                  </a:lnTo>
                  <a:lnTo>
                    <a:pt x="748" y="133"/>
                  </a:lnTo>
                  <a:lnTo>
                    <a:pt x="616" y="45"/>
                  </a:lnTo>
                  <a:lnTo>
                    <a:pt x="44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1" name="Google Shape;251;p8"/>
          <p:cNvGrpSpPr/>
          <p:nvPr/>
        </p:nvGrpSpPr>
        <p:grpSpPr>
          <a:xfrm>
            <a:off x="1660094" y="1506219"/>
            <a:ext cx="463581" cy="463582"/>
            <a:chOff x="2535428" y="4181722"/>
            <a:chExt cx="346447" cy="346448"/>
          </a:xfrm>
        </p:grpSpPr>
        <p:sp>
          <p:nvSpPr>
            <p:cNvPr id="252" name="Google Shape;252;p8"/>
            <p:cNvSpPr/>
            <p:nvPr/>
          </p:nvSpPr>
          <p:spPr>
            <a:xfrm>
              <a:off x="2699413" y="4245285"/>
              <a:ext cx="182462" cy="282885"/>
            </a:xfrm>
            <a:custGeom>
              <a:avLst/>
              <a:gdLst/>
              <a:ahLst/>
              <a:cxnLst/>
              <a:rect l="l" t="t" r="r" b="b"/>
              <a:pathLst>
                <a:path w="7831" h="12141" extrusionOk="0">
                  <a:moveTo>
                    <a:pt x="5235" y="1100"/>
                  </a:moveTo>
                  <a:lnTo>
                    <a:pt x="5543" y="1276"/>
                  </a:lnTo>
                  <a:lnTo>
                    <a:pt x="5851" y="1496"/>
                  </a:lnTo>
                  <a:lnTo>
                    <a:pt x="6159" y="1760"/>
                  </a:lnTo>
                  <a:lnTo>
                    <a:pt x="6379" y="2024"/>
                  </a:lnTo>
                  <a:lnTo>
                    <a:pt x="6599" y="2331"/>
                  </a:lnTo>
                  <a:lnTo>
                    <a:pt x="6731" y="2683"/>
                  </a:lnTo>
                  <a:lnTo>
                    <a:pt x="6863" y="3035"/>
                  </a:lnTo>
                  <a:lnTo>
                    <a:pt x="6951" y="3431"/>
                  </a:lnTo>
                  <a:lnTo>
                    <a:pt x="925" y="3431"/>
                  </a:lnTo>
                  <a:lnTo>
                    <a:pt x="969" y="3035"/>
                  </a:lnTo>
                  <a:lnTo>
                    <a:pt x="1101" y="2683"/>
                  </a:lnTo>
                  <a:lnTo>
                    <a:pt x="1276" y="2331"/>
                  </a:lnTo>
                  <a:lnTo>
                    <a:pt x="1452" y="2024"/>
                  </a:lnTo>
                  <a:lnTo>
                    <a:pt x="1716" y="1760"/>
                  </a:lnTo>
                  <a:lnTo>
                    <a:pt x="1980" y="1496"/>
                  </a:lnTo>
                  <a:lnTo>
                    <a:pt x="2288" y="1276"/>
                  </a:lnTo>
                  <a:lnTo>
                    <a:pt x="2640" y="1100"/>
                  </a:lnTo>
                  <a:lnTo>
                    <a:pt x="2640" y="2112"/>
                  </a:lnTo>
                  <a:lnTo>
                    <a:pt x="2640" y="2287"/>
                  </a:lnTo>
                  <a:lnTo>
                    <a:pt x="2728" y="2419"/>
                  </a:lnTo>
                  <a:lnTo>
                    <a:pt x="2904" y="2507"/>
                  </a:lnTo>
                  <a:lnTo>
                    <a:pt x="3036" y="2551"/>
                  </a:lnTo>
                  <a:lnTo>
                    <a:pt x="4796" y="2551"/>
                  </a:lnTo>
                  <a:lnTo>
                    <a:pt x="4972" y="2507"/>
                  </a:lnTo>
                  <a:lnTo>
                    <a:pt x="5103" y="2419"/>
                  </a:lnTo>
                  <a:lnTo>
                    <a:pt x="5191" y="2287"/>
                  </a:lnTo>
                  <a:lnTo>
                    <a:pt x="5235" y="2112"/>
                  </a:lnTo>
                  <a:lnTo>
                    <a:pt x="5235" y="1100"/>
                  </a:lnTo>
                  <a:close/>
                  <a:moveTo>
                    <a:pt x="5235" y="4267"/>
                  </a:moveTo>
                  <a:lnTo>
                    <a:pt x="5235" y="5367"/>
                  </a:lnTo>
                  <a:lnTo>
                    <a:pt x="2640" y="4619"/>
                  </a:lnTo>
                  <a:lnTo>
                    <a:pt x="2640" y="4267"/>
                  </a:lnTo>
                  <a:close/>
                  <a:moveTo>
                    <a:pt x="2640" y="5543"/>
                  </a:moveTo>
                  <a:lnTo>
                    <a:pt x="5235" y="6290"/>
                  </a:lnTo>
                  <a:lnTo>
                    <a:pt x="5235" y="7126"/>
                  </a:lnTo>
                  <a:lnTo>
                    <a:pt x="2640" y="6378"/>
                  </a:lnTo>
                  <a:lnTo>
                    <a:pt x="2640" y="5543"/>
                  </a:lnTo>
                  <a:close/>
                  <a:moveTo>
                    <a:pt x="2640" y="7258"/>
                  </a:moveTo>
                  <a:lnTo>
                    <a:pt x="5235" y="8006"/>
                  </a:lnTo>
                  <a:lnTo>
                    <a:pt x="5235" y="9062"/>
                  </a:lnTo>
                  <a:lnTo>
                    <a:pt x="2640" y="8182"/>
                  </a:lnTo>
                  <a:lnTo>
                    <a:pt x="2640" y="7258"/>
                  </a:lnTo>
                  <a:close/>
                  <a:moveTo>
                    <a:pt x="2640" y="9106"/>
                  </a:moveTo>
                  <a:lnTo>
                    <a:pt x="5103" y="9897"/>
                  </a:lnTo>
                  <a:lnTo>
                    <a:pt x="3916" y="11085"/>
                  </a:lnTo>
                  <a:lnTo>
                    <a:pt x="2640" y="9766"/>
                  </a:lnTo>
                  <a:lnTo>
                    <a:pt x="2640" y="9106"/>
                  </a:lnTo>
                  <a:close/>
                  <a:moveTo>
                    <a:pt x="3080" y="0"/>
                  </a:moveTo>
                  <a:lnTo>
                    <a:pt x="2948" y="44"/>
                  </a:lnTo>
                  <a:lnTo>
                    <a:pt x="2640" y="132"/>
                  </a:lnTo>
                  <a:lnTo>
                    <a:pt x="2332" y="264"/>
                  </a:lnTo>
                  <a:lnTo>
                    <a:pt x="2024" y="396"/>
                  </a:lnTo>
                  <a:lnTo>
                    <a:pt x="1760" y="572"/>
                  </a:lnTo>
                  <a:lnTo>
                    <a:pt x="1276" y="968"/>
                  </a:lnTo>
                  <a:lnTo>
                    <a:pt x="837" y="1408"/>
                  </a:lnTo>
                  <a:lnTo>
                    <a:pt x="485" y="1980"/>
                  </a:lnTo>
                  <a:lnTo>
                    <a:pt x="221" y="2551"/>
                  </a:lnTo>
                  <a:lnTo>
                    <a:pt x="133" y="2859"/>
                  </a:lnTo>
                  <a:lnTo>
                    <a:pt x="45" y="3167"/>
                  </a:lnTo>
                  <a:lnTo>
                    <a:pt x="1" y="3519"/>
                  </a:lnTo>
                  <a:lnTo>
                    <a:pt x="1" y="3827"/>
                  </a:lnTo>
                  <a:lnTo>
                    <a:pt x="45" y="4003"/>
                  </a:lnTo>
                  <a:lnTo>
                    <a:pt x="89" y="4135"/>
                  </a:lnTo>
                  <a:lnTo>
                    <a:pt x="221" y="4223"/>
                  </a:lnTo>
                  <a:lnTo>
                    <a:pt x="309" y="4267"/>
                  </a:lnTo>
                  <a:lnTo>
                    <a:pt x="1760" y="4267"/>
                  </a:lnTo>
                  <a:lnTo>
                    <a:pt x="1760" y="9941"/>
                  </a:lnTo>
                  <a:lnTo>
                    <a:pt x="1760" y="10117"/>
                  </a:lnTo>
                  <a:lnTo>
                    <a:pt x="1892" y="10249"/>
                  </a:lnTo>
                  <a:lnTo>
                    <a:pt x="3608" y="12009"/>
                  </a:lnTo>
                  <a:lnTo>
                    <a:pt x="3740" y="12097"/>
                  </a:lnTo>
                  <a:lnTo>
                    <a:pt x="3872" y="12141"/>
                  </a:lnTo>
                  <a:lnTo>
                    <a:pt x="4004" y="12141"/>
                  </a:lnTo>
                  <a:lnTo>
                    <a:pt x="4136" y="12097"/>
                  </a:lnTo>
                  <a:lnTo>
                    <a:pt x="4224" y="12009"/>
                  </a:lnTo>
                  <a:lnTo>
                    <a:pt x="5983" y="10249"/>
                  </a:lnTo>
                  <a:lnTo>
                    <a:pt x="6071" y="10117"/>
                  </a:lnTo>
                  <a:lnTo>
                    <a:pt x="6115" y="9985"/>
                  </a:lnTo>
                  <a:lnTo>
                    <a:pt x="6115" y="9678"/>
                  </a:lnTo>
                  <a:lnTo>
                    <a:pt x="6115" y="9634"/>
                  </a:lnTo>
                  <a:lnTo>
                    <a:pt x="6115" y="4267"/>
                  </a:lnTo>
                  <a:lnTo>
                    <a:pt x="7391" y="4267"/>
                  </a:lnTo>
                  <a:lnTo>
                    <a:pt x="7567" y="4223"/>
                  </a:lnTo>
                  <a:lnTo>
                    <a:pt x="7699" y="4135"/>
                  </a:lnTo>
                  <a:lnTo>
                    <a:pt x="7831" y="4003"/>
                  </a:lnTo>
                  <a:lnTo>
                    <a:pt x="7831" y="3827"/>
                  </a:lnTo>
                  <a:lnTo>
                    <a:pt x="7831" y="3519"/>
                  </a:lnTo>
                  <a:lnTo>
                    <a:pt x="7787" y="3167"/>
                  </a:lnTo>
                  <a:lnTo>
                    <a:pt x="7743" y="2859"/>
                  </a:lnTo>
                  <a:lnTo>
                    <a:pt x="7611" y="2551"/>
                  </a:lnTo>
                  <a:lnTo>
                    <a:pt x="7391" y="1980"/>
                  </a:lnTo>
                  <a:lnTo>
                    <a:pt x="7039" y="1452"/>
                  </a:lnTo>
                  <a:lnTo>
                    <a:pt x="6599" y="968"/>
                  </a:lnTo>
                  <a:lnTo>
                    <a:pt x="6115" y="572"/>
                  </a:lnTo>
                  <a:lnTo>
                    <a:pt x="5807" y="396"/>
                  </a:lnTo>
                  <a:lnTo>
                    <a:pt x="5543" y="264"/>
                  </a:lnTo>
                  <a:lnTo>
                    <a:pt x="5235" y="132"/>
                  </a:lnTo>
                  <a:lnTo>
                    <a:pt x="4928" y="44"/>
                  </a:lnTo>
                  <a:lnTo>
                    <a:pt x="4752" y="0"/>
                  </a:lnTo>
                  <a:lnTo>
                    <a:pt x="4620" y="44"/>
                  </a:lnTo>
                  <a:lnTo>
                    <a:pt x="4532" y="132"/>
                  </a:lnTo>
                  <a:lnTo>
                    <a:pt x="4444" y="220"/>
                  </a:lnTo>
                  <a:lnTo>
                    <a:pt x="4400" y="352"/>
                  </a:lnTo>
                  <a:lnTo>
                    <a:pt x="4356" y="484"/>
                  </a:lnTo>
                  <a:lnTo>
                    <a:pt x="4356" y="1672"/>
                  </a:lnTo>
                  <a:lnTo>
                    <a:pt x="3476" y="1672"/>
                  </a:lnTo>
                  <a:lnTo>
                    <a:pt x="3476" y="484"/>
                  </a:lnTo>
                  <a:lnTo>
                    <a:pt x="3476" y="352"/>
                  </a:lnTo>
                  <a:lnTo>
                    <a:pt x="3432" y="220"/>
                  </a:lnTo>
                  <a:lnTo>
                    <a:pt x="3344" y="132"/>
                  </a:lnTo>
                  <a:lnTo>
                    <a:pt x="3212" y="44"/>
                  </a:lnTo>
                  <a:lnTo>
                    <a:pt x="308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8"/>
            <p:cNvSpPr/>
            <p:nvPr/>
          </p:nvSpPr>
          <p:spPr>
            <a:xfrm>
              <a:off x="2535428" y="4181722"/>
              <a:ext cx="162983" cy="346448"/>
            </a:xfrm>
            <a:custGeom>
              <a:avLst/>
              <a:gdLst/>
              <a:ahLst/>
              <a:cxnLst/>
              <a:rect l="l" t="t" r="r" b="b"/>
              <a:pathLst>
                <a:path w="6995" h="14869" extrusionOk="0">
                  <a:moveTo>
                    <a:pt x="3916" y="881"/>
                  </a:moveTo>
                  <a:lnTo>
                    <a:pt x="4312" y="925"/>
                  </a:lnTo>
                  <a:lnTo>
                    <a:pt x="4707" y="1013"/>
                  </a:lnTo>
                  <a:lnTo>
                    <a:pt x="5015" y="1189"/>
                  </a:lnTo>
                  <a:lnTo>
                    <a:pt x="5323" y="1364"/>
                  </a:lnTo>
                  <a:lnTo>
                    <a:pt x="5587" y="1628"/>
                  </a:lnTo>
                  <a:lnTo>
                    <a:pt x="5807" y="1936"/>
                  </a:lnTo>
                  <a:lnTo>
                    <a:pt x="5983" y="2288"/>
                  </a:lnTo>
                  <a:lnTo>
                    <a:pt x="6071" y="2640"/>
                  </a:lnTo>
                  <a:lnTo>
                    <a:pt x="924" y="2640"/>
                  </a:lnTo>
                  <a:lnTo>
                    <a:pt x="1056" y="2288"/>
                  </a:lnTo>
                  <a:lnTo>
                    <a:pt x="1188" y="1936"/>
                  </a:lnTo>
                  <a:lnTo>
                    <a:pt x="1408" y="1628"/>
                  </a:lnTo>
                  <a:lnTo>
                    <a:pt x="1672" y="1364"/>
                  </a:lnTo>
                  <a:lnTo>
                    <a:pt x="1980" y="1189"/>
                  </a:lnTo>
                  <a:lnTo>
                    <a:pt x="2332" y="1013"/>
                  </a:lnTo>
                  <a:lnTo>
                    <a:pt x="2684" y="925"/>
                  </a:lnTo>
                  <a:lnTo>
                    <a:pt x="3080" y="881"/>
                  </a:lnTo>
                  <a:lnTo>
                    <a:pt x="3080" y="1320"/>
                  </a:lnTo>
                  <a:lnTo>
                    <a:pt x="3080" y="1452"/>
                  </a:lnTo>
                  <a:lnTo>
                    <a:pt x="3168" y="1584"/>
                  </a:lnTo>
                  <a:lnTo>
                    <a:pt x="3300" y="1716"/>
                  </a:lnTo>
                  <a:lnTo>
                    <a:pt x="3432" y="1760"/>
                  </a:lnTo>
                  <a:lnTo>
                    <a:pt x="3652" y="1716"/>
                  </a:lnTo>
                  <a:lnTo>
                    <a:pt x="3784" y="1628"/>
                  </a:lnTo>
                  <a:lnTo>
                    <a:pt x="3916" y="1496"/>
                  </a:lnTo>
                  <a:lnTo>
                    <a:pt x="3916" y="1320"/>
                  </a:lnTo>
                  <a:lnTo>
                    <a:pt x="3916" y="881"/>
                  </a:lnTo>
                  <a:close/>
                  <a:moveTo>
                    <a:pt x="4356" y="3520"/>
                  </a:moveTo>
                  <a:lnTo>
                    <a:pt x="4356" y="4708"/>
                  </a:lnTo>
                  <a:lnTo>
                    <a:pt x="2640" y="4004"/>
                  </a:lnTo>
                  <a:lnTo>
                    <a:pt x="2640" y="3520"/>
                  </a:lnTo>
                  <a:close/>
                  <a:moveTo>
                    <a:pt x="2640" y="4928"/>
                  </a:moveTo>
                  <a:lnTo>
                    <a:pt x="4356" y="5631"/>
                  </a:lnTo>
                  <a:lnTo>
                    <a:pt x="4356" y="6467"/>
                  </a:lnTo>
                  <a:lnTo>
                    <a:pt x="2640" y="5763"/>
                  </a:lnTo>
                  <a:lnTo>
                    <a:pt x="2640" y="4928"/>
                  </a:lnTo>
                  <a:close/>
                  <a:moveTo>
                    <a:pt x="2640" y="6687"/>
                  </a:moveTo>
                  <a:lnTo>
                    <a:pt x="4356" y="7391"/>
                  </a:lnTo>
                  <a:lnTo>
                    <a:pt x="4356" y="8183"/>
                  </a:lnTo>
                  <a:lnTo>
                    <a:pt x="2640" y="7479"/>
                  </a:lnTo>
                  <a:lnTo>
                    <a:pt x="2640" y="6687"/>
                  </a:lnTo>
                  <a:close/>
                  <a:moveTo>
                    <a:pt x="2640" y="8447"/>
                  </a:moveTo>
                  <a:lnTo>
                    <a:pt x="4356" y="9106"/>
                  </a:lnTo>
                  <a:lnTo>
                    <a:pt x="4356" y="9942"/>
                  </a:lnTo>
                  <a:lnTo>
                    <a:pt x="2640" y="9238"/>
                  </a:lnTo>
                  <a:lnTo>
                    <a:pt x="2640" y="8447"/>
                  </a:lnTo>
                  <a:close/>
                  <a:moveTo>
                    <a:pt x="2640" y="10162"/>
                  </a:moveTo>
                  <a:lnTo>
                    <a:pt x="4356" y="10866"/>
                  </a:lnTo>
                  <a:lnTo>
                    <a:pt x="4356" y="11658"/>
                  </a:lnTo>
                  <a:lnTo>
                    <a:pt x="2640" y="10998"/>
                  </a:lnTo>
                  <a:lnTo>
                    <a:pt x="2640" y="10162"/>
                  </a:lnTo>
                  <a:close/>
                  <a:moveTo>
                    <a:pt x="2640" y="11922"/>
                  </a:moveTo>
                  <a:lnTo>
                    <a:pt x="4312" y="12581"/>
                  </a:lnTo>
                  <a:lnTo>
                    <a:pt x="3520" y="13681"/>
                  </a:lnTo>
                  <a:lnTo>
                    <a:pt x="2640" y="12537"/>
                  </a:lnTo>
                  <a:lnTo>
                    <a:pt x="2640" y="11922"/>
                  </a:lnTo>
                  <a:close/>
                  <a:moveTo>
                    <a:pt x="2772" y="1"/>
                  </a:moveTo>
                  <a:lnTo>
                    <a:pt x="2464" y="89"/>
                  </a:lnTo>
                  <a:lnTo>
                    <a:pt x="2156" y="133"/>
                  </a:lnTo>
                  <a:lnTo>
                    <a:pt x="1892" y="265"/>
                  </a:lnTo>
                  <a:lnTo>
                    <a:pt x="1628" y="397"/>
                  </a:lnTo>
                  <a:lnTo>
                    <a:pt x="1364" y="529"/>
                  </a:lnTo>
                  <a:lnTo>
                    <a:pt x="1144" y="705"/>
                  </a:lnTo>
                  <a:lnTo>
                    <a:pt x="924" y="925"/>
                  </a:lnTo>
                  <a:lnTo>
                    <a:pt x="704" y="1145"/>
                  </a:lnTo>
                  <a:lnTo>
                    <a:pt x="529" y="1364"/>
                  </a:lnTo>
                  <a:lnTo>
                    <a:pt x="397" y="1628"/>
                  </a:lnTo>
                  <a:lnTo>
                    <a:pt x="265" y="1892"/>
                  </a:lnTo>
                  <a:lnTo>
                    <a:pt x="133" y="2156"/>
                  </a:lnTo>
                  <a:lnTo>
                    <a:pt x="89" y="2464"/>
                  </a:lnTo>
                  <a:lnTo>
                    <a:pt x="45" y="2772"/>
                  </a:lnTo>
                  <a:lnTo>
                    <a:pt x="1" y="3080"/>
                  </a:lnTo>
                  <a:lnTo>
                    <a:pt x="45" y="3256"/>
                  </a:lnTo>
                  <a:lnTo>
                    <a:pt x="133" y="3388"/>
                  </a:lnTo>
                  <a:lnTo>
                    <a:pt x="265" y="3476"/>
                  </a:lnTo>
                  <a:lnTo>
                    <a:pt x="441" y="3520"/>
                  </a:lnTo>
                  <a:lnTo>
                    <a:pt x="1760" y="3520"/>
                  </a:lnTo>
                  <a:lnTo>
                    <a:pt x="1760" y="12669"/>
                  </a:lnTo>
                  <a:lnTo>
                    <a:pt x="1760" y="12801"/>
                  </a:lnTo>
                  <a:lnTo>
                    <a:pt x="1848" y="12933"/>
                  </a:lnTo>
                  <a:lnTo>
                    <a:pt x="3168" y="14693"/>
                  </a:lnTo>
                  <a:lnTo>
                    <a:pt x="3300" y="14825"/>
                  </a:lnTo>
                  <a:lnTo>
                    <a:pt x="3520" y="14869"/>
                  </a:lnTo>
                  <a:lnTo>
                    <a:pt x="3696" y="14825"/>
                  </a:lnTo>
                  <a:lnTo>
                    <a:pt x="3872" y="14693"/>
                  </a:lnTo>
                  <a:lnTo>
                    <a:pt x="5147" y="12933"/>
                  </a:lnTo>
                  <a:lnTo>
                    <a:pt x="5235" y="12801"/>
                  </a:lnTo>
                  <a:lnTo>
                    <a:pt x="5235" y="12713"/>
                  </a:lnTo>
                  <a:lnTo>
                    <a:pt x="5235" y="12318"/>
                  </a:lnTo>
                  <a:lnTo>
                    <a:pt x="5235" y="3520"/>
                  </a:lnTo>
                  <a:lnTo>
                    <a:pt x="6555" y="3520"/>
                  </a:lnTo>
                  <a:lnTo>
                    <a:pt x="6731" y="3476"/>
                  </a:lnTo>
                  <a:lnTo>
                    <a:pt x="6863" y="3388"/>
                  </a:lnTo>
                  <a:lnTo>
                    <a:pt x="6951" y="3256"/>
                  </a:lnTo>
                  <a:lnTo>
                    <a:pt x="6995" y="3080"/>
                  </a:lnTo>
                  <a:lnTo>
                    <a:pt x="6951" y="2772"/>
                  </a:lnTo>
                  <a:lnTo>
                    <a:pt x="6907" y="2464"/>
                  </a:lnTo>
                  <a:lnTo>
                    <a:pt x="6863" y="2156"/>
                  </a:lnTo>
                  <a:lnTo>
                    <a:pt x="6731" y="1892"/>
                  </a:lnTo>
                  <a:lnTo>
                    <a:pt x="6599" y="1628"/>
                  </a:lnTo>
                  <a:lnTo>
                    <a:pt x="6467" y="1364"/>
                  </a:lnTo>
                  <a:lnTo>
                    <a:pt x="6291" y="1145"/>
                  </a:lnTo>
                  <a:lnTo>
                    <a:pt x="6071" y="925"/>
                  </a:lnTo>
                  <a:lnTo>
                    <a:pt x="5895" y="705"/>
                  </a:lnTo>
                  <a:lnTo>
                    <a:pt x="5631" y="529"/>
                  </a:lnTo>
                  <a:lnTo>
                    <a:pt x="5411" y="397"/>
                  </a:lnTo>
                  <a:lnTo>
                    <a:pt x="5103" y="265"/>
                  </a:lnTo>
                  <a:lnTo>
                    <a:pt x="4839" y="133"/>
                  </a:lnTo>
                  <a:lnTo>
                    <a:pt x="4531" y="89"/>
                  </a:lnTo>
                  <a:lnTo>
                    <a:pt x="426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4" name="Google Shape;254;p8"/>
          <p:cNvGrpSpPr/>
          <p:nvPr/>
        </p:nvGrpSpPr>
        <p:grpSpPr>
          <a:xfrm>
            <a:off x="7125562" y="1568662"/>
            <a:ext cx="463582" cy="463582"/>
            <a:chOff x="3192418" y="4181722"/>
            <a:chExt cx="346448" cy="346448"/>
          </a:xfrm>
        </p:grpSpPr>
        <p:sp>
          <p:nvSpPr>
            <p:cNvPr id="255" name="Google Shape;255;p8"/>
            <p:cNvSpPr/>
            <p:nvPr/>
          </p:nvSpPr>
          <p:spPr>
            <a:xfrm>
              <a:off x="3192418" y="4181722"/>
              <a:ext cx="346448" cy="346448"/>
            </a:xfrm>
            <a:custGeom>
              <a:avLst/>
              <a:gdLst/>
              <a:ahLst/>
              <a:cxnLst/>
              <a:rect l="l" t="t" r="r" b="b"/>
              <a:pathLst>
                <a:path w="14869" h="14869" extrusionOk="0">
                  <a:moveTo>
                    <a:pt x="9678" y="881"/>
                  </a:moveTo>
                  <a:lnTo>
                    <a:pt x="10162" y="969"/>
                  </a:lnTo>
                  <a:lnTo>
                    <a:pt x="10602" y="1101"/>
                  </a:lnTo>
                  <a:lnTo>
                    <a:pt x="11041" y="1232"/>
                  </a:lnTo>
                  <a:lnTo>
                    <a:pt x="11481" y="1452"/>
                  </a:lnTo>
                  <a:lnTo>
                    <a:pt x="11877" y="1672"/>
                  </a:lnTo>
                  <a:lnTo>
                    <a:pt x="12229" y="1980"/>
                  </a:lnTo>
                  <a:lnTo>
                    <a:pt x="12581" y="2288"/>
                  </a:lnTo>
                  <a:lnTo>
                    <a:pt x="12889" y="2596"/>
                  </a:lnTo>
                  <a:lnTo>
                    <a:pt x="13153" y="2992"/>
                  </a:lnTo>
                  <a:lnTo>
                    <a:pt x="13417" y="3388"/>
                  </a:lnTo>
                  <a:lnTo>
                    <a:pt x="13593" y="3784"/>
                  </a:lnTo>
                  <a:lnTo>
                    <a:pt x="13769" y="4224"/>
                  </a:lnTo>
                  <a:lnTo>
                    <a:pt x="13901" y="4708"/>
                  </a:lnTo>
                  <a:lnTo>
                    <a:pt x="13945" y="5147"/>
                  </a:lnTo>
                  <a:lnTo>
                    <a:pt x="13989" y="5675"/>
                  </a:lnTo>
                  <a:lnTo>
                    <a:pt x="13945" y="6115"/>
                  </a:lnTo>
                  <a:lnTo>
                    <a:pt x="13901" y="6599"/>
                  </a:lnTo>
                  <a:lnTo>
                    <a:pt x="13769" y="7039"/>
                  </a:lnTo>
                  <a:lnTo>
                    <a:pt x="13637" y="7479"/>
                  </a:lnTo>
                  <a:lnTo>
                    <a:pt x="13417" y="7919"/>
                  </a:lnTo>
                  <a:lnTo>
                    <a:pt x="13197" y="8315"/>
                  </a:lnTo>
                  <a:lnTo>
                    <a:pt x="12889" y="8667"/>
                  </a:lnTo>
                  <a:lnTo>
                    <a:pt x="12581" y="9018"/>
                  </a:lnTo>
                  <a:lnTo>
                    <a:pt x="12229" y="9370"/>
                  </a:lnTo>
                  <a:lnTo>
                    <a:pt x="11833" y="9634"/>
                  </a:lnTo>
                  <a:lnTo>
                    <a:pt x="11437" y="9898"/>
                  </a:lnTo>
                  <a:lnTo>
                    <a:pt x="10997" y="10074"/>
                  </a:lnTo>
                  <a:lnTo>
                    <a:pt x="10558" y="10250"/>
                  </a:lnTo>
                  <a:lnTo>
                    <a:pt x="10118" y="10338"/>
                  </a:lnTo>
                  <a:lnTo>
                    <a:pt x="9634" y="10426"/>
                  </a:lnTo>
                  <a:lnTo>
                    <a:pt x="8754" y="10426"/>
                  </a:lnTo>
                  <a:lnTo>
                    <a:pt x="8270" y="10338"/>
                  </a:lnTo>
                  <a:lnTo>
                    <a:pt x="7830" y="10250"/>
                  </a:lnTo>
                  <a:lnTo>
                    <a:pt x="7390" y="10074"/>
                  </a:lnTo>
                  <a:lnTo>
                    <a:pt x="6995" y="9898"/>
                  </a:lnTo>
                  <a:lnTo>
                    <a:pt x="6555" y="9634"/>
                  </a:lnTo>
                  <a:lnTo>
                    <a:pt x="6159" y="9370"/>
                  </a:lnTo>
                  <a:lnTo>
                    <a:pt x="5807" y="9018"/>
                  </a:lnTo>
                  <a:lnTo>
                    <a:pt x="5499" y="8667"/>
                  </a:lnTo>
                  <a:lnTo>
                    <a:pt x="5235" y="8315"/>
                  </a:lnTo>
                  <a:lnTo>
                    <a:pt x="4971" y="7919"/>
                  </a:lnTo>
                  <a:lnTo>
                    <a:pt x="4795" y="7479"/>
                  </a:lnTo>
                  <a:lnTo>
                    <a:pt x="4619" y="7039"/>
                  </a:lnTo>
                  <a:lnTo>
                    <a:pt x="4487" y="6599"/>
                  </a:lnTo>
                  <a:lnTo>
                    <a:pt x="4443" y="6115"/>
                  </a:lnTo>
                  <a:lnTo>
                    <a:pt x="4399" y="5675"/>
                  </a:lnTo>
                  <a:lnTo>
                    <a:pt x="4443" y="5147"/>
                  </a:lnTo>
                  <a:lnTo>
                    <a:pt x="4531" y="4708"/>
                  </a:lnTo>
                  <a:lnTo>
                    <a:pt x="4619" y="4224"/>
                  </a:lnTo>
                  <a:lnTo>
                    <a:pt x="4795" y="3784"/>
                  </a:lnTo>
                  <a:lnTo>
                    <a:pt x="5015" y="3388"/>
                  </a:lnTo>
                  <a:lnTo>
                    <a:pt x="5235" y="2992"/>
                  </a:lnTo>
                  <a:lnTo>
                    <a:pt x="5499" y="2596"/>
                  </a:lnTo>
                  <a:lnTo>
                    <a:pt x="5807" y="2288"/>
                  </a:lnTo>
                  <a:lnTo>
                    <a:pt x="6159" y="1980"/>
                  </a:lnTo>
                  <a:lnTo>
                    <a:pt x="6511" y="1672"/>
                  </a:lnTo>
                  <a:lnTo>
                    <a:pt x="6907" y="1452"/>
                  </a:lnTo>
                  <a:lnTo>
                    <a:pt x="7346" y="1232"/>
                  </a:lnTo>
                  <a:lnTo>
                    <a:pt x="7786" y="1101"/>
                  </a:lnTo>
                  <a:lnTo>
                    <a:pt x="8226" y="969"/>
                  </a:lnTo>
                  <a:lnTo>
                    <a:pt x="8710" y="881"/>
                  </a:lnTo>
                  <a:close/>
                  <a:moveTo>
                    <a:pt x="3299" y="10910"/>
                  </a:moveTo>
                  <a:lnTo>
                    <a:pt x="3915" y="11526"/>
                  </a:lnTo>
                  <a:lnTo>
                    <a:pt x="1584" y="13857"/>
                  </a:lnTo>
                  <a:lnTo>
                    <a:pt x="1452" y="13989"/>
                  </a:lnTo>
                  <a:lnTo>
                    <a:pt x="1144" y="13989"/>
                  </a:lnTo>
                  <a:lnTo>
                    <a:pt x="968" y="13857"/>
                  </a:lnTo>
                  <a:lnTo>
                    <a:pt x="880" y="13725"/>
                  </a:lnTo>
                  <a:lnTo>
                    <a:pt x="836" y="13549"/>
                  </a:lnTo>
                  <a:lnTo>
                    <a:pt x="880" y="13417"/>
                  </a:lnTo>
                  <a:lnTo>
                    <a:pt x="968" y="13241"/>
                  </a:lnTo>
                  <a:lnTo>
                    <a:pt x="3299" y="10910"/>
                  </a:lnTo>
                  <a:close/>
                  <a:moveTo>
                    <a:pt x="9194" y="1"/>
                  </a:moveTo>
                  <a:lnTo>
                    <a:pt x="8666" y="45"/>
                  </a:lnTo>
                  <a:lnTo>
                    <a:pt x="8138" y="89"/>
                  </a:lnTo>
                  <a:lnTo>
                    <a:pt x="7566" y="221"/>
                  </a:lnTo>
                  <a:lnTo>
                    <a:pt x="7083" y="441"/>
                  </a:lnTo>
                  <a:lnTo>
                    <a:pt x="6555" y="661"/>
                  </a:lnTo>
                  <a:lnTo>
                    <a:pt x="6071" y="925"/>
                  </a:lnTo>
                  <a:lnTo>
                    <a:pt x="5631" y="1276"/>
                  </a:lnTo>
                  <a:lnTo>
                    <a:pt x="5191" y="1672"/>
                  </a:lnTo>
                  <a:lnTo>
                    <a:pt x="4839" y="2068"/>
                  </a:lnTo>
                  <a:lnTo>
                    <a:pt x="4487" y="2508"/>
                  </a:lnTo>
                  <a:lnTo>
                    <a:pt x="4223" y="2992"/>
                  </a:lnTo>
                  <a:lnTo>
                    <a:pt x="3959" y="3476"/>
                  </a:lnTo>
                  <a:lnTo>
                    <a:pt x="3783" y="4004"/>
                  </a:lnTo>
                  <a:lnTo>
                    <a:pt x="3651" y="4532"/>
                  </a:lnTo>
                  <a:lnTo>
                    <a:pt x="3563" y="5103"/>
                  </a:lnTo>
                  <a:lnTo>
                    <a:pt x="3563" y="5675"/>
                  </a:lnTo>
                  <a:lnTo>
                    <a:pt x="3563" y="6159"/>
                  </a:lnTo>
                  <a:lnTo>
                    <a:pt x="3651" y="6643"/>
                  </a:lnTo>
                  <a:lnTo>
                    <a:pt x="3739" y="7127"/>
                  </a:lnTo>
                  <a:lnTo>
                    <a:pt x="3915" y="7611"/>
                  </a:lnTo>
                  <a:lnTo>
                    <a:pt x="4091" y="8095"/>
                  </a:lnTo>
                  <a:lnTo>
                    <a:pt x="4311" y="8535"/>
                  </a:lnTo>
                  <a:lnTo>
                    <a:pt x="4575" y="8930"/>
                  </a:lnTo>
                  <a:lnTo>
                    <a:pt x="4883" y="9326"/>
                  </a:lnTo>
                  <a:lnTo>
                    <a:pt x="3915" y="10294"/>
                  </a:lnTo>
                  <a:lnTo>
                    <a:pt x="2948" y="9326"/>
                  </a:lnTo>
                  <a:lnTo>
                    <a:pt x="2772" y="9194"/>
                  </a:lnTo>
                  <a:lnTo>
                    <a:pt x="2464" y="9194"/>
                  </a:lnTo>
                  <a:lnTo>
                    <a:pt x="2332" y="9326"/>
                  </a:lnTo>
                  <a:lnTo>
                    <a:pt x="2200" y="9458"/>
                  </a:lnTo>
                  <a:lnTo>
                    <a:pt x="2200" y="9634"/>
                  </a:lnTo>
                  <a:lnTo>
                    <a:pt x="2200" y="9766"/>
                  </a:lnTo>
                  <a:lnTo>
                    <a:pt x="2332" y="9942"/>
                  </a:lnTo>
                  <a:lnTo>
                    <a:pt x="2684" y="10294"/>
                  </a:lnTo>
                  <a:lnTo>
                    <a:pt x="352" y="12625"/>
                  </a:lnTo>
                  <a:lnTo>
                    <a:pt x="220" y="12845"/>
                  </a:lnTo>
                  <a:lnTo>
                    <a:pt x="88" y="13065"/>
                  </a:lnTo>
                  <a:lnTo>
                    <a:pt x="0" y="13285"/>
                  </a:lnTo>
                  <a:lnTo>
                    <a:pt x="0" y="13549"/>
                  </a:lnTo>
                  <a:lnTo>
                    <a:pt x="0" y="13813"/>
                  </a:lnTo>
                  <a:lnTo>
                    <a:pt x="88" y="14077"/>
                  </a:lnTo>
                  <a:lnTo>
                    <a:pt x="220" y="14297"/>
                  </a:lnTo>
                  <a:lnTo>
                    <a:pt x="352" y="14473"/>
                  </a:lnTo>
                  <a:lnTo>
                    <a:pt x="572" y="14649"/>
                  </a:lnTo>
                  <a:lnTo>
                    <a:pt x="792" y="14781"/>
                  </a:lnTo>
                  <a:lnTo>
                    <a:pt x="1012" y="14825"/>
                  </a:lnTo>
                  <a:lnTo>
                    <a:pt x="1276" y="14869"/>
                  </a:lnTo>
                  <a:lnTo>
                    <a:pt x="1540" y="14825"/>
                  </a:lnTo>
                  <a:lnTo>
                    <a:pt x="1804" y="14781"/>
                  </a:lnTo>
                  <a:lnTo>
                    <a:pt x="2024" y="14649"/>
                  </a:lnTo>
                  <a:lnTo>
                    <a:pt x="2200" y="14473"/>
                  </a:lnTo>
                  <a:lnTo>
                    <a:pt x="4531" y="12142"/>
                  </a:lnTo>
                  <a:lnTo>
                    <a:pt x="4927" y="12537"/>
                  </a:lnTo>
                  <a:lnTo>
                    <a:pt x="5059" y="12625"/>
                  </a:lnTo>
                  <a:lnTo>
                    <a:pt x="5235" y="12669"/>
                  </a:lnTo>
                  <a:lnTo>
                    <a:pt x="5411" y="12625"/>
                  </a:lnTo>
                  <a:lnTo>
                    <a:pt x="5543" y="12537"/>
                  </a:lnTo>
                  <a:lnTo>
                    <a:pt x="5631" y="12406"/>
                  </a:lnTo>
                  <a:lnTo>
                    <a:pt x="5675" y="12230"/>
                  </a:lnTo>
                  <a:lnTo>
                    <a:pt x="5631" y="12054"/>
                  </a:lnTo>
                  <a:lnTo>
                    <a:pt x="5543" y="11922"/>
                  </a:lnTo>
                  <a:lnTo>
                    <a:pt x="4531" y="10910"/>
                  </a:lnTo>
                  <a:lnTo>
                    <a:pt x="5543" y="9942"/>
                  </a:lnTo>
                  <a:lnTo>
                    <a:pt x="5939" y="10250"/>
                  </a:lnTo>
                  <a:lnTo>
                    <a:pt x="6335" y="10558"/>
                  </a:lnTo>
                  <a:lnTo>
                    <a:pt x="6819" y="10778"/>
                  </a:lnTo>
                  <a:lnTo>
                    <a:pt x="7258" y="10954"/>
                  </a:lnTo>
                  <a:lnTo>
                    <a:pt x="7742" y="11130"/>
                  </a:lnTo>
                  <a:lnTo>
                    <a:pt x="8226" y="11218"/>
                  </a:lnTo>
                  <a:lnTo>
                    <a:pt x="8710" y="11262"/>
                  </a:lnTo>
                  <a:lnTo>
                    <a:pt x="9194" y="11306"/>
                  </a:lnTo>
                  <a:lnTo>
                    <a:pt x="9766" y="11262"/>
                  </a:lnTo>
                  <a:lnTo>
                    <a:pt x="10338" y="11174"/>
                  </a:lnTo>
                  <a:lnTo>
                    <a:pt x="10866" y="11042"/>
                  </a:lnTo>
                  <a:lnTo>
                    <a:pt x="11393" y="10866"/>
                  </a:lnTo>
                  <a:lnTo>
                    <a:pt x="11877" y="10646"/>
                  </a:lnTo>
                  <a:lnTo>
                    <a:pt x="12361" y="10338"/>
                  </a:lnTo>
                  <a:lnTo>
                    <a:pt x="12801" y="10030"/>
                  </a:lnTo>
                  <a:lnTo>
                    <a:pt x="13197" y="9678"/>
                  </a:lnTo>
                  <a:lnTo>
                    <a:pt x="13549" y="9238"/>
                  </a:lnTo>
                  <a:lnTo>
                    <a:pt x="13901" y="8842"/>
                  </a:lnTo>
                  <a:lnTo>
                    <a:pt x="14165" y="8359"/>
                  </a:lnTo>
                  <a:lnTo>
                    <a:pt x="14385" y="7875"/>
                  </a:lnTo>
                  <a:lnTo>
                    <a:pt x="14605" y="7347"/>
                  </a:lnTo>
                  <a:lnTo>
                    <a:pt x="14737" y="6819"/>
                  </a:lnTo>
                  <a:lnTo>
                    <a:pt x="14824" y="6247"/>
                  </a:lnTo>
                  <a:lnTo>
                    <a:pt x="14868" y="5675"/>
                  </a:lnTo>
                  <a:lnTo>
                    <a:pt x="14824" y="5103"/>
                  </a:lnTo>
                  <a:lnTo>
                    <a:pt x="14737" y="4532"/>
                  </a:lnTo>
                  <a:lnTo>
                    <a:pt x="14605" y="4004"/>
                  </a:lnTo>
                  <a:lnTo>
                    <a:pt x="14429" y="3476"/>
                  </a:lnTo>
                  <a:lnTo>
                    <a:pt x="14165" y="2992"/>
                  </a:lnTo>
                  <a:lnTo>
                    <a:pt x="13901" y="2508"/>
                  </a:lnTo>
                  <a:lnTo>
                    <a:pt x="13593" y="2068"/>
                  </a:lnTo>
                  <a:lnTo>
                    <a:pt x="13197" y="1672"/>
                  </a:lnTo>
                  <a:lnTo>
                    <a:pt x="12757" y="1276"/>
                  </a:lnTo>
                  <a:lnTo>
                    <a:pt x="12317" y="925"/>
                  </a:lnTo>
                  <a:lnTo>
                    <a:pt x="11833" y="661"/>
                  </a:lnTo>
                  <a:lnTo>
                    <a:pt x="11305" y="441"/>
                  </a:lnTo>
                  <a:lnTo>
                    <a:pt x="10822" y="221"/>
                  </a:lnTo>
                  <a:lnTo>
                    <a:pt x="10294" y="89"/>
                  </a:lnTo>
                  <a:lnTo>
                    <a:pt x="9722" y="45"/>
                  </a:lnTo>
                  <a:lnTo>
                    <a:pt x="919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8"/>
            <p:cNvSpPr/>
            <p:nvPr/>
          </p:nvSpPr>
          <p:spPr>
            <a:xfrm>
              <a:off x="3315395" y="4222730"/>
              <a:ext cx="180412" cy="182462"/>
            </a:xfrm>
            <a:custGeom>
              <a:avLst/>
              <a:gdLst/>
              <a:ahLst/>
              <a:cxnLst/>
              <a:rect l="l" t="t" r="r" b="b"/>
              <a:pathLst>
                <a:path w="7743" h="7831" extrusionOk="0">
                  <a:moveTo>
                    <a:pt x="4312" y="880"/>
                  </a:moveTo>
                  <a:lnTo>
                    <a:pt x="4312" y="1496"/>
                  </a:lnTo>
                  <a:lnTo>
                    <a:pt x="4312" y="1628"/>
                  </a:lnTo>
                  <a:lnTo>
                    <a:pt x="4400" y="1716"/>
                  </a:lnTo>
                  <a:lnTo>
                    <a:pt x="4488" y="1804"/>
                  </a:lnTo>
                  <a:lnTo>
                    <a:pt x="4620" y="1892"/>
                  </a:lnTo>
                  <a:lnTo>
                    <a:pt x="4972" y="2068"/>
                  </a:lnTo>
                  <a:lnTo>
                    <a:pt x="5280" y="2288"/>
                  </a:lnTo>
                  <a:lnTo>
                    <a:pt x="5412" y="2332"/>
                  </a:lnTo>
                  <a:lnTo>
                    <a:pt x="5544" y="2376"/>
                  </a:lnTo>
                  <a:lnTo>
                    <a:pt x="5632" y="2376"/>
                  </a:lnTo>
                  <a:lnTo>
                    <a:pt x="5763" y="2332"/>
                  </a:lnTo>
                  <a:lnTo>
                    <a:pt x="6291" y="2024"/>
                  </a:lnTo>
                  <a:lnTo>
                    <a:pt x="6731" y="2772"/>
                  </a:lnTo>
                  <a:lnTo>
                    <a:pt x="6203" y="3080"/>
                  </a:lnTo>
                  <a:lnTo>
                    <a:pt x="6115" y="3168"/>
                  </a:lnTo>
                  <a:lnTo>
                    <a:pt x="6027" y="3255"/>
                  </a:lnTo>
                  <a:lnTo>
                    <a:pt x="6027" y="3387"/>
                  </a:lnTo>
                  <a:lnTo>
                    <a:pt x="6027" y="3519"/>
                  </a:lnTo>
                  <a:lnTo>
                    <a:pt x="6071" y="3915"/>
                  </a:lnTo>
                  <a:lnTo>
                    <a:pt x="6027" y="4311"/>
                  </a:lnTo>
                  <a:lnTo>
                    <a:pt x="6027" y="4443"/>
                  </a:lnTo>
                  <a:lnTo>
                    <a:pt x="6027" y="4575"/>
                  </a:lnTo>
                  <a:lnTo>
                    <a:pt x="6115" y="4707"/>
                  </a:lnTo>
                  <a:lnTo>
                    <a:pt x="6203" y="4795"/>
                  </a:lnTo>
                  <a:lnTo>
                    <a:pt x="6731" y="5059"/>
                  </a:lnTo>
                  <a:lnTo>
                    <a:pt x="6291" y="5851"/>
                  </a:lnTo>
                  <a:lnTo>
                    <a:pt x="5763" y="5543"/>
                  </a:lnTo>
                  <a:lnTo>
                    <a:pt x="5632" y="5499"/>
                  </a:lnTo>
                  <a:lnTo>
                    <a:pt x="5500" y="5455"/>
                  </a:lnTo>
                  <a:lnTo>
                    <a:pt x="5412" y="5499"/>
                  </a:lnTo>
                  <a:lnTo>
                    <a:pt x="5280" y="5587"/>
                  </a:lnTo>
                  <a:lnTo>
                    <a:pt x="4972" y="5807"/>
                  </a:lnTo>
                  <a:lnTo>
                    <a:pt x="4620" y="5983"/>
                  </a:lnTo>
                  <a:lnTo>
                    <a:pt x="4488" y="6027"/>
                  </a:lnTo>
                  <a:lnTo>
                    <a:pt x="4400" y="6115"/>
                  </a:lnTo>
                  <a:lnTo>
                    <a:pt x="4312" y="6247"/>
                  </a:lnTo>
                  <a:lnTo>
                    <a:pt x="4312" y="6379"/>
                  </a:lnTo>
                  <a:lnTo>
                    <a:pt x="4312" y="6994"/>
                  </a:lnTo>
                  <a:lnTo>
                    <a:pt x="3432" y="6994"/>
                  </a:lnTo>
                  <a:lnTo>
                    <a:pt x="3432" y="6379"/>
                  </a:lnTo>
                  <a:lnTo>
                    <a:pt x="3432" y="6247"/>
                  </a:lnTo>
                  <a:lnTo>
                    <a:pt x="3344" y="6115"/>
                  </a:lnTo>
                  <a:lnTo>
                    <a:pt x="3256" y="6027"/>
                  </a:lnTo>
                  <a:lnTo>
                    <a:pt x="3168" y="5983"/>
                  </a:lnTo>
                  <a:lnTo>
                    <a:pt x="2772" y="5807"/>
                  </a:lnTo>
                  <a:lnTo>
                    <a:pt x="2464" y="5587"/>
                  </a:lnTo>
                  <a:lnTo>
                    <a:pt x="2332" y="5499"/>
                  </a:lnTo>
                  <a:lnTo>
                    <a:pt x="2244" y="5455"/>
                  </a:lnTo>
                  <a:lnTo>
                    <a:pt x="2112" y="5499"/>
                  </a:lnTo>
                  <a:lnTo>
                    <a:pt x="1980" y="5543"/>
                  </a:lnTo>
                  <a:lnTo>
                    <a:pt x="1453" y="5851"/>
                  </a:lnTo>
                  <a:lnTo>
                    <a:pt x="1013" y="5059"/>
                  </a:lnTo>
                  <a:lnTo>
                    <a:pt x="1541" y="4795"/>
                  </a:lnTo>
                  <a:lnTo>
                    <a:pt x="1629" y="4707"/>
                  </a:lnTo>
                  <a:lnTo>
                    <a:pt x="1717" y="4575"/>
                  </a:lnTo>
                  <a:lnTo>
                    <a:pt x="1761" y="4443"/>
                  </a:lnTo>
                  <a:lnTo>
                    <a:pt x="1717" y="4311"/>
                  </a:lnTo>
                  <a:lnTo>
                    <a:pt x="1717" y="3915"/>
                  </a:lnTo>
                  <a:lnTo>
                    <a:pt x="1717" y="3519"/>
                  </a:lnTo>
                  <a:lnTo>
                    <a:pt x="1761" y="3387"/>
                  </a:lnTo>
                  <a:lnTo>
                    <a:pt x="1717" y="3255"/>
                  </a:lnTo>
                  <a:lnTo>
                    <a:pt x="1629" y="3168"/>
                  </a:lnTo>
                  <a:lnTo>
                    <a:pt x="1541" y="3080"/>
                  </a:lnTo>
                  <a:lnTo>
                    <a:pt x="1013" y="2772"/>
                  </a:lnTo>
                  <a:lnTo>
                    <a:pt x="1453" y="2024"/>
                  </a:lnTo>
                  <a:lnTo>
                    <a:pt x="1980" y="2332"/>
                  </a:lnTo>
                  <a:lnTo>
                    <a:pt x="2112" y="2376"/>
                  </a:lnTo>
                  <a:lnTo>
                    <a:pt x="2244" y="2376"/>
                  </a:lnTo>
                  <a:lnTo>
                    <a:pt x="2376" y="2332"/>
                  </a:lnTo>
                  <a:lnTo>
                    <a:pt x="2464" y="2288"/>
                  </a:lnTo>
                  <a:lnTo>
                    <a:pt x="2772" y="2068"/>
                  </a:lnTo>
                  <a:lnTo>
                    <a:pt x="3168" y="1892"/>
                  </a:lnTo>
                  <a:lnTo>
                    <a:pt x="3256" y="1804"/>
                  </a:lnTo>
                  <a:lnTo>
                    <a:pt x="3344" y="1716"/>
                  </a:lnTo>
                  <a:lnTo>
                    <a:pt x="3432" y="1628"/>
                  </a:lnTo>
                  <a:lnTo>
                    <a:pt x="3432" y="1496"/>
                  </a:lnTo>
                  <a:lnTo>
                    <a:pt x="3432" y="880"/>
                  </a:lnTo>
                  <a:close/>
                  <a:moveTo>
                    <a:pt x="2992" y="0"/>
                  </a:moveTo>
                  <a:lnTo>
                    <a:pt x="2816" y="44"/>
                  </a:lnTo>
                  <a:lnTo>
                    <a:pt x="2684" y="132"/>
                  </a:lnTo>
                  <a:lnTo>
                    <a:pt x="2596" y="264"/>
                  </a:lnTo>
                  <a:lnTo>
                    <a:pt x="2552" y="440"/>
                  </a:lnTo>
                  <a:lnTo>
                    <a:pt x="2552" y="1188"/>
                  </a:lnTo>
                  <a:lnTo>
                    <a:pt x="2156" y="1408"/>
                  </a:lnTo>
                  <a:lnTo>
                    <a:pt x="1497" y="1056"/>
                  </a:lnTo>
                  <a:lnTo>
                    <a:pt x="1365" y="1012"/>
                  </a:lnTo>
                  <a:lnTo>
                    <a:pt x="1189" y="1012"/>
                  </a:lnTo>
                  <a:lnTo>
                    <a:pt x="1013" y="1100"/>
                  </a:lnTo>
                  <a:lnTo>
                    <a:pt x="925" y="1232"/>
                  </a:lnTo>
                  <a:lnTo>
                    <a:pt x="45" y="2728"/>
                  </a:lnTo>
                  <a:lnTo>
                    <a:pt x="1" y="2904"/>
                  </a:lnTo>
                  <a:lnTo>
                    <a:pt x="1" y="3036"/>
                  </a:lnTo>
                  <a:lnTo>
                    <a:pt x="89" y="3212"/>
                  </a:lnTo>
                  <a:lnTo>
                    <a:pt x="221" y="3299"/>
                  </a:lnTo>
                  <a:lnTo>
                    <a:pt x="837" y="3695"/>
                  </a:lnTo>
                  <a:lnTo>
                    <a:pt x="837" y="4179"/>
                  </a:lnTo>
                  <a:lnTo>
                    <a:pt x="221" y="4531"/>
                  </a:lnTo>
                  <a:lnTo>
                    <a:pt x="89" y="4663"/>
                  </a:lnTo>
                  <a:lnTo>
                    <a:pt x="1" y="4795"/>
                  </a:lnTo>
                  <a:lnTo>
                    <a:pt x="1" y="4971"/>
                  </a:lnTo>
                  <a:lnTo>
                    <a:pt x="45" y="5147"/>
                  </a:lnTo>
                  <a:lnTo>
                    <a:pt x="925" y="6643"/>
                  </a:lnTo>
                  <a:lnTo>
                    <a:pt x="1013" y="6775"/>
                  </a:lnTo>
                  <a:lnTo>
                    <a:pt x="1189" y="6863"/>
                  </a:lnTo>
                  <a:lnTo>
                    <a:pt x="1365" y="6863"/>
                  </a:lnTo>
                  <a:lnTo>
                    <a:pt x="1497" y="6819"/>
                  </a:lnTo>
                  <a:lnTo>
                    <a:pt x="2156" y="6423"/>
                  </a:lnTo>
                  <a:lnTo>
                    <a:pt x="2552" y="6687"/>
                  </a:lnTo>
                  <a:lnTo>
                    <a:pt x="2552" y="7434"/>
                  </a:lnTo>
                  <a:lnTo>
                    <a:pt x="2596" y="7566"/>
                  </a:lnTo>
                  <a:lnTo>
                    <a:pt x="2684" y="7742"/>
                  </a:lnTo>
                  <a:lnTo>
                    <a:pt x="2816" y="7830"/>
                  </a:lnTo>
                  <a:lnTo>
                    <a:pt x="4928" y="7830"/>
                  </a:lnTo>
                  <a:lnTo>
                    <a:pt x="5060" y="7742"/>
                  </a:lnTo>
                  <a:lnTo>
                    <a:pt x="5148" y="7566"/>
                  </a:lnTo>
                  <a:lnTo>
                    <a:pt x="5192" y="7434"/>
                  </a:lnTo>
                  <a:lnTo>
                    <a:pt x="5192" y="6687"/>
                  </a:lnTo>
                  <a:lnTo>
                    <a:pt x="5588" y="6423"/>
                  </a:lnTo>
                  <a:lnTo>
                    <a:pt x="6247" y="6819"/>
                  </a:lnTo>
                  <a:lnTo>
                    <a:pt x="6423" y="6863"/>
                  </a:lnTo>
                  <a:lnTo>
                    <a:pt x="6555" y="6863"/>
                  </a:lnTo>
                  <a:lnTo>
                    <a:pt x="6731" y="6775"/>
                  </a:lnTo>
                  <a:lnTo>
                    <a:pt x="6819" y="6643"/>
                  </a:lnTo>
                  <a:lnTo>
                    <a:pt x="7699" y="5147"/>
                  </a:lnTo>
                  <a:lnTo>
                    <a:pt x="7743" y="4971"/>
                  </a:lnTo>
                  <a:lnTo>
                    <a:pt x="7743" y="4795"/>
                  </a:lnTo>
                  <a:lnTo>
                    <a:pt x="7655" y="4663"/>
                  </a:lnTo>
                  <a:lnTo>
                    <a:pt x="7567" y="4531"/>
                  </a:lnTo>
                  <a:lnTo>
                    <a:pt x="6907" y="4179"/>
                  </a:lnTo>
                  <a:lnTo>
                    <a:pt x="6907" y="3695"/>
                  </a:lnTo>
                  <a:lnTo>
                    <a:pt x="7567" y="3299"/>
                  </a:lnTo>
                  <a:lnTo>
                    <a:pt x="7655" y="3212"/>
                  </a:lnTo>
                  <a:lnTo>
                    <a:pt x="7743" y="3036"/>
                  </a:lnTo>
                  <a:lnTo>
                    <a:pt x="7743" y="2904"/>
                  </a:lnTo>
                  <a:lnTo>
                    <a:pt x="7699" y="2728"/>
                  </a:lnTo>
                  <a:lnTo>
                    <a:pt x="6819" y="1232"/>
                  </a:lnTo>
                  <a:lnTo>
                    <a:pt x="6731" y="1100"/>
                  </a:lnTo>
                  <a:lnTo>
                    <a:pt x="6555" y="1012"/>
                  </a:lnTo>
                  <a:lnTo>
                    <a:pt x="6423" y="1012"/>
                  </a:lnTo>
                  <a:lnTo>
                    <a:pt x="6247" y="1056"/>
                  </a:lnTo>
                  <a:lnTo>
                    <a:pt x="5588" y="1408"/>
                  </a:lnTo>
                  <a:lnTo>
                    <a:pt x="5192" y="1188"/>
                  </a:lnTo>
                  <a:lnTo>
                    <a:pt x="5192" y="440"/>
                  </a:lnTo>
                  <a:lnTo>
                    <a:pt x="5148" y="264"/>
                  </a:lnTo>
                  <a:lnTo>
                    <a:pt x="5060" y="132"/>
                  </a:lnTo>
                  <a:lnTo>
                    <a:pt x="4928" y="44"/>
                  </a:lnTo>
                  <a:lnTo>
                    <a:pt x="475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8"/>
            <p:cNvSpPr/>
            <p:nvPr/>
          </p:nvSpPr>
          <p:spPr>
            <a:xfrm>
              <a:off x="3375882" y="4284219"/>
              <a:ext cx="60487" cy="60487"/>
            </a:xfrm>
            <a:custGeom>
              <a:avLst/>
              <a:gdLst/>
              <a:ahLst/>
              <a:cxnLst/>
              <a:rect l="l" t="t" r="r" b="b"/>
              <a:pathLst>
                <a:path w="2596" h="2596" extrusionOk="0">
                  <a:moveTo>
                    <a:pt x="1452" y="880"/>
                  </a:moveTo>
                  <a:lnTo>
                    <a:pt x="1584" y="968"/>
                  </a:lnTo>
                  <a:lnTo>
                    <a:pt x="1672" y="1144"/>
                  </a:lnTo>
                  <a:lnTo>
                    <a:pt x="1716" y="1276"/>
                  </a:lnTo>
                  <a:lnTo>
                    <a:pt x="1672" y="1452"/>
                  </a:lnTo>
                  <a:lnTo>
                    <a:pt x="1584" y="1584"/>
                  </a:lnTo>
                  <a:lnTo>
                    <a:pt x="1452" y="1716"/>
                  </a:lnTo>
                  <a:lnTo>
                    <a:pt x="1100" y="1716"/>
                  </a:lnTo>
                  <a:lnTo>
                    <a:pt x="968" y="1584"/>
                  </a:lnTo>
                  <a:lnTo>
                    <a:pt x="880" y="1452"/>
                  </a:lnTo>
                  <a:lnTo>
                    <a:pt x="836" y="1276"/>
                  </a:lnTo>
                  <a:lnTo>
                    <a:pt x="880" y="1144"/>
                  </a:lnTo>
                  <a:lnTo>
                    <a:pt x="968" y="968"/>
                  </a:lnTo>
                  <a:lnTo>
                    <a:pt x="1100" y="880"/>
                  </a:lnTo>
                  <a:close/>
                  <a:moveTo>
                    <a:pt x="1012" y="1"/>
                  </a:moveTo>
                  <a:lnTo>
                    <a:pt x="792" y="89"/>
                  </a:lnTo>
                  <a:lnTo>
                    <a:pt x="572" y="221"/>
                  </a:lnTo>
                  <a:lnTo>
                    <a:pt x="352" y="353"/>
                  </a:lnTo>
                  <a:lnTo>
                    <a:pt x="220" y="573"/>
                  </a:lnTo>
                  <a:lnTo>
                    <a:pt x="88" y="792"/>
                  </a:lnTo>
                  <a:lnTo>
                    <a:pt x="0" y="1012"/>
                  </a:lnTo>
                  <a:lnTo>
                    <a:pt x="0" y="1276"/>
                  </a:lnTo>
                  <a:lnTo>
                    <a:pt x="0" y="1540"/>
                  </a:lnTo>
                  <a:lnTo>
                    <a:pt x="88" y="1804"/>
                  </a:lnTo>
                  <a:lnTo>
                    <a:pt x="220" y="2024"/>
                  </a:lnTo>
                  <a:lnTo>
                    <a:pt x="352" y="2200"/>
                  </a:lnTo>
                  <a:lnTo>
                    <a:pt x="572" y="2376"/>
                  </a:lnTo>
                  <a:lnTo>
                    <a:pt x="792" y="2508"/>
                  </a:lnTo>
                  <a:lnTo>
                    <a:pt x="1012" y="2596"/>
                  </a:lnTo>
                  <a:lnTo>
                    <a:pt x="1540" y="2596"/>
                  </a:lnTo>
                  <a:lnTo>
                    <a:pt x="1804" y="2508"/>
                  </a:lnTo>
                  <a:lnTo>
                    <a:pt x="2024" y="2376"/>
                  </a:lnTo>
                  <a:lnTo>
                    <a:pt x="2200" y="2200"/>
                  </a:lnTo>
                  <a:lnTo>
                    <a:pt x="2376" y="2024"/>
                  </a:lnTo>
                  <a:lnTo>
                    <a:pt x="2508" y="1804"/>
                  </a:lnTo>
                  <a:lnTo>
                    <a:pt x="2552" y="1540"/>
                  </a:lnTo>
                  <a:lnTo>
                    <a:pt x="2596" y="1276"/>
                  </a:lnTo>
                  <a:lnTo>
                    <a:pt x="2552" y="1012"/>
                  </a:lnTo>
                  <a:lnTo>
                    <a:pt x="2508" y="792"/>
                  </a:lnTo>
                  <a:lnTo>
                    <a:pt x="2376" y="573"/>
                  </a:lnTo>
                  <a:lnTo>
                    <a:pt x="2200" y="353"/>
                  </a:lnTo>
                  <a:lnTo>
                    <a:pt x="2024" y="221"/>
                  </a:lnTo>
                  <a:lnTo>
                    <a:pt x="1804" y="89"/>
                  </a:lnTo>
                  <a:lnTo>
                    <a:pt x="154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58" name="Google Shape;258;p8"/>
          <p:cNvPicPr preferRelativeResize="0"/>
          <p:nvPr/>
        </p:nvPicPr>
        <p:blipFill>
          <a:blip r:embed="rId3">
            <a:alphaModFix/>
          </a:blip>
          <a:stretch>
            <a:fillRect/>
          </a:stretch>
        </p:blipFill>
        <p:spPr>
          <a:xfrm>
            <a:off x="4329674" y="1408300"/>
            <a:ext cx="503250" cy="659431"/>
          </a:xfrm>
          <a:prstGeom prst="rect">
            <a:avLst/>
          </a:prstGeom>
          <a:noFill/>
          <a:ln>
            <a:noFill/>
          </a:ln>
        </p:spPr>
      </p:pic>
      <p:sp>
        <p:nvSpPr>
          <p:cNvPr id="259" name="Google Shape;259;p8"/>
          <p:cNvSpPr txBox="1"/>
          <p:nvPr/>
        </p:nvSpPr>
        <p:spPr>
          <a:xfrm>
            <a:off x="3625325" y="2108686"/>
            <a:ext cx="19782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90000"/>
              </a:lnSpc>
              <a:spcBef>
                <a:spcPts val="0"/>
              </a:spcBef>
              <a:spcAft>
                <a:spcPts val="0"/>
              </a:spcAft>
              <a:buClr>
                <a:schemeClr val="dk1"/>
              </a:buClr>
              <a:buSzPts val="1600"/>
              <a:buFont typeface="Arial"/>
              <a:buNone/>
            </a:pPr>
            <a:r>
              <a:rPr lang="en" sz="1200">
                <a:latin typeface="Chivo"/>
                <a:ea typeface="Chivo"/>
                <a:cs typeface="Chivo"/>
                <a:sym typeface="Chivo"/>
              </a:rPr>
              <a:t>Ulasan yang dianalisis merupakan ulasan dalam Bahasa Indonesia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500"/>
                                        <p:tgtEl>
                                          <p:spTgt spid="21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2"/>
                                        </p:tgtEl>
                                        <p:attrNameLst>
                                          <p:attrName>style.visibility</p:attrName>
                                        </p:attrNameLst>
                                      </p:cBhvr>
                                      <p:to>
                                        <p:strVal val="visible"/>
                                      </p:to>
                                    </p:set>
                                    <p:animEffect transition="in" filter="fade">
                                      <p:cBhvr>
                                        <p:cTn id="11" dur="1000"/>
                                        <p:tgtEl>
                                          <p:spTgt spid="212"/>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214"/>
                                        </p:tgtEl>
                                        <p:attrNameLst>
                                          <p:attrName>style.visibility</p:attrName>
                                        </p:attrNameLst>
                                      </p:cBhvr>
                                      <p:to>
                                        <p:strVal val="visible"/>
                                      </p:to>
                                    </p:set>
                                    <p:animEffect transition="in" filter="fade">
                                      <p:cBhvr>
                                        <p:cTn id="15" dur="700"/>
                                        <p:tgtEl>
                                          <p:spTgt spid="214"/>
                                        </p:tgtEl>
                                      </p:cBhvr>
                                    </p:animEffect>
                                  </p:childTnLst>
                                </p:cTn>
                              </p:par>
                            </p:childTnLst>
                          </p:cTn>
                        </p:par>
                        <p:par>
                          <p:cTn id="16" fill="hold">
                            <p:stCondLst>
                              <p:cond delay="2200"/>
                            </p:stCondLst>
                            <p:childTnLst>
                              <p:par>
                                <p:cTn id="17" presetID="10" presetClass="entr" presetSubtype="0" fill="hold" nodeType="afterEffect">
                                  <p:stCondLst>
                                    <p:cond delay="0"/>
                                  </p:stCondLst>
                                  <p:childTnLst>
                                    <p:set>
                                      <p:cBhvr>
                                        <p:cTn id="18" dur="1" fill="hold">
                                          <p:stCondLst>
                                            <p:cond delay="0"/>
                                          </p:stCondLst>
                                        </p:cTn>
                                        <p:tgtEl>
                                          <p:spTgt spid="237"/>
                                        </p:tgtEl>
                                        <p:attrNameLst>
                                          <p:attrName>style.visibility</p:attrName>
                                        </p:attrNameLst>
                                      </p:cBhvr>
                                      <p:to>
                                        <p:strVal val="visible"/>
                                      </p:to>
                                    </p:set>
                                    <p:animEffect transition="in" filter="fade">
                                      <p:cBhvr>
                                        <p:cTn id="19" dur="500"/>
                                        <p:tgtEl>
                                          <p:spTgt spid="237"/>
                                        </p:tgtEl>
                                      </p:cBhvr>
                                    </p:animEffect>
                                  </p:childTnLst>
                                </p:cTn>
                              </p:par>
                            </p:childTnLst>
                          </p:cTn>
                        </p:par>
                        <p:par>
                          <p:cTn id="20" fill="hold">
                            <p:stCondLst>
                              <p:cond delay="2700"/>
                            </p:stCondLst>
                            <p:childTnLst>
                              <p:par>
                                <p:cTn id="21" presetID="10" presetClass="entr" presetSubtype="0" fill="hold" nodeType="afterEffect">
                                  <p:stCondLst>
                                    <p:cond delay="0"/>
                                  </p:stCondLst>
                                  <p:childTnLst>
                                    <p:set>
                                      <p:cBhvr>
                                        <p:cTn id="22" dur="1" fill="hold">
                                          <p:stCondLst>
                                            <p:cond delay="0"/>
                                          </p:stCondLst>
                                        </p:cTn>
                                        <p:tgtEl>
                                          <p:spTgt spid="236"/>
                                        </p:tgtEl>
                                        <p:attrNameLst>
                                          <p:attrName>style.visibility</p:attrName>
                                        </p:attrNameLst>
                                      </p:cBhvr>
                                      <p:to>
                                        <p:strVal val="visible"/>
                                      </p:to>
                                    </p:set>
                                    <p:animEffect transition="in" filter="fade">
                                      <p:cBhvr>
                                        <p:cTn id="23" dur="500"/>
                                        <p:tgtEl>
                                          <p:spTgt spid="236"/>
                                        </p:tgtEl>
                                      </p:cBhvr>
                                    </p:animEffect>
                                  </p:childTnLst>
                                </p:cTn>
                              </p:par>
                            </p:childTnLst>
                          </p:cTn>
                        </p:par>
                        <p:par>
                          <p:cTn id="24" fill="hold">
                            <p:stCondLst>
                              <p:cond delay="3200"/>
                            </p:stCondLst>
                            <p:childTnLst>
                              <p:par>
                                <p:cTn id="25" presetID="23" presetClass="entr" presetSubtype="16" fill="hold" nodeType="afterEffect">
                                  <p:stCondLst>
                                    <p:cond delay="0"/>
                                  </p:stCondLst>
                                  <p:childTnLst>
                                    <p:set>
                                      <p:cBhvr>
                                        <p:cTn id="26" dur="1" fill="hold">
                                          <p:stCondLst>
                                            <p:cond delay="0"/>
                                          </p:stCondLst>
                                        </p:cTn>
                                        <p:tgtEl>
                                          <p:spTgt spid="215"/>
                                        </p:tgtEl>
                                        <p:attrNameLst>
                                          <p:attrName>style.visibility</p:attrName>
                                        </p:attrNameLst>
                                      </p:cBhvr>
                                      <p:to>
                                        <p:strVal val="visible"/>
                                      </p:to>
                                    </p:set>
                                    <p:anim calcmode="lin" valueType="num">
                                      <p:cBhvr additive="base">
                                        <p:cTn id="27" dur="500"/>
                                        <p:tgtEl>
                                          <p:spTgt spid="215"/>
                                        </p:tgtEl>
                                        <p:attrNameLst>
                                          <p:attrName>ppt_w</p:attrName>
                                        </p:attrNameLst>
                                      </p:cBhvr>
                                      <p:tavLst>
                                        <p:tav tm="0">
                                          <p:val>
                                            <p:strVal val="0"/>
                                          </p:val>
                                        </p:tav>
                                        <p:tav tm="100000">
                                          <p:val>
                                            <p:strVal val="#ppt_w"/>
                                          </p:val>
                                        </p:tav>
                                      </p:tavLst>
                                    </p:anim>
                                    <p:anim calcmode="lin" valueType="num">
                                      <p:cBhvr additive="base">
                                        <p:cTn id="28" dur="500"/>
                                        <p:tgtEl>
                                          <p:spTgt spid="21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9"/>
          <p:cNvSpPr txBox="1"/>
          <p:nvPr/>
        </p:nvSpPr>
        <p:spPr>
          <a:xfrm>
            <a:off x="3890700" y="1986648"/>
            <a:ext cx="1398900" cy="4068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800" b="0" i="0" u="none" strike="noStrike" cap="none">
                <a:solidFill>
                  <a:schemeClr val="dk1"/>
                </a:solidFill>
                <a:latin typeface="Bebas Neue"/>
                <a:ea typeface="Bebas Neue"/>
                <a:cs typeface="Bebas Neue"/>
                <a:sym typeface="Bebas Neue"/>
              </a:rPr>
              <a:t>02</a:t>
            </a:r>
            <a:endParaRPr/>
          </a:p>
        </p:txBody>
      </p:sp>
      <p:sp>
        <p:nvSpPr>
          <p:cNvPr id="265" name="Google Shape;265;p29"/>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6" name="Google Shape;266;p29"/>
          <p:cNvSpPr txBox="1">
            <a:spLocks noGrp="1"/>
          </p:cNvSpPr>
          <p:nvPr>
            <p:ph type="title"/>
          </p:nvPr>
        </p:nvSpPr>
        <p:spPr>
          <a:xfrm>
            <a:off x="725954" y="640737"/>
            <a:ext cx="3409245"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Manfaat Penelitian</a:t>
            </a:r>
            <a:endParaRPr/>
          </a:p>
        </p:txBody>
      </p:sp>
      <p:sp>
        <p:nvSpPr>
          <p:cNvPr id="267" name="Google Shape;267;p29"/>
          <p:cNvSpPr/>
          <p:nvPr/>
        </p:nvSpPr>
        <p:spPr>
          <a:xfrm>
            <a:off x="1051542" y="4282089"/>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8" name="Google Shape;268;p29"/>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9" name="Google Shape;269;p29"/>
          <p:cNvSpPr/>
          <p:nvPr/>
        </p:nvSpPr>
        <p:spPr>
          <a:xfrm>
            <a:off x="3323582" y="4529378"/>
            <a:ext cx="486028" cy="52999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270" name="Google Shape;270;p29"/>
          <p:cNvGrpSpPr/>
          <p:nvPr/>
        </p:nvGrpSpPr>
        <p:grpSpPr>
          <a:xfrm>
            <a:off x="8686722" y="-53866"/>
            <a:ext cx="914556" cy="718263"/>
            <a:chOff x="388620" y="1420922"/>
            <a:chExt cx="679997" cy="534048"/>
          </a:xfrm>
        </p:grpSpPr>
        <p:sp>
          <p:nvSpPr>
            <p:cNvPr id="271" name="Google Shape;271;p29"/>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2" name="Google Shape;272;p29"/>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3" name="Google Shape;273;p29"/>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4" name="Google Shape;274;p29"/>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5" name="Google Shape;275;p29"/>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6" name="Google Shape;276;p29"/>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7" name="Google Shape;277;p29"/>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8" name="Google Shape;278;p29"/>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9" name="Google Shape;279;p29"/>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0" name="Google Shape;280;p29"/>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1" name="Google Shape;281;p29"/>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2" name="Google Shape;282;p29"/>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3" name="Google Shape;283;p29"/>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4" name="Google Shape;284;p29"/>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5" name="Google Shape;285;p29"/>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6" name="Google Shape;286;p29"/>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7" name="Google Shape;287;p29"/>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8" name="Google Shape;288;p29"/>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9" name="Google Shape;289;p29"/>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0" name="Google Shape;290;p29"/>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pSp>
        <p:nvGrpSpPr>
          <p:cNvPr id="291" name="Google Shape;291;p29"/>
          <p:cNvGrpSpPr/>
          <p:nvPr/>
        </p:nvGrpSpPr>
        <p:grpSpPr>
          <a:xfrm>
            <a:off x="7437156" y="2900397"/>
            <a:ext cx="2593812" cy="3086031"/>
            <a:chOff x="5490343" y="1129662"/>
            <a:chExt cx="2933678" cy="3479140"/>
          </a:xfrm>
        </p:grpSpPr>
        <p:sp>
          <p:nvSpPr>
            <p:cNvPr id="292" name="Google Shape;292;p29"/>
            <p:cNvSpPr/>
            <p:nvPr/>
          </p:nvSpPr>
          <p:spPr>
            <a:xfrm rot="5400000">
              <a:off x="5915186" y="2524811"/>
              <a:ext cx="2083991" cy="2083991"/>
            </a:xfrm>
            <a:prstGeom prst="chord">
              <a:avLst>
                <a:gd name="adj1" fmla="val 5386760"/>
                <a:gd name="adj2" fmla="val 1620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29"/>
            <p:cNvSpPr/>
            <p:nvPr/>
          </p:nvSpPr>
          <p:spPr>
            <a:xfrm rot="5400000">
              <a:off x="6348586" y="2958035"/>
              <a:ext cx="1217367" cy="1217367"/>
            </a:xfrm>
            <a:prstGeom prst="chord">
              <a:avLst>
                <a:gd name="adj1" fmla="val 5386760"/>
                <a:gd name="adj2" fmla="val 1620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29"/>
            <p:cNvSpPr/>
            <p:nvPr/>
          </p:nvSpPr>
          <p:spPr>
            <a:xfrm rot="5400000">
              <a:off x="6555068" y="3164399"/>
              <a:ext cx="804521" cy="804521"/>
            </a:xfrm>
            <a:prstGeom prst="chord">
              <a:avLst>
                <a:gd name="adj1" fmla="val 5386760"/>
                <a:gd name="adj2" fmla="val 1620000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29"/>
            <p:cNvSpPr/>
            <p:nvPr/>
          </p:nvSpPr>
          <p:spPr>
            <a:xfrm>
              <a:off x="5490343" y="3466594"/>
              <a:ext cx="2933678" cy="200424"/>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29"/>
            <p:cNvSpPr/>
            <p:nvPr/>
          </p:nvSpPr>
          <p:spPr>
            <a:xfrm rot="2146419" flipH="1">
              <a:off x="7471423" y="1564224"/>
              <a:ext cx="84675" cy="2005053"/>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29"/>
            <p:cNvSpPr/>
            <p:nvPr/>
          </p:nvSpPr>
          <p:spPr>
            <a:xfrm rot="2147664">
              <a:off x="7909051" y="1512180"/>
              <a:ext cx="210553" cy="722356"/>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29"/>
            <p:cNvSpPr/>
            <p:nvPr/>
          </p:nvSpPr>
          <p:spPr>
            <a:xfrm flipH="1">
              <a:off x="6897900" y="1378185"/>
              <a:ext cx="84600" cy="2005200"/>
            </a:xfrm>
            <a:prstGeom prst="roundRect">
              <a:avLst>
                <a:gd name="adj" fmla="val 5000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29"/>
            <p:cNvSpPr/>
            <p:nvPr/>
          </p:nvSpPr>
          <p:spPr>
            <a:xfrm rot="-4904">
              <a:off x="6835050" y="1129812"/>
              <a:ext cx="210300" cy="722100"/>
            </a:xfrm>
            <a:prstGeom prst="round2SameRect">
              <a:avLst>
                <a:gd name="adj1" fmla="val 50000"/>
                <a:gd name="adj2" fmla="val 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29"/>
            <p:cNvSpPr/>
            <p:nvPr/>
          </p:nvSpPr>
          <p:spPr>
            <a:xfrm>
              <a:off x="6203318" y="1209275"/>
              <a:ext cx="1861500" cy="1861200"/>
            </a:xfrm>
            <a:prstGeom prst="arc">
              <a:avLst>
                <a:gd name="adj1" fmla="val 15676365"/>
                <a:gd name="adj2" fmla="val 20372477"/>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1" name="Google Shape;301;p29"/>
          <p:cNvSpPr/>
          <p:nvPr/>
        </p:nvSpPr>
        <p:spPr>
          <a:xfrm>
            <a:off x="1669699" y="1462807"/>
            <a:ext cx="1382700" cy="1382700"/>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29"/>
          <p:cNvSpPr/>
          <p:nvPr/>
        </p:nvSpPr>
        <p:spPr>
          <a:xfrm flipH="1">
            <a:off x="1670598" y="1462532"/>
            <a:ext cx="1382700" cy="1382700"/>
          </a:xfrm>
          <a:prstGeom prst="blockArc">
            <a:avLst>
              <a:gd name="adj1" fmla="val 16323429"/>
              <a:gd name="adj2" fmla="val 16203237"/>
              <a:gd name="adj3" fmla="val 11816"/>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29"/>
          <p:cNvSpPr/>
          <p:nvPr/>
        </p:nvSpPr>
        <p:spPr>
          <a:xfrm>
            <a:off x="3894273" y="1481206"/>
            <a:ext cx="1382700" cy="1382700"/>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29"/>
          <p:cNvSpPr/>
          <p:nvPr/>
        </p:nvSpPr>
        <p:spPr>
          <a:xfrm flipH="1">
            <a:off x="3894410" y="1480931"/>
            <a:ext cx="1382700" cy="1382700"/>
          </a:xfrm>
          <a:prstGeom prst="blockArc">
            <a:avLst>
              <a:gd name="adj1" fmla="val 16346726"/>
              <a:gd name="adj2" fmla="val 16203237"/>
              <a:gd name="adj3" fmla="val 11816"/>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29"/>
          <p:cNvSpPr txBox="1"/>
          <p:nvPr/>
        </p:nvSpPr>
        <p:spPr>
          <a:xfrm>
            <a:off x="1653349" y="1986648"/>
            <a:ext cx="1398900" cy="4068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800" b="0" i="0" u="none" strike="noStrike" cap="none">
                <a:solidFill>
                  <a:schemeClr val="dk1"/>
                </a:solidFill>
                <a:latin typeface="Bebas Neue"/>
                <a:ea typeface="Bebas Neue"/>
                <a:cs typeface="Bebas Neue"/>
                <a:sym typeface="Bebas Neue"/>
              </a:rPr>
              <a:t>01</a:t>
            </a:r>
            <a:endParaRPr/>
          </a:p>
        </p:txBody>
      </p:sp>
      <p:sp>
        <p:nvSpPr>
          <p:cNvPr id="306" name="Google Shape;306;p29"/>
          <p:cNvSpPr txBox="1"/>
          <p:nvPr/>
        </p:nvSpPr>
        <p:spPr>
          <a:xfrm>
            <a:off x="1568541" y="2914284"/>
            <a:ext cx="16252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2000" b="0" i="0" u="none" strike="noStrike" cap="none" dirty="0">
                <a:solidFill>
                  <a:srgbClr val="1D0D00"/>
                </a:solidFill>
                <a:latin typeface="DM Sans Medium"/>
                <a:ea typeface="DM Sans Medium"/>
                <a:cs typeface="DM Sans Medium"/>
                <a:sym typeface="DM Sans Medium"/>
              </a:rPr>
              <a:t>Bagi </a:t>
            </a:r>
          </a:p>
          <a:p>
            <a:pPr marL="0" marR="0" lvl="0" indent="0" algn="ctr" rtl="0">
              <a:lnSpc>
                <a:spcPct val="115000"/>
              </a:lnSpc>
              <a:spcBef>
                <a:spcPts val="0"/>
              </a:spcBef>
              <a:spcAft>
                <a:spcPts val="0"/>
              </a:spcAft>
              <a:buClr>
                <a:srgbClr val="1D0D00"/>
              </a:buClr>
              <a:buSzPts val="2400"/>
              <a:buFont typeface="Bebas Neue"/>
              <a:buNone/>
            </a:pPr>
            <a:r>
              <a:rPr lang="en" sz="2000" b="0" i="0" u="none" strike="noStrike" cap="none" dirty="0">
                <a:solidFill>
                  <a:srgbClr val="1D0D00"/>
                </a:solidFill>
                <a:latin typeface="DM Sans Medium"/>
                <a:ea typeface="DM Sans Medium"/>
                <a:cs typeface="DM Sans Medium"/>
                <a:sym typeface="DM Sans Medium"/>
              </a:rPr>
              <a:t>Peneliti</a:t>
            </a:r>
            <a:endParaRPr sz="2000" b="0" i="0" u="none" strike="noStrike" cap="none" dirty="0">
              <a:solidFill>
                <a:srgbClr val="1D0D00"/>
              </a:solidFill>
              <a:latin typeface="DM Sans Medium"/>
              <a:ea typeface="DM Sans Medium"/>
              <a:cs typeface="DM Sans Medium"/>
              <a:sym typeface="DM Sans Medium"/>
            </a:endParaRPr>
          </a:p>
        </p:txBody>
      </p:sp>
      <p:sp>
        <p:nvSpPr>
          <p:cNvPr id="307" name="Google Shape;307;p29"/>
          <p:cNvSpPr txBox="1"/>
          <p:nvPr/>
        </p:nvSpPr>
        <p:spPr>
          <a:xfrm>
            <a:off x="3843155" y="2921215"/>
            <a:ext cx="16252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2000" b="0" i="0" u="none" strike="noStrike" cap="none">
                <a:solidFill>
                  <a:srgbClr val="1D0D00"/>
                </a:solidFill>
                <a:latin typeface="DM Sans Medium"/>
                <a:ea typeface="DM Sans Medium"/>
                <a:cs typeface="DM Sans Medium"/>
                <a:sym typeface="DM Sans Medium"/>
              </a:rPr>
              <a:t>Bagi Universitas</a:t>
            </a:r>
            <a:endParaRPr sz="2000" b="0" i="0" u="none" strike="noStrike" cap="none">
              <a:solidFill>
                <a:srgbClr val="1D0D00"/>
              </a:solidFill>
              <a:latin typeface="DM Sans Medium"/>
              <a:ea typeface="DM Sans Medium"/>
              <a:cs typeface="DM Sans Medium"/>
              <a:sym typeface="DM Sans Medium"/>
            </a:endParaRPr>
          </a:p>
        </p:txBody>
      </p:sp>
      <p:sp>
        <p:nvSpPr>
          <p:cNvPr id="308" name="Google Shape;308;p29"/>
          <p:cNvSpPr/>
          <p:nvPr/>
        </p:nvSpPr>
        <p:spPr>
          <a:xfrm>
            <a:off x="6132729" y="1462807"/>
            <a:ext cx="1382700" cy="1382700"/>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29"/>
          <p:cNvSpPr/>
          <p:nvPr/>
        </p:nvSpPr>
        <p:spPr>
          <a:xfrm flipH="1">
            <a:off x="6133628" y="1462532"/>
            <a:ext cx="1382700" cy="1382700"/>
          </a:xfrm>
          <a:prstGeom prst="blockArc">
            <a:avLst>
              <a:gd name="adj1" fmla="val 16323429"/>
              <a:gd name="adj2" fmla="val 16203237"/>
              <a:gd name="adj3" fmla="val 11816"/>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29"/>
          <p:cNvSpPr txBox="1"/>
          <p:nvPr/>
        </p:nvSpPr>
        <p:spPr>
          <a:xfrm>
            <a:off x="6116379" y="1986648"/>
            <a:ext cx="1398900" cy="4068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800" b="0" i="0" u="none" strike="noStrike" cap="none">
                <a:solidFill>
                  <a:schemeClr val="dk1"/>
                </a:solidFill>
                <a:latin typeface="Bebas Neue"/>
                <a:ea typeface="Bebas Neue"/>
                <a:cs typeface="Bebas Neue"/>
                <a:sym typeface="Bebas Neue"/>
              </a:rPr>
              <a:t>03</a:t>
            </a:r>
            <a:endParaRPr/>
          </a:p>
        </p:txBody>
      </p:sp>
      <p:sp>
        <p:nvSpPr>
          <p:cNvPr id="311" name="Google Shape;311;p29"/>
          <p:cNvSpPr txBox="1"/>
          <p:nvPr/>
        </p:nvSpPr>
        <p:spPr>
          <a:xfrm>
            <a:off x="6031571" y="2914284"/>
            <a:ext cx="16252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2000" b="0" i="0" u="none" strike="noStrike" cap="none">
                <a:solidFill>
                  <a:srgbClr val="1D0D00"/>
                </a:solidFill>
                <a:latin typeface="DM Sans Medium"/>
                <a:ea typeface="DM Sans Medium"/>
                <a:cs typeface="DM Sans Medium"/>
                <a:sym typeface="DM Sans Medium"/>
              </a:rPr>
              <a:t>Bagi Pembaca</a:t>
            </a:r>
            <a:endParaRPr sz="2000" b="0" i="0" u="none" strike="noStrike" cap="none">
              <a:solidFill>
                <a:srgbClr val="1D0D00"/>
              </a:solidFill>
              <a:latin typeface="DM Sans Medium"/>
              <a:ea typeface="DM Sans Medium"/>
              <a:cs typeface="DM Sans Medium"/>
              <a:sym typeface="DM Sans Medium"/>
            </a:endParaRPr>
          </a:p>
        </p:txBody>
      </p:sp>
      <p:sp>
        <p:nvSpPr>
          <p:cNvPr id="312" name="Google Shape;312;p29"/>
          <p:cNvSpPr txBox="1"/>
          <p:nvPr/>
        </p:nvSpPr>
        <p:spPr>
          <a:xfrm>
            <a:off x="3821588" y="3186981"/>
            <a:ext cx="1625201" cy="988128"/>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Tolak ukur kemampuan mahasiswa</a:t>
            </a:r>
            <a:endParaRPr sz="1400" b="0" i="0" u="none" strike="noStrike" cap="none">
              <a:solidFill>
                <a:srgbClr val="1D0D00"/>
              </a:solidFill>
              <a:latin typeface="DM Sans Medium"/>
              <a:ea typeface="DM Sans Medium"/>
              <a:cs typeface="DM Sans Medium"/>
              <a:sym typeface="DM Sans Medium"/>
            </a:endParaRPr>
          </a:p>
        </p:txBody>
      </p:sp>
      <p:sp>
        <p:nvSpPr>
          <p:cNvPr id="313" name="Google Shape;313;p29"/>
          <p:cNvSpPr txBox="1"/>
          <p:nvPr/>
        </p:nvSpPr>
        <p:spPr>
          <a:xfrm>
            <a:off x="1590073" y="3198958"/>
            <a:ext cx="1625201" cy="988128"/>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Mengaplikasikan ilmu akademis di perkuliahan</a:t>
            </a:r>
            <a:endParaRPr sz="1400" b="0" i="0" u="none" strike="noStrike" cap="none">
              <a:solidFill>
                <a:srgbClr val="1D0D00"/>
              </a:solidFill>
              <a:latin typeface="DM Sans Medium"/>
              <a:ea typeface="DM Sans Medium"/>
              <a:cs typeface="DM Sans Medium"/>
              <a:sym typeface="DM Sans Medium"/>
            </a:endParaRPr>
          </a:p>
        </p:txBody>
      </p:sp>
      <p:sp>
        <p:nvSpPr>
          <p:cNvPr id="314" name="Google Shape;314;p29"/>
          <p:cNvSpPr txBox="1"/>
          <p:nvPr/>
        </p:nvSpPr>
        <p:spPr>
          <a:xfrm>
            <a:off x="5902800" y="3693025"/>
            <a:ext cx="1842600" cy="1228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Menambah wawasan &amp;</a:t>
            </a:r>
            <a:endParaRPr/>
          </a:p>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sebagai panduan penerapan KNN dan Tomek Links dalam Python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grpSp>
        <p:nvGrpSpPr>
          <p:cNvPr id="319" name="Google Shape;319;p30"/>
          <p:cNvGrpSpPr/>
          <p:nvPr/>
        </p:nvGrpSpPr>
        <p:grpSpPr>
          <a:xfrm>
            <a:off x="3949390" y="4491534"/>
            <a:ext cx="1245220" cy="185854"/>
            <a:chOff x="1836563" y="443835"/>
            <a:chExt cx="1245220" cy="185854"/>
          </a:xfrm>
        </p:grpSpPr>
        <p:sp>
          <p:nvSpPr>
            <p:cNvPr id="320" name="Google Shape;320;p30"/>
            <p:cNvSpPr/>
            <p:nvPr/>
          </p:nvSpPr>
          <p:spPr>
            <a:xfrm>
              <a:off x="1836563"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1" name="Google Shape;321;p30"/>
            <p:cNvSpPr/>
            <p:nvPr/>
          </p:nvSpPr>
          <p:spPr>
            <a:xfrm>
              <a:off x="2189685"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2" name="Google Shape;322;p30"/>
            <p:cNvSpPr/>
            <p:nvPr/>
          </p:nvSpPr>
          <p:spPr>
            <a:xfrm>
              <a:off x="2542807"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3" name="Google Shape;323;p30"/>
            <p:cNvSpPr/>
            <p:nvPr/>
          </p:nvSpPr>
          <p:spPr>
            <a:xfrm>
              <a:off x="2895929"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324" name="Google Shape;324;p30"/>
          <p:cNvSpPr/>
          <p:nvPr/>
        </p:nvSpPr>
        <p:spPr>
          <a:xfrm>
            <a:off x="-412131" y="-1720336"/>
            <a:ext cx="2996100" cy="2996100"/>
          </a:xfrm>
          <a:prstGeom prst="flowChartConnector">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5" name="Google Shape;325;p30"/>
          <p:cNvSpPr/>
          <p:nvPr/>
        </p:nvSpPr>
        <p:spPr>
          <a:xfrm rot="5400000">
            <a:off x="7859990" y="1324251"/>
            <a:ext cx="2011760" cy="556260"/>
          </a:xfrm>
          <a:prstGeom prst="flowChartProcess">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6" name="Google Shape;326;p30"/>
          <p:cNvSpPr/>
          <p:nvPr/>
        </p:nvSpPr>
        <p:spPr>
          <a:xfrm rot="5400000">
            <a:off x="7859990" y="3336013"/>
            <a:ext cx="2011760" cy="556260"/>
          </a:xfrm>
          <a:prstGeom prst="flowChartProcess">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7" name="Google Shape;327;p30"/>
          <p:cNvSpPr txBox="1">
            <a:spLocks noGrp="1"/>
          </p:cNvSpPr>
          <p:nvPr>
            <p:ph type="title"/>
          </p:nvPr>
        </p:nvSpPr>
        <p:spPr>
          <a:xfrm>
            <a:off x="723900" y="2131872"/>
            <a:ext cx="7696200" cy="12192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7500"/>
              <a:buNone/>
            </a:pPr>
            <a:r>
              <a:rPr lang="en"/>
              <a:t>Tinjuan pustaka</a:t>
            </a:r>
            <a:endParaRPr/>
          </a:p>
        </p:txBody>
      </p:sp>
      <p:sp>
        <p:nvSpPr>
          <p:cNvPr id="328" name="Google Shape;328;p30"/>
          <p:cNvSpPr txBox="1">
            <a:spLocks noGrp="1"/>
          </p:cNvSpPr>
          <p:nvPr>
            <p:ph type="body" idx="2"/>
          </p:nvPr>
        </p:nvSpPr>
        <p:spPr>
          <a:xfrm>
            <a:off x="723900" y="1275625"/>
            <a:ext cx="7696200" cy="8334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9600"/>
              <a:buNone/>
            </a:pPr>
            <a:r>
              <a:rPr lang="en"/>
              <a:t>Bab ii</a:t>
            </a:r>
            <a:endParaRPr/>
          </a:p>
        </p:txBody>
      </p:sp>
      <p:sp>
        <p:nvSpPr>
          <p:cNvPr id="329" name="Google Shape;329;p30"/>
          <p:cNvSpPr/>
          <p:nvPr/>
        </p:nvSpPr>
        <p:spPr>
          <a:xfrm>
            <a:off x="7956956" y="146951"/>
            <a:ext cx="186000" cy="186000"/>
          </a:xfrm>
          <a:prstGeom prst="ellipse">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afterEffect">
                                  <p:stCondLst>
                                    <p:cond delay="0"/>
                                  </p:stCondLst>
                                  <p:childTnLst>
                                    <p:animEffect transition="out" filter="fade">
                                      <p:cBhvr>
                                        <p:cTn id="6" dur="500"/>
                                        <p:tgtEl>
                                          <p:spTgt spid="329"/>
                                        </p:tgtEl>
                                      </p:cBhvr>
                                    </p:animEffect>
                                    <p:set>
                                      <p:cBhvr>
                                        <p:cTn id="7" dur="1" fill="hold">
                                          <p:stCondLst>
                                            <p:cond delay="500"/>
                                          </p:stCondLst>
                                        </p:cTn>
                                        <p:tgtEl>
                                          <p:spTgt spid="329"/>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4"/>
                                        </p:tgtEl>
                                        <p:attrNameLst>
                                          <p:attrName>style.visibility</p:attrName>
                                        </p:attrNameLst>
                                      </p:cBhvr>
                                      <p:to>
                                        <p:strVal val="visible"/>
                                      </p:to>
                                    </p:set>
                                    <p:animEffect transition="in" filter="fade">
                                      <p:cBhvr>
                                        <p:cTn id="11" dur="1000"/>
                                        <p:tgtEl>
                                          <p:spTgt spid="324"/>
                                        </p:tgtEl>
                                      </p:cBhvr>
                                    </p:animEffect>
                                  </p:childTnLst>
                                </p:cTn>
                              </p:par>
                            </p:childTnLst>
                          </p:cTn>
                        </p:par>
                        <p:par>
                          <p:cTn id="12" fill="hold">
                            <p:stCondLst>
                              <p:cond delay="1500"/>
                            </p:stCondLst>
                            <p:childTnLst>
                              <p:par>
                                <p:cTn id="13" presetID="23" presetClass="entr" presetSubtype="16" fill="hold" nodeType="afterEffect">
                                  <p:stCondLst>
                                    <p:cond delay="0"/>
                                  </p:stCondLst>
                                  <p:childTnLst>
                                    <p:set>
                                      <p:cBhvr>
                                        <p:cTn id="14" dur="1" fill="hold">
                                          <p:stCondLst>
                                            <p:cond delay="0"/>
                                          </p:stCondLst>
                                        </p:cTn>
                                        <p:tgtEl>
                                          <p:spTgt spid="319"/>
                                        </p:tgtEl>
                                        <p:attrNameLst>
                                          <p:attrName>style.visibility</p:attrName>
                                        </p:attrNameLst>
                                      </p:cBhvr>
                                      <p:to>
                                        <p:strVal val="visible"/>
                                      </p:to>
                                    </p:set>
                                    <p:anim calcmode="lin" valueType="num">
                                      <p:cBhvr additive="base">
                                        <p:cTn id="15" dur="500"/>
                                        <p:tgtEl>
                                          <p:spTgt spid="319"/>
                                        </p:tgtEl>
                                        <p:attrNameLst>
                                          <p:attrName>ppt_w</p:attrName>
                                        </p:attrNameLst>
                                      </p:cBhvr>
                                      <p:tavLst>
                                        <p:tav tm="0">
                                          <p:val>
                                            <p:strVal val="0"/>
                                          </p:val>
                                        </p:tav>
                                        <p:tav tm="100000">
                                          <p:val>
                                            <p:strVal val="#ppt_w"/>
                                          </p:val>
                                        </p:tav>
                                      </p:tavLst>
                                    </p:anim>
                                    <p:anim calcmode="lin" valueType="num">
                                      <p:cBhvr additive="base">
                                        <p:cTn id="16" dur="500"/>
                                        <p:tgtEl>
                                          <p:spTgt spid="31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1"/>
          <p:cNvSpPr txBox="1">
            <a:spLocks noGrp="1"/>
          </p:cNvSpPr>
          <p:nvPr>
            <p:ph type="title"/>
          </p:nvPr>
        </p:nvSpPr>
        <p:spPr>
          <a:xfrm>
            <a:off x="691797" y="118364"/>
            <a:ext cx="7696200" cy="7155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4000"/>
              <a:buNone/>
            </a:pPr>
            <a:r>
              <a:rPr lang="en"/>
              <a:t>Hasil publikasi</a:t>
            </a:r>
            <a:endParaRPr/>
          </a:p>
        </p:txBody>
      </p:sp>
      <p:sp>
        <p:nvSpPr>
          <p:cNvPr id="335" name="Google Shape;335;p31"/>
          <p:cNvSpPr/>
          <p:nvPr/>
        </p:nvSpPr>
        <p:spPr>
          <a:xfrm rot="-5400000">
            <a:off x="6908867" y="4872879"/>
            <a:ext cx="1271100" cy="1271100"/>
          </a:xfrm>
          <a:prstGeom prst="flowChartDelay">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6" name="Google Shape;336;p31"/>
          <p:cNvSpPr/>
          <p:nvPr/>
        </p:nvSpPr>
        <p:spPr>
          <a:xfrm>
            <a:off x="-1872669" y="1387770"/>
            <a:ext cx="2721000" cy="2721000"/>
          </a:xfrm>
          <a:prstGeom prst="donut">
            <a:avLst>
              <a:gd name="adj" fmla="val 25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7" name="Google Shape;337;p31"/>
          <p:cNvSpPr/>
          <p:nvPr/>
        </p:nvSpPr>
        <p:spPr>
          <a:xfrm rot="10800000">
            <a:off x="7620675" y="-219019"/>
            <a:ext cx="1927800" cy="1927800"/>
          </a:xfrm>
          <a:prstGeom prst="rtTriangle">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8" name="Google Shape;338;p31"/>
          <p:cNvSpPr/>
          <p:nvPr/>
        </p:nvSpPr>
        <p:spPr>
          <a:xfrm>
            <a:off x="8100391" y="92755"/>
            <a:ext cx="721841" cy="6653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9" name="Google Shape;339;p31"/>
          <p:cNvSpPr/>
          <p:nvPr/>
        </p:nvSpPr>
        <p:spPr>
          <a:xfrm rot="5400000">
            <a:off x="-1322017" y="1305964"/>
            <a:ext cx="2953500" cy="319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0" name="Google Shape;340;p31"/>
          <p:cNvSpPr/>
          <p:nvPr/>
        </p:nvSpPr>
        <p:spPr>
          <a:xfrm>
            <a:off x="7743552" y="4618697"/>
            <a:ext cx="676500" cy="6765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341" name="Google Shape;341;p31"/>
          <p:cNvGrpSpPr/>
          <p:nvPr/>
        </p:nvGrpSpPr>
        <p:grpSpPr>
          <a:xfrm>
            <a:off x="402881" y="236104"/>
            <a:ext cx="1245220" cy="185854"/>
            <a:chOff x="1836563" y="443835"/>
            <a:chExt cx="1245220" cy="185854"/>
          </a:xfrm>
        </p:grpSpPr>
        <p:sp>
          <p:nvSpPr>
            <p:cNvPr id="342" name="Google Shape;342;p31"/>
            <p:cNvSpPr/>
            <p:nvPr/>
          </p:nvSpPr>
          <p:spPr>
            <a:xfrm>
              <a:off x="1836563"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3" name="Google Shape;343;p31"/>
            <p:cNvSpPr/>
            <p:nvPr/>
          </p:nvSpPr>
          <p:spPr>
            <a:xfrm>
              <a:off x="2189685"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4" name="Google Shape;344;p31"/>
            <p:cNvSpPr/>
            <p:nvPr/>
          </p:nvSpPr>
          <p:spPr>
            <a:xfrm>
              <a:off x="2542807"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5" name="Google Shape;345;p31"/>
            <p:cNvSpPr/>
            <p:nvPr/>
          </p:nvSpPr>
          <p:spPr>
            <a:xfrm>
              <a:off x="2895929"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346" name="Google Shape;346;p31"/>
          <p:cNvSpPr txBox="1"/>
          <p:nvPr/>
        </p:nvSpPr>
        <p:spPr>
          <a:xfrm flipH="1">
            <a:off x="445004" y="1445532"/>
            <a:ext cx="2350200" cy="8481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i="0" u="none" strike="noStrike" cap="none">
                <a:solidFill>
                  <a:schemeClr val="dk1"/>
                </a:solidFill>
                <a:latin typeface="Urbanist"/>
                <a:ea typeface="Urbanist"/>
                <a:cs typeface="Urbanist"/>
                <a:sym typeface="Urbanist"/>
              </a:rPr>
              <a:t>Perbandingan Metode TF-ABS dan TF-IDF Pada Klasifikasi Teks Helpdesk Menggunakan K-Nearest Neighbor </a:t>
            </a:r>
            <a:endParaRPr sz="900" b="1" i="0" u="none" strike="noStrike" cap="none">
              <a:solidFill>
                <a:schemeClr val="dk1"/>
              </a:solidFill>
              <a:latin typeface="Urbanist"/>
              <a:ea typeface="Urbanist"/>
              <a:cs typeface="Urbanist"/>
              <a:sym typeface="Urbanist"/>
            </a:endParaRPr>
          </a:p>
        </p:txBody>
      </p:sp>
      <p:sp>
        <p:nvSpPr>
          <p:cNvPr id="347" name="Google Shape;347;p31"/>
          <p:cNvSpPr/>
          <p:nvPr/>
        </p:nvSpPr>
        <p:spPr>
          <a:xfrm>
            <a:off x="1281851" y="2548925"/>
            <a:ext cx="676500" cy="1521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31"/>
          <p:cNvSpPr/>
          <p:nvPr/>
        </p:nvSpPr>
        <p:spPr>
          <a:xfrm>
            <a:off x="1958350" y="2548975"/>
            <a:ext cx="676500" cy="152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31"/>
          <p:cNvSpPr/>
          <p:nvPr/>
        </p:nvSpPr>
        <p:spPr>
          <a:xfrm>
            <a:off x="2634849" y="2548925"/>
            <a:ext cx="676500" cy="152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31"/>
          <p:cNvSpPr/>
          <p:nvPr/>
        </p:nvSpPr>
        <p:spPr>
          <a:xfrm>
            <a:off x="3311346" y="2548875"/>
            <a:ext cx="676500" cy="152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51" name="Google Shape;351;p31"/>
          <p:cNvCxnSpPr>
            <a:stCxn id="347" idx="0"/>
            <a:endCxn id="346" idx="2"/>
          </p:cNvCxnSpPr>
          <p:nvPr/>
        </p:nvCxnSpPr>
        <p:spPr>
          <a:xfrm rot="10800000">
            <a:off x="1620101" y="2293625"/>
            <a:ext cx="0" cy="255300"/>
          </a:xfrm>
          <a:prstGeom prst="straightConnector1">
            <a:avLst/>
          </a:prstGeom>
          <a:noFill/>
          <a:ln w="9525" cap="flat" cmpd="sng">
            <a:solidFill>
              <a:schemeClr val="dk1"/>
            </a:solidFill>
            <a:prstDash val="solid"/>
            <a:round/>
            <a:headEnd type="none" w="sm" len="sm"/>
            <a:tailEnd type="oval" w="med" len="med"/>
          </a:ln>
        </p:spPr>
      </p:cxnSp>
      <p:sp>
        <p:nvSpPr>
          <p:cNvPr id="352" name="Google Shape;352;p31"/>
          <p:cNvSpPr txBox="1"/>
          <p:nvPr/>
        </p:nvSpPr>
        <p:spPr>
          <a:xfrm flipH="1">
            <a:off x="1010200" y="3974312"/>
            <a:ext cx="2572800" cy="1099996"/>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chemeClr val="hlink"/>
              </a:buClr>
              <a:buSzPts val="1000"/>
              <a:buFont typeface="Arial"/>
              <a:buNone/>
            </a:pPr>
            <a:endParaRPr sz="900" b="1" dirty="0">
              <a:solidFill>
                <a:schemeClr val="dk1"/>
              </a:solidFill>
              <a:latin typeface="Urbanist"/>
              <a:ea typeface="Urbanist"/>
              <a:cs typeface="Urbanist"/>
              <a:sym typeface="Urbanist"/>
            </a:endParaRPr>
          </a:p>
          <a:p>
            <a:pPr marL="0" lvl="0" indent="0" algn="ctr" rtl="0">
              <a:lnSpc>
                <a:spcPct val="115000"/>
              </a:lnSpc>
              <a:spcBef>
                <a:spcPts val="0"/>
              </a:spcBef>
              <a:spcAft>
                <a:spcPts val="0"/>
              </a:spcAft>
              <a:buClr>
                <a:schemeClr val="hlink"/>
              </a:buClr>
              <a:buSzPts val="1000"/>
              <a:buFont typeface="Arial"/>
              <a:buNone/>
            </a:pPr>
            <a:endParaRPr sz="900" b="1" dirty="0">
              <a:solidFill>
                <a:schemeClr val="dk1"/>
              </a:solidFill>
              <a:latin typeface="Urbanist"/>
              <a:ea typeface="Urbanist"/>
              <a:cs typeface="Urbanist"/>
              <a:sym typeface="Urbanist"/>
            </a:endParaRPr>
          </a:p>
          <a:p>
            <a:pPr marL="0" lvl="0" indent="0" algn="ctr" rtl="0">
              <a:lnSpc>
                <a:spcPct val="115000"/>
              </a:lnSpc>
              <a:spcBef>
                <a:spcPts val="0"/>
              </a:spcBef>
              <a:spcAft>
                <a:spcPts val="0"/>
              </a:spcAft>
              <a:buClr>
                <a:schemeClr val="hlink"/>
              </a:buClr>
              <a:buSzPts val="1000"/>
              <a:buFont typeface="Arial"/>
              <a:buNone/>
            </a:pPr>
            <a:r>
              <a:rPr lang="en" sz="900" b="1" dirty="0">
                <a:solidFill>
                  <a:schemeClr val="dk1"/>
                </a:solidFill>
                <a:latin typeface="Urbanist"/>
                <a:ea typeface="Urbanist"/>
                <a:cs typeface="Urbanist"/>
                <a:sym typeface="Urbanist"/>
              </a:rPr>
              <a:t>Analisis Perbandingan Algoritma KNN, </a:t>
            </a:r>
            <a:r>
              <a:rPr lang="en" sz="900" b="1" i="1" dirty="0">
                <a:solidFill>
                  <a:schemeClr val="dk1"/>
                </a:solidFill>
                <a:latin typeface="Urbanist"/>
                <a:ea typeface="Urbanist"/>
                <a:cs typeface="Urbanist"/>
                <a:sym typeface="Urbanist"/>
              </a:rPr>
              <a:t>Gaussian Naive Bayes, Random Forest</a:t>
            </a:r>
            <a:r>
              <a:rPr lang="en" sz="900" b="1" dirty="0">
                <a:solidFill>
                  <a:schemeClr val="dk1"/>
                </a:solidFill>
                <a:latin typeface="Urbanist"/>
                <a:ea typeface="Urbanist"/>
                <a:cs typeface="Urbanist"/>
                <a:sym typeface="Urbanist"/>
              </a:rPr>
              <a:t> untuk Data Tidak Seimbang dan Data yang Diseimbangkan Dengan Metode </a:t>
            </a:r>
            <a:r>
              <a:rPr lang="en" sz="900" b="1" i="1" dirty="0">
                <a:solidFill>
                  <a:schemeClr val="dk1"/>
                </a:solidFill>
                <a:latin typeface="Urbanist"/>
                <a:ea typeface="Urbanist"/>
                <a:cs typeface="Urbanist"/>
                <a:sym typeface="Urbanist"/>
              </a:rPr>
              <a:t>Tomek Links Undersampling </a:t>
            </a:r>
            <a:r>
              <a:rPr lang="en" sz="900" b="1" dirty="0">
                <a:solidFill>
                  <a:schemeClr val="dk1"/>
                </a:solidFill>
                <a:latin typeface="Urbanist"/>
                <a:ea typeface="Urbanist"/>
                <a:cs typeface="Urbanist"/>
                <a:sym typeface="Urbanist"/>
              </a:rPr>
              <a:t>Pada Dataset LCMS Tanaman</a:t>
            </a:r>
            <a:endParaRPr sz="900" b="1" dirty="0">
              <a:solidFill>
                <a:schemeClr val="dk1"/>
              </a:solidFill>
              <a:latin typeface="Urbanist"/>
              <a:ea typeface="Urbanist"/>
              <a:cs typeface="Urbanist"/>
              <a:sym typeface="Urbanist"/>
            </a:endParaRPr>
          </a:p>
        </p:txBody>
      </p:sp>
      <p:cxnSp>
        <p:nvCxnSpPr>
          <p:cNvPr id="353" name="Google Shape;353;p31"/>
          <p:cNvCxnSpPr>
            <a:stCxn id="352" idx="0"/>
            <a:endCxn id="348" idx="2"/>
          </p:cNvCxnSpPr>
          <p:nvPr/>
        </p:nvCxnSpPr>
        <p:spPr>
          <a:xfrm flipV="1">
            <a:off x="2296600" y="2701075"/>
            <a:ext cx="0" cy="1273237"/>
          </a:xfrm>
          <a:prstGeom prst="straightConnector1">
            <a:avLst/>
          </a:prstGeom>
          <a:noFill/>
          <a:ln w="9525" cap="flat" cmpd="sng">
            <a:solidFill>
              <a:schemeClr val="dk1"/>
            </a:solidFill>
            <a:prstDash val="solid"/>
            <a:round/>
            <a:headEnd type="oval" w="med" len="med"/>
            <a:tailEnd type="none" w="sm" len="sm"/>
          </a:ln>
        </p:spPr>
      </p:cxnSp>
      <p:sp>
        <p:nvSpPr>
          <p:cNvPr id="354" name="Google Shape;354;p31"/>
          <p:cNvSpPr txBox="1"/>
          <p:nvPr/>
        </p:nvSpPr>
        <p:spPr>
          <a:xfrm flipH="1">
            <a:off x="1846757" y="627005"/>
            <a:ext cx="2252700" cy="862800"/>
          </a:xfrm>
          <a:prstGeom prst="rect">
            <a:avLst/>
          </a:prstGeom>
          <a:noFill/>
          <a:ln>
            <a:noFill/>
          </a:ln>
        </p:spPr>
        <p:txBody>
          <a:bodyPr spcFirstLastPara="1" wrap="square" lIns="91425" tIns="91425" rIns="91425" bIns="91425" anchor="t" anchorCtr="0">
            <a:noAutofit/>
          </a:bodyPr>
          <a:lstStyle/>
          <a:p>
            <a:pPr marL="0" lvl="0" indent="0" algn="ctr" rtl="0">
              <a:lnSpc>
                <a:spcPct val="138000"/>
              </a:lnSpc>
              <a:spcBef>
                <a:spcPts val="0"/>
              </a:spcBef>
              <a:spcAft>
                <a:spcPts val="0"/>
              </a:spcAft>
              <a:buClr>
                <a:schemeClr val="hlink"/>
              </a:buClr>
              <a:buSzPts val="1100"/>
              <a:buFont typeface="Arial"/>
              <a:buNone/>
            </a:pPr>
            <a:r>
              <a:rPr lang="en" sz="900" b="1">
                <a:solidFill>
                  <a:srgbClr val="241B5F"/>
                </a:solidFill>
                <a:latin typeface="Urbanist"/>
                <a:ea typeface="Urbanist"/>
                <a:cs typeface="Urbanist"/>
                <a:sym typeface="Urbanist"/>
              </a:rPr>
              <a:t>Penerapan Algoritma KNN Pada Analisis Sentimen Review Aplikasi Peduli Lindungi</a:t>
            </a:r>
            <a:endParaRPr sz="900" b="1">
              <a:solidFill>
                <a:srgbClr val="241B5F"/>
              </a:solidFill>
              <a:latin typeface="Urbanist"/>
              <a:ea typeface="Urbanist"/>
              <a:cs typeface="Urbanist"/>
              <a:sym typeface="Urbanist"/>
            </a:endParaRPr>
          </a:p>
          <a:p>
            <a:pPr marL="0" lvl="0" indent="0" algn="ctr" rtl="0">
              <a:lnSpc>
                <a:spcPct val="138000"/>
              </a:lnSpc>
              <a:spcBef>
                <a:spcPts val="0"/>
              </a:spcBef>
              <a:spcAft>
                <a:spcPts val="0"/>
              </a:spcAft>
              <a:buClr>
                <a:schemeClr val="hlink"/>
              </a:buClr>
              <a:buSzPts val="1100"/>
              <a:buFont typeface="Arial"/>
              <a:buNone/>
            </a:pPr>
            <a:endParaRPr sz="900" b="1">
              <a:solidFill>
                <a:srgbClr val="241B5F"/>
              </a:solidFill>
              <a:latin typeface="Urbanist"/>
              <a:ea typeface="Urbanist"/>
              <a:cs typeface="Urbanist"/>
              <a:sym typeface="Urbanist"/>
            </a:endParaRPr>
          </a:p>
          <a:p>
            <a:pPr marL="0" lvl="0" indent="0" algn="l" rtl="0">
              <a:lnSpc>
                <a:spcPct val="115000"/>
              </a:lnSpc>
              <a:spcBef>
                <a:spcPts val="0"/>
              </a:spcBef>
              <a:spcAft>
                <a:spcPts val="0"/>
              </a:spcAft>
              <a:buClr>
                <a:schemeClr val="hlink"/>
              </a:buClr>
              <a:buSzPts val="1100"/>
              <a:buFont typeface="Arial"/>
              <a:buNone/>
            </a:pPr>
            <a:endParaRPr sz="900">
              <a:solidFill>
                <a:schemeClr val="hlink"/>
              </a:solidFill>
            </a:endParaRPr>
          </a:p>
          <a:p>
            <a:pPr marL="0" marR="0" lvl="0" indent="0" algn="ctr" rtl="0">
              <a:lnSpc>
                <a:spcPct val="115000"/>
              </a:lnSpc>
              <a:spcBef>
                <a:spcPts val="0"/>
              </a:spcBef>
              <a:spcAft>
                <a:spcPts val="0"/>
              </a:spcAft>
              <a:buClr>
                <a:srgbClr val="000000"/>
              </a:buClr>
              <a:buSzPts val="1000"/>
              <a:buFont typeface="Arial"/>
              <a:buNone/>
            </a:pPr>
            <a:endParaRPr sz="900" b="1">
              <a:solidFill>
                <a:schemeClr val="dk1"/>
              </a:solidFill>
              <a:latin typeface="Urbanist"/>
              <a:ea typeface="Urbanist"/>
              <a:cs typeface="Urbanist"/>
              <a:sym typeface="Urbanist"/>
            </a:endParaRPr>
          </a:p>
        </p:txBody>
      </p:sp>
      <p:cxnSp>
        <p:nvCxnSpPr>
          <p:cNvPr id="355" name="Google Shape;355;p31"/>
          <p:cNvCxnSpPr>
            <a:stCxn id="349" idx="0"/>
            <a:endCxn id="354" idx="2"/>
          </p:cNvCxnSpPr>
          <p:nvPr/>
        </p:nvCxnSpPr>
        <p:spPr>
          <a:xfrm rot="10800000">
            <a:off x="2973099" y="1489925"/>
            <a:ext cx="0" cy="1059000"/>
          </a:xfrm>
          <a:prstGeom prst="straightConnector1">
            <a:avLst/>
          </a:prstGeom>
          <a:noFill/>
          <a:ln w="9525" cap="flat" cmpd="sng">
            <a:solidFill>
              <a:schemeClr val="dk1"/>
            </a:solidFill>
            <a:prstDash val="solid"/>
            <a:round/>
            <a:headEnd type="none" w="sm" len="sm"/>
            <a:tailEnd type="oval" w="med" len="med"/>
          </a:ln>
        </p:spPr>
      </p:cxnSp>
      <p:cxnSp>
        <p:nvCxnSpPr>
          <p:cNvPr id="356" name="Google Shape;356;p31"/>
          <p:cNvCxnSpPr>
            <a:stCxn id="357" idx="0"/>
            <a:endCxn id="350" idx="2"/>
          </p:cNvCxnSpPr>
          <p:nvPr/>
        </p:nvCxnSpPr>
        <p:spPr>
          <a:xfrm rot="10800000">
            <a:off x="3649613" y="2700866"/>
            <a:ext cx="0" cy="349200"/>
          </a:xfrm>
          <a:prstGeom prst="straightConnector1">
            <a:avLst/>
          </a:prstGeom>
          <a:noFill/>
          <a:ln w="9525" cap="flat" cmpd="sng">
            <a:solidFill>
              <a:schemeClr val="dk1"/>
            </a:solidFill>
            <a:prstDash val="solid"/>
            <a:round/>
            <a:headEnd type="oval" w="med" len="med"/>
            <a:tailEnd type="none" w="sm" len="sm"/>
          </a:ln>
        </p:spPr>
      </p:cxnSp>
      <p:sp>
        <p:nvSpPr>
          <p:cNvPr id="358" name="Google Shape;358;p31"/>
          <p:cNvSpPr txBox="1"/>
          <p:nvPr/>
        </p:nvSpPr>
        <p:spPr>
          <a:xfrm flipH="1">
            <a:off x="3267400" y="1429125"/>
            <a:ext cx="2117400" cy="862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a:solidFill>
                  <a:schemeClr val="dk1"/>
                </a:solidFill>
                <a:latin typeface="Urbanist"/>
                <a:ea typeface="Urbanist"/>
                <a:cs typeface="Urbanist"/>
                <a:sym typeface="Urbanist"/>
              </a:rPr>
              <a:t>Analisis Sentimen Pada Ulasan Aplikasi Indodax di </a:t>
            </a:r>
            <a:r>
              <a:rPr lang="en" sz="900" b="1" i="1">
                <a:solidFill>
                  <a:schemeClr val="dk1"/>
                </a:solidFill>
                <a:latin typeface="Urbanist"/>
                <a:ea typeface="Urbanist"/>
                <a:cs typeface="Urbanist"/>
                <a:sym typeface="Urbanist"/>
              </a:rPr>
              <a:t>Google Play Store</a:t>
            </a:r>
            <a:r>
              <a:rPr lang="en" sz="900" b="1">
                <a:solidFill>
                  <a:schemeClr val="dk1"/>
                </a:solidFill>
                <a:latin typeface="Urbanist"/>
                <a:ea typeface="Urbanist"/>
                <a:cs typeface="Urbanist"/>
                <a:sym typeface="Urbanist"/>
              </a:rPr>
              <a:t> Menggunakan </a:t>
            </a:r>
            <a:r>
              <a:rPr lang="en" sz="900" b="1" i="1">
                <a:solidFill>
                  <a:schemeClr val="dk1"/>
                </a:solidFill>
                <a:latin typeface="Urbanist"/>
                <a:ea typeface="Urbanist"/>
                <a:cs typeface="Urbanist"/>
                <a:sym typeface="Urbanist"/>
              </a:rPr>
              <a:t>Support Vector Machine</a:t>
            </a:r>
            <a:endParaRPr sz="900" b="1" i="1">
              <a:solidFill>
                <a:schemeClr val="dk1"/>
              </a:solidFill>
              <a:latin typeface="Urbanist"/>
              <a:ea typeface="Urbanist"/>
              <a:cs typeface="Urbanist"/>
              <a:sym typeface="Urbanist"/>
            </a:endParaRPr>
          </a:p>
        </p:txBody>
      </p:sp>
      <p:sp>
        <p:nvSpPr>
          <p:cNvPr id="359" name="Google Shape;359;p31"/>
          <p:cNvSpPr/>
          <p:nvPr/>
        </p:nvSpPr>
        <p:spPr>
          <a:xfrm>
            <a:off x="3987847" y="2548875"/>
            <a:ext cx="676500" cy="1521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31"/>
          <p:cNvSpPr/>
          <p:nvPr/>
        </p:nvSpPr>
        <p:spPr>
          <a:xfrm>
            <a:off x="4664347" y="2548975"/>
            <a:ext cx="676500" cy="152100"/>
          </a:xfrm>
          <a:prstGeom prst="rect">
            <a:avLst/>
          </a:prstGeom>
          <a:solidFill>
            <a:srgbClr val="00B05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31"/>
          <p:cNvSpPr/>
          <p:nvPr/>
        </p:nvSpPr>
        <p:spPr>
          <a:xfrm>
            <a:off x="5340848" y="2549025"/>
            <a:ext cx="676500" cy="152100"/>
          </a:xfrm>
          <a:prstGeom prst="rect">
            <a:avLst/>
          </a:prstGeom>
          <a:solidFill>
            <a:srgbClr val="0020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62" name="Google Shape;362;p31"/>
          <p:cNvCxnSpPr>
            <a:stCxn id="359" idx="0"/>
            <a:endCxn id="358" idx="2"/>
          </p:cNvCxnSpPr>
          <p:nvPr/>
        </p:nvCxnSpPr>
        <p:spPr>
          <a:xfrm rot="10800000">
            <a:off x="4326097" y="2292075"/>
            <a:ext cx="0" cy="256800"/>
          </a:xfrm>
          <a:prstGeom prst="straightConnector1">
            <a:avLst/>
          </a:prstGeom>
          <a:noFill/>
          <a:ln w="9525" cap="flat" cmpd="sng">
            <a:solidFill>
              <a:schemeClr val="dk1"/>
            </a:solidFill>
            <a:prstDash val="solid"/>
            <a:round/>
            <a:headEnd type="none" w="sm" len="sm"/>
            <a:tailEnd type="oval" w="med" len="med"/>
          </a:ln>
        </p:spPr>
      </p:cxnSp>
      <p:sp>
        <p:nvSpPr>
          <p:cNvPr id="357" name="Google Shape;357;p31"/>
          <p:cNvSpPr txBox="1"/>
          <p:nvPr/>
        </p:nvSpPr>
        <p:spPr>
          <a:xfrm flipH="1">
            <a:off x="2696513" y="3050066"/>
            <a:ext cx="1906200" cy="9666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dirty="0">
                <a:solidFill>
                  <a:schemeClr val="dk1"/>
                </a:solidFill>
                <a:latin typeface="Urbanist"/>
                <a:ea typeface="Urbanist"/>
                <a:cs typeface="Urbanist"/>
                <a:sym typeface="Urbanist"/>
              </a:rPr>
              <a:t>Peningkatan Performa Analisis Sentiment dengan </a:t>
            </a:r>
            <a:r>
              <a:rPr lang="en" sz="900" b="1" i="1" dirty="0">
                <a:solidFill>
                  <a:schemeClr val="dk1"/>
                </a:solidFill>
                <a:latin typeface="Urbanist"/>
                <a:ea typeface="Urbanist"/>
                <a:cs typeface="Urbanist"/>
                <a:sym typeface="Urbanist"/>
              </a:rPr>
              <a:t>Resampling </a:t>
            </a:r>
            <a:r>
              <a:rPr lang="en" sz="900" b="1" dirty="0">
                <a:solidFill>
                  <a:schemeClr val="dk1"/>
                </a:solidFill>
                <a:latin typeface="Urbanist"/>
                <a:ea typeface="Urbanist"/>
                <a:cs typeface="Urbanist"/>
                <a:sym typeface="Urbanist"/>
              </a:rPr>
              <a:t>dan </a:t>
            </a:r>
            <a:r>
              <a:rPr lang="en" sz="900" b="1" i="1" dirty="0">
                <a:solidFill>
                  <a:schemeClr val="dk1"/>
                </a:solidFill>
                <a:latin typeface="Urbanist"/>
                <a:ea typeface="Urbanist"/>
                <a:cs typeface="Urbanist"/>
                <a:sym typeface="Urbanist"/>
              </a:rPr>
              <a:t>Hyperparameter</a:t>
            </a:r>
            <a:r>
              <a:rPr lang="en" sz="900" b="1" dirty="0">
                <a:solidFill>
                  <a:schemeClr val="dk1"/>
                </a:solidFill>
                <a:latin typeface="Urbanist"/>
                <a:ea typeface="Urbanist"/>
                <a:cs typeface="Urbanist"/>
                <a:sym typeface="Urbanist"/>
              </a:rPr>
              <a:t> pada Ulasan Aplikasi BNI Mobile</a:t>
            </a:r>
            <a:endParaRPr sz="900" b="1" dirty="0">
              <a:solidFill>
                <a:schemeClr val="dk1"/>
              </a:solidFill>
              <a:latin typeface="Urbanist"/>
              <a:ea typeface="Urbanist"/>
              <a:cs typeface="Urbanist"/>
              <a:sym typeface="Urbanist"/>
            </a:endParaRPr>
          </a:p>
          <a:p>
            <a:pPr marL="0" marR="0" lvl="0" indent="0" algn="ctr" rtl="0">
              <a:lnSpc>
                <a:spcPct val="115000"/>
              </a:lnSpc>
              <a:spcBef>
                <a:spcPts val="0"/>
              </a:spcBef>
              <a:spcAft>
                <a:spcPts val="0"/>
              </a:spcAft>
              <a:buClr>
                <a:srgbClr val="000000"/>
              </a:buClr>
              <a:buSzPts val="1000"/>
              <a:buFont typeface="Arial"/>
              <a:buNone/>
            </a:pPr>
            <a:endParaRPr sz="900" b="1" dirty="0">
              <a:solidFill>
                <a:schemeClr val="dk1"/>
              </a:solidFill>
              <a:latin typeface="Urbanist"/>
              <a:ea typeface="Urbanist"/>
              <a:cs typeface="Urbanist"/>
              <a:sym typeface="Urbanist"/>
            </a:endParaRPr>
          </a:p>
        </p:txBody>
      </p:sp>
      <p:sp>
        <p:nvSpPr>
          <p:cNvPr id="363" name="Google Shape;363;p31"/>
          <p:cNvSpPr txBox="1"/>
          <p:nvPr/>
        </p:nvSpPr>
        <p:spPr>
          <a:xfrm flipH="1">
            <a:off x="4620400" y="642150"/>
            <a:ext cx="2117400" cy="8325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i="1">
                <a:solidFill>
                  <a:schemeClr val="dk1"/>
                </a:solidFill>
                <a:latin typeface="Urbanist"/>
                <a:ea typeface="Urbanist"/>
                <a:cs typeface="Urbanist"/>
                <a:sym typeface="Urbanist"/>
              </a:rPr>
              <a:t>Comparative Study of Sentiment Analysis with Product Reviews Using Machine Learning and Lexicon-Based Approaches</a:t>
            </a:r>
            <a:endParaRPr sz="900" b="1" i="1" u="none" strike="noStrike" cap="none">
              <a:solidFill>
                <a:schemeClr val="dk1"/>
              </a:solidFill>
              <a:latin typeface="Urbanist"/>
              <a:ea typeface="Urbanist"/>
              <a:cs typeface="Urbanist"/>
              <a:sym typeface="Urbanist"/>
            </a:endParaRPr>
          </a:p>
        </p:txBody>
      </p:sp>
      <p:cxnSp>
        <p:nvCxnSpPr>
          <p:cNvPr id="364" name="Google Shape;364;p31"/>
          <p:cNvCxnSpPr>
            <a:stCxn id="361" idx="0"/>
            <a:endCxn id="363" idx="2"/>
          </p:cNvCxnSpPr>
          <p:nvPr/>
        </p:nvCxnSpPr>
        <p:spPr>
          <a:xfrm rot="10800000">
            <a:off x="5679098" y="1474725"/>
            <a:ext cx="0" cy="1074300"/>
          </a:xfrm>
          <a:prstGeom prst="straightConnector1">
            <a:avLst/>
          </a:prstGeom>
          <a:noFill/>
          <a:ln w="9525" cap="flat" cmpd="sng">
            <a:solidFill>
              <a:schemeClr val="dk1"/>
            </a:solidFill>
            <a:prstDash val="solid"/>
            <a:round/>
            <a:headEnd type="none" w="sm" len="sm"/>
            <a:tailEnd type="oval" w="med" len="med"/>
          </a:ln>
        </p:spPr>
      </p:cxnSp>
      <p:cxnSp>
        <p:nvCxnSpPr>
          <p:cNvPr id="365" name="Google Shape;365;p31"/>
          <p:cNvCxnSpPr>
            <a:stCxn id="366" idx="0"/>
            <a:endCxn id="360" idx="2"/>
          </p:cNvCxnSpPr>
          <p:nvPr/>
        </p:nvCxnSpPr>
        <p:spPr>
          <a:xfrm rot="10800000">
            <a:off x="5002600" y="2701225"/>
            <a:ext cx="0" cy="1259400"/>
          </a:xfrm>
          <a:prstGeom prst="straightConnector1">
            <a:avLst/>
          </a:prstGeom>
          <a:noFill/>
          <a:ln w="9525" cap="flat" cmpd="sng">
            <a:solidFill>
              <a:schemeClr val="dk1"/>
            </a:solidFill>
            <a:prstDash val="solid"/>
            <a:round/>
            <a:headEnd type="oval" w="med" len="med"/>
            <a:tailEnd type="none" w="sm" len="sm"/>
          </a:ln>
        </p:spPr>
      </p:cxnSp>
      <p:sp>
        <p:nvSpPr>
          <p:cNvPr id="366" name="Google Shape;366;p31"/>
          <p:cNvSpPr txBox="1"/>
          <p:nvPr/>
        </p:nvSpPr>
        <p:spPr>
          <a:xfrm flipH="1">
            <a:off x="3770200" y="3960625"/>
            <a:ext cx="2464800" cy="6306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a:solidFill>
                  <a:schemeClr val="dk1"/>
                </a:solidFill>
                <a:latin typeface="Urbanist"/>
                <a:ea typeface="Urbanist"/>
                <a:cs typeface="Urbanist"/>
                <a:sym typeface="Urbanist"/>
              </a:rPr>
              <a:t>Analisis Sentimen dari Aplikasi Shopee Indonesia Menggunakan Metode </a:t>
            </a:r>
            <a:r>
              <a:rPr lang="en" sz="900" b="1" i="1">
                <a:solidFill>
                  <a:schemeClr val="dk1"/>
                </a:solidFill>
                <a:latin typeface="Urbanist"/>
                <a:ea typeface="Urbanist"/>
                <a:cs typeface="Urbanist"/>
                <a:sym typeface="Urbanist"/>
              </a:rPr>
              <a:t>Recurrent Neural Network</a:t>
            </a:r>
            <a:endParaRPr sz="900" b="1" i="1">
              <a:solidFill>
                <a:schemeClr val="dk1"/>
              </a:solidFill>
              <a:latin typeface="Urbanist"/>
              <a:ea typeface="Urbanist"/>
              <a:cs typeface="Urbanist"/>
              <a:sym typeface="Urbanist"/>
            </a:endParaRPr>
          </a:p>
        </p:txBody>
      </p:sp>
      <p:sp>
        <p:nvSpPr>
          <p:cNvPr id="367" name="Google Shape;367;p31"/>
          <p:cNvSpPr/>
          <p:nvPr/>
        </p:nvSpPr>
        <p:spPr>
          <a:xfrm>
            <a:off x="6017351" y="2548388"/>
            <a:ext cx="676500" cy="1521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31"/>
          <p:cNvSpPr/>
          <p:nvPr/>
        </p:nvSpPr>
        <p:spPr>
          <a:xfrm>
            <a:off x="6693851" y="2549013"/>
            <a:ext cx="676500" cy="152100"/>
          </a:xfrm>
          <a:prstGeom prst="rect">
            <a:avLst/>
          </a:prstGeom>
          <a:solidFill>
            <a:srgbClr val="FFF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31"/>
          <p:cNvSpPr/>
          <p:nvPr/>
        </p:nvSpPr>
        <p:spPr>
          <a:xfrm>
            <a:off x="7370351" y="2549013"/>
            <a:ext cx="676500" cy="152100"/>
          </a:xfrm>
          <a:prstGeom prst="rect">
            <a:avLst/>
          </a:prstGeom>
          <a:solidFill>
            <a:srgbClr val="FFB8C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0" name="Google Shape;370;p31"/>
          <p:cNvCxnSpPr>
            <a:stCxn id="371" idx="0"/>
            <a:endCxn id="367" idx="2"/>
          </p:cNvCxnSpPr>
          <p:nvPr/>
        </p:nvCxnSpPr>
        <p:spPr>
          <a:xfrm rot="10800000">
            <a:off x="6355563" y="2700616"/>
            <a:ext cx="0" cy="349800"/>
          </a:xfrm>
          <a:prstGeom prst="straightConnector1">
            <a:avLst/>
          </a:prstGeom>
          <a:noFill/>
          <a:ln w="9525" cap="flat" cmpd="sng">
            <a:solidFill>
              <a:schemeClr val="dk1"/>
            </a:solidFill>
            <a:prstDash val="solid"/>
            <a:round/>
            <a:headEnd type="oval" w="med" len="med"/>
            <a:tailEnd type="none" w="sm" len="sm"/>
          </a:ln>
        </p:spPr>
      </p:cxnSp>
      <p:sp>
        <p:nvSpPr>
          <p:cNvPr id="371" name="Google Shape;371;p31"/>
          <p:cNvSpPr txBox="1"/>
          <p:nvPr/>
        </p:nvSpPr>
        <p:spPr>
          <a:xfrm flipH="1">
            <a:off x="5402463" y="3050416"/>
            <a:ext cx="1906200" cy="9666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a:solidFill>
                  <a:schemeClr val="dk1"/>
                </a:solidFill>
                <a:latin typeface="Urbanist"/>
                <a:ea typeface="Urbanist"/>
                <a:cs typeface="Urbanist"/>
                <a:sym typeface="Urbanist"/>
              </a:rPr>
              <a:t>Klasifikasi Sentimen Data Tidak Seimbang Menggunakan Algoritma SMOTE dan </a:t>
            </a:r>
            <a:r>
              <a:rPr lang="en" sz="900" b="1" i="1">
                <a:solidFill>
                  <a:schemeClr val="dk1"/>
                </a:solidFill>
                <a:latin typeface="Urbanist"/>
                <a:ea typeface="Urbanist"/>
                <a:cs typeface="Urbanist"/>
                <a:sym typeface="Urbanist"/>
              </a:rPr>
              <a:t>K-Nearest Neighbor </a:t>
            </a:r>
            <a:r>
              <a:rPr lang="en" sz="900" b="1">
                <a:solidFill>
                  <a:schemeClr val="dk1"/>
                </a:solidFill>
                <a:latin typeface="Urbanist"/>
                <a:ea typeface="Urbanist"/>
                <a:cs typeface="Urbanist"/>
                <a:sym typeface="Urbanist"/>
              </a:rPr>
              <a:t>Pada Ulasan Pengguna Aplikasi Pedulilindungi</a:t>
            </a:r>
            <a:endParaRPr sz="900" b="1">
              <a:solidFill>
                <a:schemeClr val="dk1"/>
              </a:solidFill>
              <a:latin typeface="Urbanist"/>
              <a:ea typeface="Urbanist"/>
              <a:cs typeface="Urbanist"/>
              <a:sym typeface="Urbanist"/>
            </a:endParaRPr>
          </a:p>
        </p:txBody>
      </p:sp>
      <p:sp>
        <p:nvSpPr>
          <p:cNvPr id="372" name="Google Shape;372;p31"/>
          <p:cNvSpPr txBox="1"/>
          <p:nvPr/>
        </p:nvSpPr>
        <p:spPr>
          <a:xfrm flipH="1">
            <a:off x="5973400" y="1429125"/>
            <a:ext cx="2117400" cy="862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a:solidFill>
                  <a:schemeClr val="dk1"/>
                </a:solidFill>
                <a:latin typeface="Urbanist"/>
                <a:ea typeface="Urbanist"/>
                <a:cs typeface="Urbanist"/>
                <a:sym typeface="Urbanist"/>
              </a:rPr>
              <a:t>Analisi Sentimen </a:t>
            </a:r>
            <a:r>
              <a:rPr lang="en" sz="900" b="1" i="1">
                <a:solidFill>
                  <a:schemeClr val="dk1"/>
                </a:solidFill>
                <a:latin typeface="Urbanist"/>
                <a:ea typeface="Urbanist"/>
                <a:cs typeface="Urbanist"/>
                <a:sym typeface="Urbanist"/>
              </a:rPr>
              <a:t>Review </a:t>
            </a:r>
            <a:r>
              <a:rPr lang="en" sz="900" b="1">
                <a:solidFill>
                  <a:schemeClr val="dk1"/>
                </a:solidFill>
                <a:latin typeface="Urbanist"/>
                <a:ea typeface="Urbanist"/>
                <a:cs typeface="Urbanist"/>
                <a:sym typeface="Urbanist"/>
              </a:rPr>
              <a:t>Aplikasi Satu Sehat </a:t>
            </a:r>
            <a:r>
              <a:rPr lang="en" sz="900" b="1" i="1">
                <a:solidFill>
                  <a:schemeClr val="dk1"/>
                </a:solidFill>
                <a:latin typeface="Urbanist"/>
                <a:ea typeface="Urbanist"/>
                <a:cs typeface="Urbanist"/>
                <a:sym typeface="Urbanist"/>
              </a:rPr>
              <a:t>Mobile </a:t>
            </a:r>
            <a:r>
              <a:rPr lang="en" sz="900" b="1">
                <a:solidFill>
                  <a:schemeClr val="dk1"/>
                </a:solidFill>
                <a:latin typeface="Urbanist"/>
                <a:ea typeface="Urbanist"/>
                <a:cs typeface="Urbanist"/>
                <a:sym typeface="Urbanist"/>
              </a:rPr>
              <a:t>Menggunakan Model Sampling </a:t>
            </a:r>
            <a:r>
              <a:rPr lang="en" sz="900" b="1" i="1">
                <a:solidFill>
                  <a:schemeClr val="dk1"/>
                </a:solidFill>
                <a:latin typeface="Urbanist"/>
                <a:ea typeface="Urbanist"/>
                <a:cs typeface="Urbanist"/>
                <a:sym typeface="Urbanist"/>
              </a:rPr>
              <a:t>Tomek Links</a:t>
            </a:r>
            <a:endParaRPr sz="900" b="1" i="1">
              <a:solidFill>
                <a:schemeClr val="dk1"/>
              </a:solidFill>
              <a:latin typeface="Urbanist"/>
              <a:ea typeface="Urbanist"/>
              <a:cs typeface="Urbanist"/>
              <a:sym typeface="Urbanist"/>
            </a:endParaRPr>
          </a:p>
        </p:txBody>
      </p:sp>
      <p:cxnSp>
        <p:nvCxnSpPr>
          <p:cNvPr id="373" name="Google Shape;373;p31"/>
          <p:cNvCxnSpPr>
            <a:stCxn id="368" idx="0"/>
            <a:endCxn id="372" idx="2"/>
          </p:cNvCxnSpPr>
          <p:nvPr/>
        </p:nvCxnSpPr>
        <p:spPr>
          <a:xfrm rot="10800000">
            <a:off x="7032101" y="2291913"/>
            <a:ext cx="0" cy="257100"/>
          </a:xfrm>
          <a:prstGeom prst="straightConnector1">
            <a:avLst/>
          </a:prstGeom>
          <a:noFill/>
          <a:ln w="9525" cap="flat" cmpd="sng">
            <a:solidFill>
              <a:schemeClr val="dk1"/>
            </a:solidFill>
            <a:prstDash val="solid"/>
            <a:round/>
            <a:headEnd type="none" w="sm" len="sm"/>
            <a:tailEnd type="oval" w="med" len="med"/>
          </a:ln>
        </p:spPr>
      </p:cxnSp>
      <p:cxnSp>
        <p:nvCxnSpPr>
          <p:cNvPr id="374" name="Google Shape;374;p31"/>
          <p:cNvCxnSpPr/>
          <p:nvPr/>
        </p:nvCxnSpPr>
        <p:spPr>
          <a:xfrm rot="10800000">
            <a:off x="7708600" y="2708025"/>
            <a:ext cx="0" cy="1259400"/>
          </a:xfrm>
          <a:prstGeom prst="straightConnector1">
            <a:avLst/>
          </a:prstGeom>
          <a:noFill/>
          <a:ln w="9525" cap="flat" cmpd="sng">
            <a:solidFill>
              <a:schemeClr val="dk1"/>
            </a:solidFill>
            <a:prstDash val="solid"/>
            <a:round/>
            <a:headEnd type="oval" w="med" len="med"/>
            <a:tailEnd type="none" w="sm" len="sm"/>
          </a:ln>
        </p:spPr>
      </p:cxnSp>
      <p:sp>
        <p:nvSpPr>
          <p:cNvPr id="375" name="Google Shape;375;p31"/>
          <p:cNvSpPr txBox="1"/>
          <p:nvPr/>
        </p:nvSpPr>
        <p:spPr>
          <a:xfrm flipH="1">
            <a:off x="6476200" y="3974312"/>
            <a:ext cx="2464800" cy="6306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000000"/>
              </a:buClr>
              <a:buSzPts val="1000"/>
              <a:buFont typeface="Arial"/>
              <a:buNone/>
            </a:pPr>
            <a:r>
              <a:rPr lang="en" sz="900" b="1" i="1">
                <a:solidFill>
                  <a:schemeClr val="dk1"/>
                </a:solidFill>
                <a:latin typeface="Urbanist"/>
                <a:ea typeface="Urbanist"/>
                <a:cs typeface="Urbanist"/>
                <a:sym typeface="Urbanist"/>
              </a:rPr>
              <a:t>Machine Learning-Based Maternal Health Risk Prediction Model for IoMt Framework</a:t>
            </a:r>
            <a:endParaRPr sz="900" b="1" i="1">
              <a:solidFill>
                <a:schemeClr val="dk1"/>
              </a:solidFill>
              <a:latin typeface="Urbanist"/>
              <a:ea typeface="Urbanist"/>
              <a:cs typeface="Urbanist"/>
              <a:sym typeface="Urbanist"/>
            </a:endParaRPr>
          </a:p>
          <a:p>
            <a:pPr marL="0" marR="0" lvl="0" indent="0" algn="ctr" rtl="0">
              <a:lnSpc>
                <a:spcPct val="115000"/>
              </a:lnSpc>
              <a:spcBef>
                <a:spcPts val="0"/>
              </a:spcBef>
              <a:spcAft>
                <a:spcPts val="0"/>
              </a:spcAft>
              <a:buClr>
                <a:srgbClr val="000000"/>
              </a:buClr>
              <a:buSzPts val="1000"/>
              <a:buFont typeface="Arial"/>
              <a:buNone/>
            </a:pPr>
            <a:endParaRPr sz="900" b="1" i="1">
              <a:solidFill>
                <a:schemeClr val="dk1"/>
              </a:solidFill>
              <a:latin typeface="Urbanist"/>
              <a:ea typeface="Urbanist"/>
              <a:cs typeface="Urbanist"/>
              <a:sym typeface="Urbani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39"/>
                                        </p:tgtEl>
                                        <p:attrNameLst>
                                          <p:attrName>style.visibility</p:attrName>
                                        </p:attrNameLst>
                                      </p:cBhvr>
                                      <p:to>
                                        <p:strVal val="visible"/>
                                      </p:to>
                                    </p:set>
                                    <p:anim calcmode="lin" valueType="num">
                                      <p:cBhvr additive="base">
                                        <p:cTn id="7" dur="500"/>
                                        <p:tgtEl>
                                          <p:spTgt spid="339"/>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41"/>
                                        </p:tgtEl>
                                        <p:attrNameLst>
                                          <p:attrName>style.visibility</p:attrName>
                                        </p:attrNameLst>
                                      </p:cBhvr>
                                      <p:to>
                                        <p:strVal val="visible"/>
                                      </p:to>
                                    </p:set>
                                    <p:anim calcmode="lin" valueType="num">
                                      <p:cBhvr additive="base">
                                        <p:cTn id="11" dur="500"/>
                                        <p:tgtEl>
                                          <p:spTgt spid="341"/>
                                        </p:tgtEl>
                                        <p:attrNameLst>
                                          <p:attrName>ppt_w</p:attrName>
                                        </p:attrNameLst>
                                      </p:cBhvr>
                                      <p:tavLst>
                                        <p:tav tm="0">
                                          <p:val>
                                            <p:strVal val="0"/>
                                          </p:val>
                                        </p:tav>
                                        <p:tav tm="100000">
                                          <p:val>
                                            <p:strVal val="#ppt_w"/>
                                          </p:val>
                                        </p:tav>
                                      </p:tavLst>
                                    </p:anim>
                                    <p:anim calcmode="lin" valueType="num">
                                      <p:cBhvr additive="base">
                                        <p:cTn id="12" dur="500"/>
                                        <p:tgtEl>
                                          <p:spTgt spid="341"/>
                                        </p:tgtEl>
                                        <p:attrNameLst>
                                          <p:attrName>ppt_h</p:attrName>
                                        </p:attrNameLst>
                                      </p:cBhvr>
                                      <p:tavLst>
                                        <p:tav tm="0">
                                          <p:val>
                                            <p:strVal val="0"/>
                                          </p:val>
                                        </p:tav>
                                        <p:tav tm="100000">
                                          <p:val>
                                            <p:strVal val="#ppt_h"/>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37"/>
                                        </p:tgtEl>
                                        <p:attrNameLst>
                                          <p:attrName>style.visibility</p:attrName>
                                        </p:attrNameLst>
                                      </p:cBhvr>
                                      <p:to>
                                        <p:strVal val="visible"/>
                                      </p:to>
                                    </p:set>
                                    <p:animEffect transition="in" filter="fade">
                                      <p:cBhvr>
                                        <p:cTn id="16" dur="500"/>
                                        <p:tgtEl>
                                          <p:spTgt spid="337"/>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338"/>
                                        </p:tgtEl>
                                        <p:attrNameLst>
                                          <p:attrName>style.visibility</p:attrName>
                                        </p:attrNameLst>
                                      </p:cBhvr>
                                      <p:to>
                                        <p:strVal val="visible"/>
                                      </p:to>
                                    </p:set>
                                    <p:animEffect transition="in" filter="fade">
                                      <p:cBhvr>
                                        <p:cTn id="20" dur="500"/>
                                        <p:tgtEl>
                                          <p:spTgt spid="338"/>
                                        </p:tgtEl>
                                      </p:cBhvr>
                                    </p:animEffect>
                                  </p:childTnLst>
                                </p:cTn>
                              </p:par>
                            </p:childTnLst>
                          </p:cTn>
                        </p:par>
                        <p:par>
                          <p:cTn id="21" fill="hold">
                            <p:stCondLst>
                              <p:cond delay="2000"/>
                            </p:stCondLst>
                            <p:childTnLst>
                              <p:par>
                                <p:cTn id="22" presetID="2" presetClass="entr" presetSubtype="4" fill="hold" nodeType="afterEffect">
                                  <p:stCondLst>
                                    <p:cond delay="0"/>
                                  </p:stCondLst>
                                  <p:childTnLst>
                                    <p:set>
                                      <p:cBhvr>
                                        <p:cTn id="23" dur="1" fill="hold">
                                          <p:stCondLst>
                                            <p:cond delay="0"/>
                                          </p:stCondLst>
                                        </p:cTn>
                                        <p:tgtEl>
                                          <p:spTgt spid="335"/>
                                        </p:tgtEl>
                                        <p:attrNameLst>
                                          <p:attrName>style.visibility</p:attrName>
                                        </p:attrNameLst>
                                      </p:cBhvr>
                                      <p:to>
                                        <p:strVal val="visible"/>
                                      </p:to>
                                    </p:set>
                                    <p:anim calcmode="lin" valueType="num">
                                      <p:cBhvr additive="base">
                                        <p:cTn id="24" dur="500"/>
                                        <p:tgtEl>
                                          <p:spTgt spid="335"/>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10" presetClass="entr" presetSubtype="0" fill="hold" nodeType="afterEffect">
                                  <p:stCondLst>
                                    <p:cond delay="0"/>
                                  </p:stCondLst>
                                  <p:childTnLst>
                                    <p:set>
                                      <p:cBhvr>
                                        <p:cTn id="27" dur="1" fill="hold">
                                          <p:stCondLst>
                                            <p:cond delay="0"/>
                                          </p:stCondLst>
                                        </p:cTn>
                                        <p:tgtEl>
                                          <p:spTgt spid="340"/>
                                        </p:tgtEl>
                                        <p:attrNameLst>
                                          <p:attrName>style.visibility</p:attrName>
                                        </p:attrNameLst>
                                      </p:cBhvr>
                                      <p:to>
                                        <p:strVal val="visible"/>
                                      </p:to>
                                    </p:set>
                                    <p:animEffect transition="in" filter="fade">
                                      <p:cBhvr>
                                        <p:cTn id="28" dur="20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2"/>
          <p:cNvSpPr txBox="1">
            <a:spLocks noGrp="1"/>
          </p:cNvSpPr>
          <p:nvPr>
            <p:ph type="title"/>
          </p:nvPr>
        </p:nvSpPr>
        <p:spPr>
          <a:xfrm>
            <a:off x="729374" y="264522"/>
            <a:ext cx="7696200" cy="71556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4000"/>
              <a:buNone/>
            </a:pPr>
            <a:r>
              <a:rPr lang="en"/>
              <a:t>Tinjauan teoritis</a:t>
            </a:r>
            <a:endParaRPr/>
          </a:p>
        </p:txBody>
      </p:sp>
      <p:sp>
        <p:nvSpPr>
          <p:cNvPr id="381" name="Google Shape;381;p32"/>
          <p:cNvSpPr/>
          <p:nvPr/>
        </p:nvSpPr>
        <p:spPr>
          <a:xfrm rot="-5400000">
            <a:off x="6908867" y="4491740"/>
            <a:ext cx="1271239" cy="1271239"/>
          </a:xfrm>
          <a:prstGeom prst="flowChartDelay">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2" name="Google Shape;382;p32"/>
          <p:cNvSpPr/>
          <p:nvPr/>
        </p:nvSpPr>
        <p:spPr>
          <a:xfrm>
            <a:off x="-1872669" y="1387770"/>
            <a:ext cx="2720952" cy="2720952"/>
          </a:xfrm>
          <a:prstGeom prst="donut">
            <a:avLst>
              <a:gd name="adj" fmla="val 25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3" name="Google Shape;383;p32"/>
          <p:cNvSpPr/>
          <p:nvPr/>
        </p:nvSpPr>
        <p:spPr>
          <a:xfrm rot="10800000">
            <a:off x="7544487" y="-371407"/>
            <a:ext cx="1927788" cy="1927788"/>
          </a:xfrm>
          <a:prstGeom prst="rtTriangle">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4" name="Google Shape;384;p32"/>
          <p:cNvSpPr/>
          <p:nvPr/>
        </p:nvSpPr>
        <p:spPr>
          <a:xfrm>
            <a:off x="8100391" y="92755"/>
            <a:ext cx="721841" cy="6653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5" name="Google Shape;385;p32"/>
          <p:cNvSpPr/>
          <p:nvPr/>
        </p:nvSpPr>
        <p:spPr>
          <a:xfrm rot="5400000">
            <a:off x="-1093345" y="1306024"/>
            <a:ext cx="2953488" cy="3196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6" name="Google Shape;386;p32"/>
          <p:cNvSpPr/>
          <p:nvPr/>
        </p:nvSpPr>
        <p:spPr>
          <a:xfrm>
            <a:off x="7743552" y="4237697"/>
            <a:ext cx="676548" cy="676548"/>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387" name="Google Shape;387;p32"/>
          <p:cNvGrpSpPr/>
          <p:nvPr/>
        </p:nvGrpSpPr>
        <p:grpSpPr>
          <a:xfrm>
            <a:off x="370025" y="903451"/>
            <a:ext cx="1245220" cy="185854"/>
            <a:chOff x="1836563" y="443835"/>
            <a:chExt cx="1245220" cy="185854"/>
          </a:xfrm>
        </p:grpSpPr>
        <p:sp>
          <p:nvSpPr>
            <p:cNvPr id="388" name="Google Shape;388;p32"/>
            <p:cNvSpPr/>
            <p:nvPr/>
          </p:nvSpPr>
          <p:spPr>
            <a:xfrm>
              <a:off x="1836563"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9" name="Google Shape;389;p32"/>
            <p:cNvSpPr/>
            <p:nvPr/>
          </p:nvSpPr>
          <p:spPr>
            <a:xfrm>
              <a:off x="2189685"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0" name="Google Shape;390;p32"/>
            <p:cNvSpPr/>
            <p:nvPr/>
          </p:nvSpPr>
          <p:spPr>
            <a:xfrm>
              <a:off x="2542807"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1" name="Google Shape;391;p32"/>
            <p:cNvSpPr/>
            <p:nvPr/>
          </p:nvSpPr>
          <p:spPr>
            <a:xfrm>
              <a:off x="2895929"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392" name="Google Shape;392;p32"/>
          <p:cNvSpPr txBox="1"/>
          <p:nvPr/>
        </p:nvSpPr>
        <p:spPr>
          <a:xfrm>
            <a:off x="1459410" y="1561950"/>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393" name="Google Shape;393;p32"/>
          <p:cNvSpPr txBox="1"/>
          <p:nvPr/>
        </p:nvSpPr>
        <p:spPr>
          <a:xfrm>
            <a:off x="1258976" y="2065885"/>
            <a:ext cx="1260798"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dirty="0">
                <a:solidFill>
                  <a:srgbClr val="1D0D00"/>
                </a:solidFill>
                <a:latin typeface="DM Sans Medium"/>
                <a:ea typeface="DM Sans Medium"/>
                <a:cs typeface="DM Sans Medium"/>
                <a:sym typeface="DM Sans Medium"/>
              </a:rPr>
              <a:t>Kalender </a:t>
            </a:r>
          </a:p>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dirty="0">
                <a:solidFill>
                  <a:srgbClr val="1D0D00"/>
                </a:solidFill>
                <a:latin typeface="DM Sans Medium"/>
                <a:ea typeface="DM Sans Medium"/>
                <a:cs typeface="DM Sans Medium"/>
                <a:sym typeface="DM Sans Medium"/>
              </a:rPr>
              <a:t>Bali</a:t>
            </a:r>
            <a:endParaRPr dirty="0"/>
          </a:p>
        </p:txBody>
      </p:sp>
      <p:sp>
        <p:nvSpPr>
          <p:cNvPr id="394" name="Google Shape;394;p32"/>
          <p:cNvSpPr txBox="1"/>
          <p:nvPr/>
        </p:nvSpPr>
        <p:spPr>
          <a:xfrm>
            <a:off x="2944517" y="1561950"/>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dirty="0">
                <a:solidFill>
                  <a:srgbClr val="567AFB"/>
                </a:solidFill>
                <a:latin typeface="Urbanist"/>
                <a:ea typeface="Urbanist"/>
                <a:cs typeface="Urbanist"/>
                <a:sym typeface="Urbanist"/>
              </a:rPr>
              <a:t>02</a:t>
            </a:r>
            <a:endParaRPr dirty="0"/>
          </a:p>
        </p:txBody>
      </p:sp>
      <p:sp>
        <p:nvSpPr>
          <p:cNvPr id="395" name="Google Shape;395;p32"/>
          <p:cNvSpPr txBox="1"/>
          <p:nvPr/>
        </p:nvSpPr>
        <p:spPr>
          <a:xfrm>
            <a:off x="2678913" y="2066292"/>
            <a:ext cx="1260798"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dirty="0">
                <a:solidFill>
                  <a:srgbClr val="1D0D00"/>
                </a:solidFill>
                <a:latin typeface="DM Sans Medium"/>
                <a:ea typeface="DM Sans Medium"/>
                <a:cs typeface="DM Sans Medium"/>
                <a:sym typeface="DM Sans Medium"/>
              </a:rPr>
              <a:t>Web Scrapping</a:t>
            </a:r>
            <a:endParaRPr dirty="0"/>
          </a:p>
        </p:txBody>
      </p:sp>
      <p:sp>
        <p:nvSpPr>
          <p:cNvPr id="396" name="Google Shape;396;p32"/>
          <p:cNvSpPr txBox="1"/>
          <p:nvPr/>
        </p:nvSpPr>
        <p:spPr>
          <a:xfrm>
            <a:off x="4204650" y="1574259"/>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dirty="0">
                <a:solidFill>
                  <a:srgbClr val="567AFB"/>
                </a:solidFill>
                <a:latin typeface="Urbanist"/>
                <a:ea typeface="Urbanist"/>
                <a:cs typeface="Urbanist"/>
                <a:sym typeface="Urbanist"/>
              </a:rPr>
              <a:t>03</a:t>
            </a:r>
            <a:endParaRPr dirty="0"/>
          </a:p>
        </p:txBody>
      </p:sp>
      <p:sp>
        <p:nvSpPr>
          <p:cNvPr id="397" name="Google Shape;397;p32"/>
          <p:cNvSpPr txBox="1"/>
          <p:nvPr/>
        </p:nvSpPr>
        <p:spPr>
          <a:xfrm>
            <a:off x="3941601" y="2076545"/>
            <a:ext cx="1260798"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dirty="0">
                <a:solidFill>
                  <a:srgbClr val="1D0D00"/>
                </a:solidFill>
                <a:latin typeface="DM Sans Medium"/>
                <a:ea typeface="DM Sans Medium"/>
                <a:cs typeface="DM Sans Medium"/>
                <a:sym typeface="DM Sans Medium"/>
              </a:rPr>
              <a:t>Analisis Sentimen</a:t>
            </a:r>
            <a:endParaRPr sz="1400" b="0" i="0" u="none" strike="noStrike" cap="none" dirty="0">
              <a:solidFill>
                <a:srgbClr val="1D0D00"/>
              </a:solidFill>
              <a:latin typeface="DM Sans Medium"/>
              <a:ea typeface="DM Sans Medium"/>
              <a:cs typeface="DM Sans Medium"/>
              <a:sym typeface="DM Sans Medium"/>
            </a:endParaRPr>
          </a:p>
        </p:txBody>
      </p:sp>
      <p:sp>
        <p:nvSpPr>
          <p:cNvPr id="398" name="Google Shape;398;p32"/>
          <p:cNvSpPr txBox="1"/>
          <p:nvPr/>
        </p:nvSpPr>
        <p:spPr>
          <a:xfrm>
            <a:off x="5787846" y="1561950"/>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dirty="0">
                <a:solidFill>
                  <a:srgbClr val="567AFB"/>
                </a:solidFill>
                <a:latin typeface="Urbanist"/>
                <a:ea typeface="Urbanist"/>
                <a:cs typeface="Urbanist"/>
                <a:sym typeface="Urbanist"/>
              </a:rPr>
              <a:t>04</a:t>
            </a:r>
            <a:endParaRPr dirty="0"/>
          </a:p>
        </p:txBody>
      </p:sp>
      <p:sp>
        <p:nvSpPr>
          <p:cNvPr id="399" name="Google Shape;399;p32"/>
          <p:cNvSpPr txBox="1"/>
          <p:nvPr/>
        </p:nvSpPr>
        <p:spPr>
          <a:xfrm>
            <a:off x="5524855" y="2065885"/>
            <a:ext cx="1260798"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K-Nearest Neighbor</a:t>
            </a:r>
            <a:endParaRPr/>
          </a:p>
        </p:txBody>
      </p:sp>
      <p:sp>
        <p:nvSpPr>
          <p:cNvPr id="400" name="Google Shape;400;p32"/>
          <p:cNvSpPr txBox="1"/>
          <p:nvPr/>
        </p:nvSpPr>
        <p:spPr>
          <a:xfrm>
            <a:off x="7107684" y="1561950"/>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05</a:t>
            </a:r>
            <a:endParaRPr/>
          </a:p>
        </p:txBody>
      </p:sp>
      <p:sp>
        <p:nvSpPr>
          <p:cNvPr id="401" name="Google Shape;401;p32"/>
          <p:cNvSpPr txBox="1"/>
          <p:nvPr/>
        </p:nvSpPr>
        <p:spPr>
          <a:xfrm>
            <a:off x="6907250" y="2065885"/>
            <a:ext cx="1260798"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Text </a:t>
            </a:r>
            <a:endParaRPr/>
          </a:p>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Mining</a:t>
            </a:r>
            <a:endParaRPr/>
          </a:p>
        </p:txBody>
      </p:sp>
      <p:sp>
        <p:nvSpPr>
          <p:cNvPr id="402" name="Google Shape;402;p32"/>
          <p:cNvSpPr txBox="1"/>
          <p:nvPr/>
        </p:nvSpPr>
        <p:spPr>
          <a:xfrm>
            <a:off x="1402490" y="3119965"/>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06</a:t>
            </a:r>
            <a:endParaRPr/>
          </a:p>
        </p:txBody>
      </p:sp>
      <p:sp>
        <p:nvSpPr>
          <p:cNvPr id="403" name="Google Shape;403;p32"/>
          <p:cNvSpPr txBox="1"/>
          <p:nvPr/>
        </p:nvSpPr>
        <p:spPr>
          <a:xfrm>
            <a:off x="1202056" y="3623900"/>
            <a:ext cx="12609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Pre-Processing</a:t>
            </a:r>
            <a:endParaRPr/>
          </a:p>
        </p:txBody>
      </p:sp>
      <p:sp>
        <p:nvSpPr>
          <p:cNvPr id="404" name="Google Shape;404;p32"/>
          <p:cNvSpPr txBox="1"/>
          <p:nvPr/>
        </p:nvSpPr>
        <p:spPr>
          <a:xfrm>
            <a:off x="2957895" y="3120372"/>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07</a:t>
            </a:r>
            <a:endParaRPr/>
          </a:p>
        </p:txBody>
      </p:sp>
      <p:sp>
        <p:nvSpPr>
          <p:cNvPr id="405" name="Google Shape;405;p32"/>
          <p:cNvSpPr txBox="1"/>
          <p:nvPr/>
        </p:nvSpPr>
        <p:spPr>
          <a:xfrm>
            <a:off x="2671881" y="3623900"/>
            <a:ext cx="13068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Pembobotan</a:t>
            </a:r>
            <a:endParaRPr sz="1400" b="0" i="0" u="none" strike="noStrike" cap="none">
              <a:solidFill>
                <a:srgbClr val="1D0D00"/>
              </a:solidFill>
              <a:latin typeface="DM Sans Medium"/>
              <a:ea typeface="DM Sans Medium"/>
              <a:cs typeface="DM Sans Medium"/>
              <a:sym typeface="DM Sans Medium"/>
            </a:endParaRPr>
          </a:p>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Kata</a:t>
            </a:r>
            <a:endParaRPr/>
          </a:p>
        </p:txBody>
      </p:sp>
      <p:sp>
        <p:nvSpPr>
          <p:cNvPr id="406" name="Google Shape;406;p32"/>
          <p:cNvSpPr txBox="1"/>
          <p:nvPr/>
        </p:nvSpPr>
        <p:spPr>
          <a:xfrm>
            <a:off x="4294361" y="3119965"/>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08</a:t>
            </a:r>
            <a:endParaRPr/>
          </a:p>
        </p:txBody>
      </p:sp>
      <p:sp>
        <p:nvSpPr>
          <p:cNvPr id="407" name="Google Shape;407;p32"/>
          <p:cNvSpPr txBox="1"/>
          <p:nvPr/>
        </p:nvSpPr>
        <p:spPr>
          <a:xfrm>
            <a:off x="3906973" y="3623900"/>
            <a:ext cx="15096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a:solidFill>
                  <a:srgbClr val="1D0D00"/>
                </a:solidFill>
                <a:latin typeface="DM Sans Medium"/>
                <a:ea typeface="DM Sans Medium"/>
                <a:cs typeface="DM Sans Medium"/>
                <a:sym typeface="DM Sans Medium"/>
              </a:rPr>
              <a:t>Tomek Links</a:t>
            </a:r>
            <a:endParaRPr>
              <a:solidFill>
                <a:srgbClr val="1D0D00"/>
              </a:solidFill>
              <a:latin typeface="DM Sans Medium"/>
              <a:ea typeface="DM Sans Medium"/>
              <a:cs typeface="DM Sans Medium"/>
              <a:sym typeface="DM Sans Medium"/>
            </a:endParaRPr>
          </a:p>
          <a:p>
            <a:pPr marL="0" marR="0" lvl="0" indent="0" algn="ctr" rtl="0">
              <a:lnSpc>
                <a:spcPct val="115000"/>
              </a:lnSpc>
              <a:spcBef>
                <a:spcPts val="0"/>
              </a:spcBef>
              <a:spcAft>
                <a:spcPts val="0"/>
              </a:spcAft>
              <a:buClr>
                <a:srgbClr val="1D0D00"/>
              </a:buClr>
              <a:buSzPts val="2400"/>
              <a:buFont typeface="Bebas Neue"/>
              <a:buNone/>
            </a:pPr>
            <a:endParaRPr>
              <a:solidFill>
                <a:srgbClr val="1D0D00"/>
              </a:solidFill>
              <a:latin typeface="DM Sans Medium"/>
              <a:ea typeface="DM Sans Medium"/>
              <a:cs typeface="DM Sans Medium"/>
              <a:sym typeface="DM Sans Medium"/>
            </a:endParaRPr>
          </a:p>
        </p:txBody>
      </p:sp>
      <p:sp>
        <p:nvSpPr>
          <p:cNvPr id="408" name="Google Shape;408;p32"/>
          <p:cNvSpPr txBox="1"/>
          <p:nvPr/>
        </p:nvSpPr>
        <p:spPr>
          <a:xfrm>
            <a:off x="5787835" y="3119965"/>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dirty="0">
                <a:solidFill>
                  <a:srgbClr val="567AFB"/>
                </a:solidFill>
                <a:latin typeface="Urbanist"/>
                <a:ea typeface="Urbanist"/>
                <a:cs typeface="Urbanist"/>
                <a:sym typeface="Urbanist"/>
              </a:rPr>
              <a:t>09</a:t>
            </a:r>
            <a:endParaRPr dirty="0"/>
          </a:p>
        </p:txBody>
      </p:sp>
      <p:sp>
        <p:nvSpPr>
          <p:cNvPr id="409" name="Google Shape;409;p32"/>
          <p:cNvSpPr txBox="1"/>
          <p:nvPr/>
        </p:nvSpPr>
        <p:spPr>
          <a:xfrm>
            <a:off x="7177084" y="3120365"/>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a:solidFill>
                  <a:srgbClr val="567AFB"/>
                </a:solidFill>
                <a:latin typeface="Urbanist"/>
                <a:ea typeface="Urbanist"/>
                <a:cs typeface="Urbanist"/>
                <a:sym typeface="Urbanist"/>
              </a:rPr>
              <a:t>10</a:t>
            </a:r>
            <a:endParaRPr/>
          </a:p>
        </p:txBody>
      </p:sp>
      <p:sp>
        <p:nvSpPr>
          <p:cNvPr id="410" name="Google Shape;410;p32"/>
          <p:cNvSpPr txBox="1"/>
          <p:nvPr/>
        </p:nvSpPr>
        <p:spPr>
          <a:xfrm>
            <a:off x="6914035" y="3594075"/>
            <a:ext cx="12609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a:solidFill>
                  <a:srgbClr val="1D0D00"/>
                </a:solidFill>
                <a:latin typeface="DM Sans Medium"/>
                <a:ea typeface="DM Sans Medium"/>
                <a:cs typeface="DM Sans Medium"/>
                <a:sym typeface="DM Sans Medium"/>
              </a:rPr>
              <a:t>Confusion Matrix</a:t>
            </a:r>
            <a:endParaRPr/>
          </a:p>
        </p:txBody>
      </p:sp>
      <p:sp>
        <p:nvSpPr>
          <p:cNvPr id="411" name="Google Shape;411;p32"/>
          <p:cNvSpPr txBox="1"/>
          <p:nvPr/>
        </p:nvSpPr>
        <p:spPr>
          <a:xfrm>
            <a:off x="5410504" y="3586683"/>
            <a:ext cx="1509600" cy="48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400" b="0" i="0" u="none" strike="noStrike" cap="none" dirty="0">
                <a:solidFill>
                  <a:srgbClr val="1D0D00"/>
                </a:solidFill>
                <a:latin typeface="DM Sans Medium"/>
                <a:ea typeface="DM Sans Medium"/>
                <a:cs typeface="DM Sans Medium"/>
                <a:sym typeface="DM Sans Medium"/>
              </a:rPr>
              <a:t>K-Fold Crossvalidation</a:t>
            </a:r>
            <a:endParaRPr sz="1400" b="0" i="0" u="none" strike="noStrike" cap="none" dirty="0">
              <a:solidFill>
                <a:srgbClr val="1D0D00"/>
              </a:solidFill>
              <a:latin typeface="DM Sans Medium"/>
              <a:ea typeface="DM Sans Medium"/>
              <a:cs typeface="DM Sans Medium"/>
              <a:sym typeface="DM Sans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85"/>
                                        </p:tgtEl>
                                        <p:attrNameLst>
                                          <p:attrName>style.visibility</p:attrName>
                                        </p:attrNameLst>
                                      </p:cBhvr>
                                      <p:to>
                                        <p:strVal val="visible"/>
                                      </p:to>
                                    </p:set>
                                    <p:anim calcmode="lin" valueType="num">
                                      <p:cBhvr additive="base">
                                        <p:cTn id="7" dur="500"/>
                                        <p:tgtEl>
                                          <p:spTgt spid="385"/>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87"/>
                                        </p:tgtEl>
                                        <p:attrNameLst>
                                          <p:attrName>style.visibility</p:attrName>
                                        </p:attrNameLst>
                                      </p:cBhvr>
                                      <p:to>
                                        <p:strVal val="visible"/>
                                      </p:to>
                                    </p:set>
                                    <p:anim calcmode="lin" valueType="num">
                                      <p:cBhvr additive="base">
                                        <p:cTn id="11" dur="500"/>
                                        <p:tgtEl>
                                          <p:spTgt spid="387"/>
                                        </p:tgtEl>
                                        <p:attrNameLst>
                                          <p:attrName>ppt_w</p:attrName>
                                        </p:attrNameLst>
                                      </p:cBhvr>
                                      <p:tavLst>
                                        <p:tav tm="0">
                                          <p:val>
                                            <p:strVal val="0"/>
                                          </p:val>
                                        </p:tav>
                                        <p:tav tm="100000">
                                          <p:val>
                                            <p:strVal val="#ppt_w"/>
                                          </p:val>
                                        </p:tav>
                                      </p:tavLst>
                                    </p:anim>
                                    <p:anim calcmode="lin" valueType="num">
                                      <p:cBhvr additive="base">
                                        <p:cTn id="12" dur="500"/>
                                        <p:tgtEl>
                                          <p:spTgt spid="387"/>
                                        </p:tgtEl>
                                        <p:attrNameLst>
                                          <p:attrName>ppt_h</p:attrName>
                                        </p:attrNameLst>
                                      </p:cBhvr>
                                      <p:tavLst>
                                        <p:tav tm="0">
                                          <p:val>
                                            <p:strVal val="0"/>
                                          </p:val>
                                        </p:tav>
                                        <p:tav tm="100000">
                                          <p:val>
                                            <p:strVal val="#ppt_h"/>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83"/>
                                        </p:tgtEl>
                                        <p:attrNameLst>
                                          <p:attrName>style.visibility</p:attrName>
                                        </p:attrNameLst>
                                      </p:cBhvr>
                                      <p:to>
                                        <p:strVal val="visible"/>
                                      </p:to>
                                    </p:set>
                                    <p:animEffect transition="in" filter="fade">
                                      <p:cBhvr>
                                        <p:cTn id="16" dur="500"/>
                                        <p:tgtEl>
                                          <p:spTgt spid="383"/>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384"/>
                                        </p:tgtEl>
                                        <p:attrNameLst>
                                          <p:attrName>style.visibility</p:attrName>
                                        </p:attrNameLst>
                                      </p:cBhvr>
                                      <p:to>
                                        <p:strVal val="visible"/>
                                      </p:to>
                                    </p:set>
                                    <p:animEffect transition="in" filter="fade">
                                      <p:cBhvr>
                                        <p:cTn id="20" dur="500"/>
                                        <p:tgtEl>
                                          <p:spTgt spid="384"/>
                                        </p:tgtEl>
                                      </p:cBhvr>
                                    </p:animEffect>
                                  </p:childTnLst>
                                </p:cTn>
                              </p:par>
                            </p:childTnLst>
                          </p:cTn>
                        </p:par>
                        <p:par>
                          <p:cTn id="21" fill="hold">
                            <p:stCondLst>
                              <p:cond delay="2000"/>
                            </p:stCondLst>
                            <p:childTnLst>
                              <p:par>
                                <p:cTn id="22" presetID="2" presetClass="entr" presetSubtype="4" fill="hold" nodeType="afterEffect">
                                  <p:stCondLst>
                                    <p:cond delay="0"/>
                                  </p:stCondLst>
                                  <p:childTnLst>
                                    <p:set>
                                      <p:cBhvr>
                                        <p:cTn id="23" dur="1" fill="hold">
                                          <p:stCondLst>
                                            <p:cond delay="0"/>
                                          </p:stCondLst>
                                        </p:cTn>
                                        <p:tgtEl>
                                          <p:spTgt spid="381"/>
                                        </p:tgtEl>
                                        <p:attrNameLst>
                                          <p:attrName>style.visibility</p:attrName>
                                        </p:attrNameLst>
                                      </p:cBhvr>
                                      <p:to>
                                        <p:strVal val="visible"/>
                                      </p:to>
                                    </p:set>
                                    <p:anim calcmode="lin" valueType="num">
                                      <p:cBhvr additive="base">
                                        <p:cTn id="24" dur="500"/>
                                        <p:tgtEl>
                                          <p:spTgt spid="381"/>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10" presetClass="entr" presetSubtype="0" fill="hold" nodeType="afterEffect">
                                  <p:stCondLst>
                                    <p:cond delay="0"/>
                                  </p:stCondLst>
                                  <p:childTnLst>
                                    <p:set>
                                      <p:cBhvr>
                                        <p:cTn id="27" dur="1" fill="hold">
                                          <p:stCondLst>
                                            <p:cond delay="0"/>
                                          </p:stCondLst>
                                        </p:cTn>
                                        <p:tgtEl>
                                          <p:spTgt spid="386"/>
                                        </p:tgtEl>
                                        <p:attrNameLst>
                                          <p:attrName>style.visibility</p:attrName>
                                        </p:attrNameLst>
                                      </p:cBhvr>
                                      <p:to>
                                        <p:strVal val="visible"/>
                                      </p:to>
                                    </p:set>
                                    <p:animEffect transition="in" filter="fade">
                                      <p:cBhvr>
                                        <p:cTn id="28" dur="2000"/>
                                        <p:tgtEl>
                                          <p:spTgt spid="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3"/>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17" name="Google Shape;417;p33"/>
          <p:cNvSpPr txBox="1">
            <a:spLocks noGrp="1"/>
          </p:cNvSpPr>
          <p:nvPr>
            <p:ph type="title"/>
          </p:nvPr>
        </p:nvSpPr>
        <p:spPr>
          <a:xfrm>
            <a:off x="663321" y="709671"/>
            <a:ext cx="2645936"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Kalender bali</a:t>
            </a:r>
            <a:endParaRPr/>
          </a:p>
        </p:txBody>
      </p:sp>
      <p:sp>
        <p:nvSpPr>
          <p:cNvPr id="418" name="Google Shape;418;p33"/>
          <p:cNvSpPr txBox="1">
            <a:spLocks noGrp="1"/>
          </p:cNvSpPr>
          <p:nvPr>
            <p:ph type="body" idx="1"/>
          </p:nvPr>
        </p:nvSpPr>
        <p:spPr>
          <a:xfrm>
            <a:off x="725955" y="1708136"/>
            <a:ext cx="3354662" cy="1828997"/>
          </a:xfrm>
          <a:prstGeom prst="rect">
            <a:avLst/>
          </a:prstGeom>
          <a:noFill/>
          <a:ln>
            <a:noFill/>
          </a:ln>
        </p:spPr>
        <p:txBody>
          <a:bodyPr spcFirstLastPara="1" wrap="square" lIns="91425" tIns="45700" rIns="91425" bIns="45700" anchor="t" anchorCtr="0">
            <a:normAutofit fontScale="92500"/>
          </a:bodyPr>
          <a:lstStyle/>
          <a:p>
            <a:pPr marL="0" marR="0" lvl="0" indent="0" algn="l" rtl="0">
              <a:lnSpc>
                <a:spcPct val="100000"/>
              </a:lnSpc>
              <a:spcBef>
                <a:spcPts val="0"/>
              </a:spcBef>
              <a:spcAft>
                <a:spcPts val="0"/>
              </a:spcAft>
              <a:buClr>
                <a:schemeClr val="dk1"/>
              </a:buClr>
              <a:buSzPct val="115315"/>
              <a:buFont typeface="Chivo"/>
              <a:buNone/>
            </a:pPr>
            <a:r>
              <a:rPr lang="en" sz="1500" b="0" i="0" u="none" strike="noStrike" cap="none">
                <a:solidFill>
                  <a:srgbClr val="000000"/>
                </a:solidFill>
                <a:latin typeface="Chivo"/>
                <a:ea typeface="Chivo"/>
                <a:cs typeface="Chivo"/>
                <a:sym typeface="Chivo"/>
              </a:rPr>
              <a:t>Aplikasi Kalender Bali merupakan salah satu contoh aplikasi yang tersedia dalam website Google Play Store dengan rating aplikasi adalah 4,6. Aplikasi Kalender Bali ini memuat kalender saka Bali yang memberikan infomasi mengenai penanggalan hari raya umat Hindu. </a:t>
            </a:r>
            <a:endParaRPr/>
          </a:p>
        </p:txBody>
      </p:sp>
      <p:sp>
        <p:nvSpPr>
          <p:cNvPr id="419" name="Google Shape;419;p33"/>
          <p:cNvSpPr/>
          <p:nvPr/>
        </p:nvSpPr>
        <p:spPr>
          <a:xfrm>
            <a:off x="1470660" y="4222550"/>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0" name="Google Shape;420;p33"/>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1" name="Google Shape;421;p33"/>
          <p:cNvSpPr/>
          <p:nvPr/>
        </p:nvSpPr>
        <p:spPr>
          <a:xfrm>
            <a:off x="3614047" y="4157047"/>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422" name="Google Shape;422;p33"/>
          <p:cNvGrpSpPr/>
          <p:nvPr/>
        </p:nvGrpSpPr>
        <p:grpSpPr>
          <a:xfrm>
            <a:off x="6374604" y="222033"/>
            <a:ext cx="914556" cy="718263"/>
            <a:chOff x="388620" y="1420922"/>
            <a:chExt cx="679997" cy="534048"/>
          </a:xfrm>
        </p:grpSpPr>
        <p:sp>
          <p:nvSpPr>
            <p:cNvPr id="423" name="Google Shape;423;p33"/>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4" name="Google Shape;424;p33"/>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5" name="Google Shape;425;p33"/>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6" name="Google Shape;426;p33"/>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7" name="Google Shape;427;p33"/>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8" name="Google Shape;428;p33"/>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9" name="Google Shape;429;p33"/>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0" name="Google Shape;430;p33"/>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1" name="Google Shape;431;p33"/>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2" name="Google Shape;432;p33"/>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3" name="Google Shape;433;p33"/>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4" name="Google Shape;434;p33"/>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5" name="Google Shape;435;p33"/>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6" name="Google Shape;436;p33"/>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7" name="Google Shape;437;p33"/>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8" name="Google Shape;438;p33"/>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9" name="Google Shape;439;p33"/>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40" name="Google Shape;440;p33"/>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41" name="Google Shape;441;p33"/>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42" name="Google Shape;442;p33"/>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443" name="Google Shape;443;p33"/>
          <p:cNvSpPr/>
          <p:nvPr/>
        </p:nvSpPr>
        <p:spPr>
          <a:xfrm flipH="1">
            <a:off x="7561508" y="1978935"/>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44" name="Google Shape;444;p33"/>
          <p:cNvSpPr/>
          <p:nvPr/>
        </p:nvSpPr>
        <p:spPr>
          <a:xfrm flipH="1">
            <a:off x="7561508" y="2571748"/>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45" name="Google Shape;445;p33"/>
          <p:cNvSpPr/>
          <p:nvPr/>
        </p:nvSpPr>
        <p:spPr>
          <a:xfrm flipH="1">
            <a:off x="7561509" y="3174757"/>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46" name="Google Shape;446;p33" descr="Sebuah gambar berisi teks, cuplikan layar, software, Software multimedia&#10;&#10;Deskripsi dibuat secara otomatis"/>
          <p:cNvPicPr preferRelativeResize="0">
            <a:picLocks noGrp="1"/>
          </p:cNvPicPr>
          <p:nvPr>
            <p:ph type="pic" idx="2"/>
          </p:nvPr>
        </p:nvPicPr>
        <p:blipFill rotWithShape="1">
          <a:blip r:embed="rId3">
            <a:alphaModFix/>
          </a:blip>
          <a:srcRect t="3474" b="3305"/>
          <a:stretch/>
        </p:blipFill>
        <p:spPr>
          <a:xfrm>
            <a:off x="4973387" y="479418"/>
            <a:ext cx="1797537" cy="3723786"/>
          </a:xfrm>
          <a:prstGeom prst="roundRect">
            <a:avLst>
              <a:gd name="adj" fmla="val 8594"/>
            </a:avLst>
          </a:prstGeom>
          <a:solidFill>
            <a:srgbClr val="ECECEC"/>
          </a:solidFill>
          <a:ln>
            <a:noFill/>
          </a:ln>
          <a:effectLst>
            <a:reflection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20"/>
                                        </p:tgtEl>
                                        <p:attrNameLst>
                                          <p:attrName>style.visibility</p:attrName>
                                        </p:attrNameLst>
                                      </p:cBhvr>
                                      <p:to>
                                        <p:strVal val="visible"/>
                                      </p:to>
                                    </p:set>
                                    <p:animEffect transition="in" filter="fade">
                                      <p:cBhvr>
                                        <p:cTn id="7" dur="500"/>
                                        <p:tgtEl>
                                          <p:spTgt spid="42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19"/>
                                        </p:tgtEl>
                                        <p:attrNameLst>
                                          <p:attrName>style.visibility</p:attrName>
                                        </p:attrNameLst>
                                      </p:cBhvr>
                                      <p:to>
                                        <p:strVal val="visible"/>
                                      </p:to>
                                    </p:set>
                                    <p:anim calcmode="lin" valueType="num">
                                      <p:cBhvr additive="base">
                                        <p:cTn id="11" dur="500"/>
                                        <p:tgtEl>
                                          <p:spTgt spid="419"/>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21"/>
                                        </p:tgtEl>
                                        <p:attrNameLst>
                                          <p:attrName>style.visibility</p:attrName>
                                        </p:attrNameLst>
                                      </p:cBhvr>
                                      <p:to>
                                        <p:strVal val="visible"/>
                                      </p:to>
                                    </p:set>
                                    <p:animEffect transition="in" filter="fade">
                                      <p:cBhvr>
                                        <p:cTn id="15" dur="2000"/>
                                        <p:tgtEl>
                                          <p:spTgt spid="421"/>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445"/>
                                        </p:tgtEl>
                                        <p:attrNameLst>
                                          <p:attrName>style.visibility</p:attrName>
                                        </p:attrNameLst>
                                      </p:cBhvr>
                                      <p:to>
                                        <p:strVal val="visible"/>
                                      </p:to>
                                    </p:set>
                                    <p:animEffect transition="in" filter="fade">
                                      <p:cBhvr>
                                        <p:cTn id="19" dur="500"/>
                                        <p:tgtEl>
                                          <p:spTgt spid="445"/>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444"/>
                                        </p:tgtEl>
                                        <p:attrNameLst>
                                          <p:attrName>style.visibility</p:attrName>
                                        </p:attrNameLst>
                                      </p:cBhvr>
                                      <p:to>
                                        <p:strVal val="visible"/>
                                      </p:to>
                                    </p:set>
                                    <p:animEffect transition="in" filter="fade">
                                      <p:cBhvr>
                                        <p:cTn id="23" dur="500"/>
                                        <p:tgtEl>
                                          <p:spTgt spid="444"/>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443"/>
                                        </p:tgtEl>
                                        <p:attrNameLst>
                                          <p:attrName>style.visibility</p:attrName>
                                        </p:attrNameLst>
                                      </p:cBhvr>
                                      <p:to>
                                        <p:strVal val="visible"/>
                                      </p:to>
                                    </p:set>
                                    <p:animEffect transition="in" filter="fade">
                                      <p:cBhvr>
                                        <p:cTn id="27" dur="500"/>
                                        <p:tgtEl>
                                          <p:spTgt spid="443"/>
                                        </p:tgtEl>
                                      </p:cBhvr>
                                    </p:animEffect>
                                  </p:childTnLst>
                                </p:cTn>
                              </p:par>
                            </p:childTnLst>
                          </p:cTn>
                        </p:par>
                        <p:par>
                          <p:cTn id="28" fill="hold">
                            <p:stCondLst>
                              <p:cond delay="4500"/>
                            </p:stCondLst>
                            <p:childTnLst>
                              <p:par>
                                <p:cTn id="29" presetID="23" presetClass="entr" presetSubtype="16" fill="hold" nodeType="afterEffect">
                                  <p:stCondLst>
                                    <p:cond delay="0"/>
                                  </p:stCondLst>
                                  <p:childTnLst>
                                    <p:set>
                                      <p:cBhvr>
                                        <p:cTn id="30" dur="1" fill="hold">
                                          <p:stCondLst>
                                            <p:cond delay="0"/>
                                          </p:stCondLst>
                                        </p:cTn>
                                        <p:tgtEl>
                                          <p:spTgt spid="422"/>
                                        </p:tgtEl>
                                        <p:attrNameLst>
                                          <p:attrName>style.visibility</p:attrName>
                                        </p:attrNameLst>
                                      </p:cBhvr>
                                      <p:to>
                                        <p:strVal val="visible"/>
                                      </p:to>
                                    </p:set>
                                    <p:anim calcmode="lin" valueType="num">
                                      <p:cBhvr additive="base">
                                        <p:cTn id="31" dur="500"/>
                                        <p:tgtEl>
                                          <p:spTgt spid="422"/>
                                        </p:tgtEl>
                                        <p:attrNameLst>
                                          <p:attrName>ppt_w</p:attrName>
                                        </p:attrNameLst>
                                      </p:cBhvr>
                                      <p:tavLst>
                                        <p:tav tm="0">
                                          <p:val>
                                            <p:strVal val="0"/>
                                          </p:val>
                                        </p:tav>
                                        <p:tav tm="100000">
                                          <p:val>
                                            <p:strVal val="#ppt_w"/>
                                          </p:val>
                                        </p:tav>
                                      </p:tavLst>
                                    </p:anim>
                                    <p:anim calcmode="lin" valueType="num">
                                      <p:cBhvr additive="base">
                                        <p:cTn id="32" dur="500"/>
                                        <p:tgtEl>
                                          <p:spTgt spid="42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5"/>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2" name="Google Shape;452;p35"/>
          <p:cNvSpPr txBox="1">
            <a:spLocks noGrp="1"/>
          </p:cNvSpPr>
          <p:nvPr>
            <p:ph type="title"/>
          </p:nvPr>
        </p:nvSpPr>
        <p:spPr>
          <a:xfrm>
            <a:off x="4490125" y="167075"/>
            <a:ext cx="2052600" cy="1185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ANALISIS </a:t>
            </a:r>
            <a:br>
              <a:rPr lang="en"/>
            </a:br>
            <a:r>
              <a:rPr lang="en"/>
              <a:t>SENTIMEN</a:t>
            </a:r>
            <a:endParaRPr/>
          </a:p>
        </p:txBody>
      </p:sp>
      <p:sp>
        <p:nvSpPr>
          <p:cNvPr id="453" name="Google Shape;453;p35"/>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454" name="Google Shape;454;p35"/>
          <p:cNvGrpSpPr/>
          <p:nvPr/>
        </p:nvGrpSpPr>
        <p:grpSpPr>
          <a:xfrm>
            <a:off x="3546021" y="3563012"/>
            <a:ext cx="914528" cy="718241"/>
            <a:chOff x="388620" y="1420922"/>
            <a:chExt cx="679997" cy="534048"/>
          </a:xfrm>
        </p:grpSpPr>
        <p:sp>
          <p:nvSpPr>
            <p:cNvPr id="455" name="Google Shape;455;p35"/>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6" name="Google Shape;456;p35"/>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7" name="Google Shape;457;p35"/>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8" name="Google Shape;458;p35"/>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9" name="Google Shape;459;p35"/>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0" name="Google Shape;460;p35"/>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1" name="Google Shape;461;p35"/>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2" name="Google Shape;462;p35"/>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3" name="Google Shape;463;p35"/>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4" name="Google Shape;464;p35"/>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5" name="Google Shape;465;p35"/>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6" name="Google Shape;466;p35"/>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7" name="Google Shape;467;p35"/>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8" name="Google Shape;468;p35"/>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9" name="Google Shape;469;p35"/>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0" name="Google Shape;470;p35"/>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1" name="Google Shape;471;p35"/>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2" name="Google Shape;472;p35"/>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3" name="Google Shape;473;p35"/>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4" name="Google Shape;474;p35"/>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475" name="Google Shape;475;p35"/>
          <p:cNvSpPr/>
          <p:nvPr/>
        </p:nvSpPr>
        <p:spPr>
          <a:xfrm flipH="1">
            <a:off x="3664028" y="1125436"/>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6" name="Google Shape;476;p35"/>
          <p:cNvSpPr/>
          <p:nvPr/>
        </p:nvSpPr>
        <p:spPr>
          <a:xfrm flipH="1">
            <a:off x="3664028" y="1718249"/>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7" name="Google Shape;477;p35"/>
          <p:cNvSpPr/>
          <p:nvPr/>
        </p:nvSpPr>
        <p:spPr>
          <a:xfrm flipH="1">
            <a:off x="3664029" y="2321258"/>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478" name="Google Shape;478;p35"/>
          <p:cNvGrpSpPr/>
          <p:nvPr/>
        </p:nvGrpSpPr>
        <p:grpSpPr>
          <a:xfrm>
            <a:off x="5446648" y="-125425"/>
            <a:ext cx="3237159" cy="5192976"/>
            <a:chOff x="2054147" y="0"/>
            <a:chExt cx="3103402" cy="5046134"/>
          </a:xfrm>
        </p:grpSpPr>
        <p:sp>
          <p:nvSpPr>
            <p:cNvPr id="479" name="Google Shape;479;p35"/>
            <p:cNvSpPr/>
            <p:nvPr/>
          </p:nvSpPr>
          <p:spPr>
            <a:xfrm>
              <a:off x="2728749" y="0"/>
              <a:ext cx="2428800" cy="2429100"/>
            </a:xfrm>
            <a:custGeom>
              <a:avLst/>
              <a:gdLst/>
              <a:ahLst/>
              <a:cxnLst/>
              <a:rect l="l" t="t" r="r" b="b"/>
              <a:pathLst>
                <a:path w="120000" h="120000" extrusionOk="0">
                  <a:moveTo>
                    <a:pt x="8300" y="60000"/>
                  </a:moveTo>
                  <a:lnTo>
                    <a:pt x="8300" y="60000"/>
                  </a:lnTo>
                  <a:cubicBezTo>
                    <a:pt x="8300" y="32942"/>
                    <a:pt x="29252" y="10481"/>
                    <a:pt x="56299" y="8544"/>
                  </a:cubicBezTo>
                  <a:cubicBezTo>
                    <a:pt x="83347" y="6608"/>
                    <a:pt x="107298" y="25853"/>
                    <a:pt x="111170" y="52634"/>
                  </a:cubicBezTo>
                  <a:cubicBezTo>
                    <a:pt x="115042" y="79415"/>
                    <a:pt x="97519" y="104630"/>
                    <a:pt x="71026" y="110401"/>
                  </a:cubicBezTo>
                  <a:lnTo>
                    <a:pt x="70463" y="118480"/>
                  </a:lnTo>
                  <a:lnTo>
                    <a:pt x="56873" y="104892"/>
                  </a:lnTo>
                  <a:lnTo>
                    <a:pt x="72548" y="88555"/>
                  </a:lnTo>
                  <a:lnTo>
                    <a:pt x="71993" y="96521"/>
                  </a:lnTo>
                  <a:cubicBezTo>
                    <a:pt x="90820" y="90430"/>
                    <a:pt x="101978" y="71214"/>
                    <a:pt x="97848" y="51990"/>
                  </a:cubicBezTo>
                  <a:cubicBezTo>
                    <a:pt x="93719" y="32767"/>
                    <a:pt x="75636" y="19739"/>
                    <a:pt x="55943" y="21800"/>
                  </a:cubicBezTo>
                  <a:cubicBezTo>
                    <a:pt x="36250" y="23860"/>
                    <a:pt x="21301" y="40345"/>
                    <a:pt x="21301" y="60000"/>
                  </a:cubicBezTo>
                  <a:close/>
                </a:path>
              </a:pathLst>
            </a:custGeom>
            <a:gradFill>
              <a:gsLst>
                <a:gs pos="0">
                  <a:srgbClr val="FF4E00"/>
                </a:gs>
                <a:gs pos="100000">
                  <a:srgbClr val="FF7F63"/>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5"/>
            <p:cNvSpPr/>
            <p:nvPr/>
          </p:nvSpPr>
          <p:spPr>
            <a:xfrm>
              <a:off x="3265602" y="877018"/>
              <a:ext cx="1349659" cy="6746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5"/>
            <p:cNvSpPr txBox="1"/>
            <p:nvPr/>
          </p:nvSpPr>
          <p:spPr>
            <a:xfrm>
              <a:off x="3265602" y="877018"/>
              <a:ext cx="1349659" cy="674668"/>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topik penelitian yang aktif dibawah Natural Language Proccessing</a:t>
              </a:r>
              <a:endParaRPr sz="1000" b="1" i="0" u="none" strike="noStrike" cap="none">
                <a:solidFill>
                  <a:srgbClr val="000000"/>
                </a:solidFill>
                <a:latin typeface="Arial"/>
                <a:ea typeface="Arial"/>
                <a:cs typeface="Arial"/>
                <a:sym typeface="Arial"/>
              </a:endParaRPr>
            </a:p>
          </p:txBody>
        </p:sp>
        <p:sp>
          <p:nvSpPr>
            <p:cNvPr id="482" name="Google Shape;482;p35"/>
            <p:cNvSpPr/>
            <p:nvPr/>
          </p:nvSpPr>
          <p:spPr>
            <a:xfrm>
              <a:off x="2054147" y="1395760"/>
              <a:ext cx="2428839" cy="2429209"/>
            </a:xfrm>
            <a:custGeom>
              <a:avLst/>
              <a:gdLst/>
              <a:ahLst/>
              <a:cxnLst/>
              <a:rect l="l" t="t" r="r" b="b"/>
              <a:pathLst>
                <a:path w="120000" h="120000" extrusionOk="0">
                  <a:moveTo>
                    <a:pt x="96272" y="23240"/>
                  </a:moveTo>
                  <a:lnTo>
                    <a:pt x="87078" y="32558"/>
                  </a:lnTo>
                  <a:cubicBezTo>
                    <a:pt x="75670" y="21467"/>
                    <a:pt x="58571" y="18471"/>
                    <a:pt x="44026" y="25013"/>
                  </a:cubicBezTo>
                  <a:cubicBezTo>
                    <a:pt x="29482" y="31555"/>
                    <a:pt x="20480" y="46293"/>
                    <a:pt x="21360" y="62119"/>
                  </a:cubicBezTo>
                  <a:cubicBezTo>
                    <a:pt x="22241" y="77945"/>
                    <a:pt x="32825" y="91609"/>
                    <a:pt x="48007" y="96521"/>
                  </a:cubicBezTo>
                  <a:lnTo>
                    <a:pt x="47452" y="88555"/>
                  </a:lnTo>
                  <a:lnTo>
                    <a:pt x="63128" y="104892"/>
                  </a:lnTo>
                  <a:lnTo>
                    <a:pt x="49537" y="118480"/>
                  </a:lnTo>
                  <a:lnTo>
                    <a:pt x="48974" y="110401"/>
                  </a:lnTo>
                  <a:lnTo>
                    <a:pt x="48974" y="110401"/>
                  </a:lnTo>
                  <a:cubicBezTo>
                    <a:pt x="27498" y="105723"/>
                    <a:pt x="11335" y="88006"/>
                    <a:pt x="8679" y="66232"/>
                  </a:cubicBezTo>
                  <a:cubicBezTo>
                    <a:pt x="6023" y="44459"/>
                    <a:pt x="17456" y="23390"/>
                    <a:pt x="37181" y="13709"/>
                  </a:cubicBezTo>
                  <a:cubicBezTo>
                    <a:pt x="56906" y="4028"/>
                    <a:pt x="80609" y="7851"/>
                    <a:pt x="96272" y="23240"/>
                  </a:cubicBezTo>
                  <a:close/>
                </a:path>
              </a:pathLst>
            </a:custGeom>
            <a:gradFill>
              <a:gsLst>
                <a:gs pos="0">
                  <a:srgbClr val="FF4E00"/>
                </a:gs>
                <a:gs pos="100000">
                  <a:srgbClr val="FF7F63"/>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p:cNvSpPr/>
            <p:nvPr/>
          </p:nvSpPr>
          <p:spPr>
            <a:xfrm>
              <a:off x="2593737" y="2280853"/>
              <a:ext cx="1349659" cy="6746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5"/>
            <p:cNvSpPr txBox="1"/>
            <p:nvPr/>
          </p:nvSpPr>
          <p:spPr>
            <a:xfrm>
              <a:off x="2593737" y="2280853"/>
              <a:ext cx="1349659" cy="674668"/>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menganalisis opini, sentimen, penilaian, sikap, dan emosi orang terhadap entitas dan atributnya</a:t>
              </a:r>
              <a:endParaRPr/>
            </a:p>
          </p:txBody>
        </p:sp>
        <p:sp>
          <p:nvSpPr>
            <p:cNvPr id="485" name="Google Shape;485;p35"/>
            <p:cNvSpPr/>
            <p:nvPr/>
          </p:nvSpPr>
          <p:spPr>
            <a:xfrm>
              <a:off x="2901618" y="2958548"/>
              <a:ext cx="2086749" cy="2087586"/>
            </a:xfrm>
            <a:prstGeom prst="blockArc">
              <a:avLst>
                <a:gd name="adj1" fmla="val 13500000"/>
                <a:gd name="adj2" fmla="val 10800000"/>
                <a:gd name="adj3" fmla="val 12740"/>
              </a:avLst>
            </a:prstGeom>
            <a:gradFill>
              <a:gsLst>
                <a:gs pos="0">
                  <a:srgbClr val="FF4E00"/>
                </a:gs>
                <a:gs pos="100000">
                  <a:srgbClr val="FF7F63"/>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p:cNvSpPr/>
            <p:nvPr/>
          </p:nvSpPr>
          <p:spPr>
            <a:xfrm>
              <a:off x="3268795" y="3686706"/>
              <a:ext cx="1349659" cy="6746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p:cNvSpPr txBox="1"/>
            <p:nvPr/>
          </p:nvSpPr>
          <p:spPr>
            <a:xfrm>
              <a:off x="3268795" y="3686706"/>
              <a:ext cx="1349659" cy="674668"/>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sentimen memiliki nilai positif atau negatif</a:t>
              </a:r>
              <a:endParaRPr/>
            </a:p>
          </p:txBody>
        </p:sp>
      </p:grpSp>
      <p:sp>
        <p:nvSpPr>
          <p:cNvPr id="488" name="Google Shape;488;p35"/>
          <p:cNvSpPr txBox="1">
            <a:spLocks noGrp="1"/>
          </p:cNvSpPr>
          <p:nvPr>
            <p:ph type="title"/>
          </p:nvPr>
        </p:nvSpPr>
        <p:spPr>
          <a:xfrm>
            <a:off x="587121" y="633471"/>
            <a:ext cx="26460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WEB SCRAPING</a:t>
            </a:r>
            <a:endParaRPr/>
          </a:p>
        </p:txBody>
      </p:sp>
      <p:pic>
        <p:nvPicPr>
          <p:cNvPr id="489" name="Google Shape;489;p35"/>
          <p:cNvPicPr preferRelativeResize="0"/>
          <p:nvPr/>
        </p:nvPicPr>
        <p:blipFill>
          <a:blip r:embed="rId3">
            <a:alphaModFix/>
          </a:blip>
          <a:stretch>
            <a:fillRect/>
          </a:stretch>
        </p:blipFill>
        <p:spPr>
          <a:xfrm>
            <a:off x="-424550" y="1292025"/>
            <a:ext cx="4364550" cy="29853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3"/>
                                        </p:tgtEl>
                                        <p:attrNameLst>
                                          <p:attrName>style.visibility</p:attrName>
                                        </p:attrNameLst>
                                      </p:cBhvr>
                                      <p:to>
                                        <p:strVal val="visible"/>
                                      </p:to>
                                    </p:set>
                                    <p:animEffect transition="in" filter="fade">
                                      <p:cBhvr>
                                        <p:cTn id="7" dur="500"/>
                                        <p:tgtEl>
                                          <p:spTgt spid="45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77"/>
                                        </p:tgtEl>
                                        <p:attrNameLst>
                                          <p:attrName>style.visibility</p:attrName>
                                        </p:attrNameLst>
                                      </p:cBhvr>
                                      <p:to>
                                        <p:strVal val="visible"/>
                                      </p:to>
                                    </p:set>
                                    <p:animEffect transition="in" filter="fade">
                                      <p:cBhvr>
                                        <p:cTn id="11" dur="500"/>
                                        <p:tgtEl>
                                          <p:spTgt spid="47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76"/>
                                        </p:tgtEl>
                                        <p:attrNameLst>
                                          <p:attrName>style.visibility</p:attrName>
                                        </p:attrNameLst>
                                      </p:cBhvr>
                                      <p:to>
                                        <p:strVal val="visible"/>
                                      </p:to>
                                    </p:set>
                                    <p:animEffect transition="in" filter="fade">
                                      <p:cBhvr>
                                        <p:cTn id="15" dur="500"/>
                                        <p:tgtEl>
                                          <p:spTgt spid="47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75"/>
                                        </p:tgtEl>
                                        <p:attrNameLst>
                                          <p:attrName>style.visibility</p:attrName>
                                        </p:attrNameLst>
                                      </p:cBhvr>
                                      <p:to>
                                        <p:strVal val="visible"/>
                                      </p:to>
                                    </p:set>
                                    <p:animEffect transition="in" filter="fade">
                                      <p:cBhvr>
                                        <p:cTn id="19" dur="500"/>
                                        <p:tgtEl>
                                          <p:spTgt spid="475"/>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454"/>
                                        </p:tgtEl>
                                        <p:attrNameLst>
                                          <p:attrName>style.visibility</p:attrName>
                                        </p:attrNameLst>
                                      </p:cBhvr>
                                      <p:to>
                                        <p:strVal val="visible"/>
                                      </p:to>
                                    </p:set>
                                    <p:anim calcmode="lin" valueType="num">
                                      <p:cBhvr additive="base">
                                        <p:cTn id="23" dur="500"/>
                                        <p:tgtEl>
                                          <p:spTgt spid="454"/>
                                        </p:tgtEl>
                                        <p:attrNameLst>
                                          <p:attrName>ppt_w</p:attrName>
                                        </p:attrNameLst>
                                      </p:cBhvr>
                                      <p:tavLst>
                                        <p:tav tm="0">
                                          <p:val>
                                            <p:strVal val="0"/>
                                          </p:val>
                                        </p:tav>
                                        <p:tav tm="100000">
                                          <p:val>
                                            <p:strVal val="#ppt_w"/>
                                          </p:val>
                                        </p:tav>
                                      </p:tavLst>
                                    </p:anim>
                                    <p:anim calcmode="lin" valueType="num">
                                      <p:cBhvr additive="base">
                                        <p:cTn id="24" dur="500"/>
                                        <p:tgtEl>
                                          <p:spTgt spid="45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6"/>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95" name="Google Shape;495;p36"/>
          <p:cNvSpPr txBox="1">
            <a:spLocks noGrp="1"/>
          </p:cNvSpPr>
          <p:nvPr>
            <p:ph type="title"/>
          </p:nvPr>
        </p:nvSpPr>
        <p:spPr>
          <a:xfrm>
            <a:off x="663321" y="709670"/>
            <a:ext cx="2645936" cy="99846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K-NEAREST NEIGHBOR</a:t>
            </a:r>
            <a:endParaRPr/>
          </a:p>
        </p:txBody>
      </p:sp>
      <p:sp>
        <p:nvSpPr>
          <p:cNvPr id="496" name="Google Shape;496;p36"/>
          <p:cNvSpPr txBox="1">
            <a:spLocks noGrp="1"/>
          </p:cNvSpPr>
          <p:nvPr>
            <p:ph type="body" idx="1"/>
          </p:nvPr>
        </p:nvSpPr>
        <p:spPr>
          <a:xfrm>
            <a:off x="725955" y="1708136"/>
            <a:ext cx="3354662" cy="1828997"/>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600"/>
              <a:buFont typeface="Chivo"/>
              <a:buNone/>
            </a:pPr>
            <a:r>
              <a:rPr lang="en" sz="1600">
                <a:solidFill>
                  <a:srgbClr val="000000"/>
                </a:solidFill>
                <a:latin typeface="Tahoma"/>
                <a:ea typeface="Tahoma"/>
                <a:cs typeface="Tahoma"/>
                <a:sym typeface="Tahoma"/>
              </a:rPr>
              <a:t>algoritma pencarian jarak terdekat diantara data yang akan dievaluasi dengan k tetangga (</a:t>
            </a:r>
            <a:r>
              <a:rPr lang="en" sz="1600" i="1">
                <a:solidFill>
                  <a:srgbClr val="000000"/>
                </a:solidFill>
                <a:latin typeface="Tahoma"/>
                <a:ea typeface="Tahoma"/>
                <a:cs typeface="Tahoma"/>
                <a:sym typeface="Tahoma"/>
              </a:rPr>
              <a:t>Neighbor</a:t>
            </a:r>
            <a:r>
              <a:rPr lang="en" sz="1600">
                <a:solidFill>
                  <a:srgbClr val="000000"/>
                </a:solidFill>
                <a:latin typeface="Tahoma"/>
                <a:ea typeface="Tahoma"/>
                <a:cs typeface="Tahoma"/>
                <a:sym typeface="Tahoma"/>
              </a:rPr>
              <a:t>) terdekatnya di dalam data pelatihan</a:t>
            </a:r>
            <a:endParaRPr sz="1400" b="0" i="0" u="none" strike="noStrike" cap="none">
              <a:solidFill>
                <a:srgbClr val="000000"/>
              </a:solidFill>
              <a:latin typeface="Tahoma"/>
              <a:ea typeface="Tahoma"/>
              <a:cs typeface="Tahoma"/>
              <a:sym typeface="Tahoma"/>
            </a:endParaRPr>
          </a:p>
        </p:txBody>
      </p:sp>
      <p:sp>
        <p:nvSpPr>
          <p:cNvPr id="497" name="Google Shape;497;p36"/>
          <p:cNvSpPr/>
          <p:nvPr/>
        </p:nvSpPr>
        <p:spPr>
          <a:xfrm>
            <a:off x="1470660" y="4222550"/>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98" name="Google Shape;498;p36"/>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99" name="Google Shape;499;p36"/>
          <p:cNvSpPr/>
          <p:nvPr/>
        </p:nvSpPr>
        <p:spPr>
          <a:xfrm>
            <a:off x="3614047" y="4157047"/>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500" name="Google Shape;500;p36"/>
          <p:cNvGrpSpPr/>
          <p:nvPr/>
        </p:nvGrpSpPr>
        <p:grpSpPr>
          <a:xfrm>
            <a:off x="6061337" y="162095"/>
            <a:ext cx="914556" cy="718263"/>
            <a:chOff x="388620" y="1420922"/>
            <a:chExt cx="679997" cy="534048"/>
          </a:xfrm>
        </p:grpSpPr>
        <p:sp>
          <p:nvSpPr>
            <p:cNvPr id="501" name="Google Shape;501;p36"/>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2" name="Google Shape;502;p36"/>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3" name="Google Shape;503;p36"/>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4" name="Google Shape;504;p36"/>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5" name="Google Shape;505;p36"/>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6" name="Google Shape;506;p36"/>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7" name="Google Shape;507;p36"/>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8" name="Google Shape;508;p36"/>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9" name="Google Shape;509;p36"/>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0" name="Google Shape;510;p36"/>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1" name="Google Shape;511;p36"/>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2" name="Google Shape;512;p36"/>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3" name="Google Shape;513;p36"/>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4" name="Google Shape;514;p36"/>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5" name="Google Shape;515;p36"/>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6" name="Google Shape;516;p36"/>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7" name="Google Shape;517;p36"/>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8" name="Google Shape;518;p36"/>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9" name="Google Shape;519;p36"/>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0" name="Google Shape;520;p36"/>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521" name="Google Shape;521;p36"/>
          <p:cNvSpPr/>
          <p:nvPr/>
        </p:nvSpPr>
        <p:spPr>
          <a:xfrm flipH="1">
            <a:off x="8173403" y="1708136"/>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2" name="Google Shape;522;p36"/>
          <p:cNvSpPr/>
          <p:nvPr/>
        </p:nvSpPr>
        <p:spPr>
          <a:xfrm flipH="1">
            <a:off x="8173403" y="2300949"/>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3" name="Google Shape;523;p36"/>
          <p:cNvSpPr/>
          <p:nvPr/>
        </p:nvSpPr>
        <p:spPr>
          <a:xfrm flipH="1">
            <a:off x="8173404" y="2903958"/>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4" name="Google Shape;524;p36"/>
          <p:cNvSpPr txBox="1"/>
          <p:nvPr/>
        </p:nvSpPr>
        <p:spPr>
          <a:xfrm>
            <a:off x="4339474" y="877400"/>
            <a:ext cx="2825700" cy="9306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latin typeface="Arial"/>
                <a:ea typeface="Arial"/>
                <a:cs typeface="Arial"/>
                <a:sym typeface="Arial"/>
              </a:rPr>
              <a:t> </a:t>
            </a:r>
            <a:endParaRPr/>
          </a:p>
        </p:txBody>
      </p:sp>
      <p:sp>
        <p:nvSpPr>
          <p:cNvPr id="525" name="Google Shape;525;p36"/>
          <p:cNvSpPr txBox="1"/>
          <p:nvPr/>
        </p:nvSpPr>
        <p:spPr>
          <a:xfrm>
            <a:off x="4676826" y="1826570"/>
            <a:ext cx="4572000" cy="2588700"/>
          </a:xfrm>
          <a:prstGeom prst="rect">
            <a:avLst/>
          </a:prstGeom>
          <a:blipFill rotWithShape="1">
            <a:blip r:embed="rId4">
              <a:alphaModFix/>
            </a:blip>
            <a:stretch>
              <a:fillRect l="-399" b="-141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latin typeface="Arial"/>
                <a:ea typeface="Arial"/>
                <a:cs typeface="Arial"/>
                <a:sym typeface="Arial"/>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98"/>
                                        </p:tgtEl>
                                        <p:attrNameLst>
                                          <p:attrName>style.visibility</p:attrName>
                                        </p:attrNameLst>
                                      </p:cBhvr>
                                      <p:to>
                                        <p:strVal val="visible"/>
                                      </p:to>
                                    </p:set>
                                    <p:animEffect transition="in" filter="fade">
                                      <p:cBhvr>
                                        <p:cTn id="7" dur="500"/>
                                        <p:tgtEl>
                                          <p:spTgt spid="49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97"/>
                                        </p:tgtEl>
                                        <p:attrNameLst>
                                          <p:attrName>style.visibility</p:attrName>
                                        </p:attrNameLst>
                                      </p:cBhvr>
                                      <p:to>
                                        <p:strVal val="visible"/>
                                      </p:to>
                                    </p:set>
                                    <p:anim calcmode="lin" valueType="num">
                                      <p:cBhvr additive="base">
                                        <p:cTn id="11" dur="500"/>
                                        <p:tgtEl>
                                          <p:spTgt spid="497"/>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99"/>
                                        </p:tgtEl>
                                        <p:attrNameLst>
                                          <p:attrName>style.visibility</p:attrName>
                                        </p:attrNameLst>
                                      </p:cBhvr>
                                      <p:to>
                                        <p:strVal val="visible"/>
                                      </p:to>
                                    </p:set>
                                    <p:animEffect transition="in" filter="fade">
                                      <p:cBhvr>
                                        <p:cTn id="15" dur="2000"/>
                                        <p:tgtEl>
                                          <p:spTgt spid="49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523"/>
                                        </p:tgtEl>
                                        <p:attrNameLst>
                                          <p:attrName>style.visibility</p:attrName>
                                        </p:attrNameLst>
                                      </p:cBhvr>
                                      <p:to>
                                        <p:strVal val="visible"/>
                                      </p:to>
                                    </p:set>
                                    <p:animEffect transition="in" filter="fade">
                                      <p:cBhvr>
                                        <p:cTn id="19" dur="500"/>
                                        <p:tgtEl>
                                          <p:spTgt spid="523"/>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522"/>
                                        </p:tgtEl>
                                        <p:attrNameLst>
                                          <p:attrName>style.visibility</p:attrName>
                                        </p:attrNameLst>
                                      </p:cBhvr>
                                      <p:to>
                                        <p:strVal val="visible"/>
                                      </p:to>
                                    </p:set>
                                    <p:animEffect transition="in" filter="fade">
                                      <p:cBhvr>
                                        <p:cTn id="23" dur="500"/>
                                        <p:tgtEl>
                                          <p:spTgt spid="522"/>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521"/>
                                        </p:tgtEl>
                                        <p:attrNameLst>
                                          <p:attrName>style.visibility</p:attrName>
                                        </p:attrNameLst>
                                      </p:cBhvr>
                                      <p:to>
                                        <p:strVal val="visible"/>
                                      </p:to>
                                    </p:set>
                                    <p:animEffect transition="in" filter="fade">
                                      <p:cBhvr>
                                        <p:cTn id="27" dur="500"/>
                                        <p:tgtEl>
                                          <p:spTgt spid="521"/>
                                        </p:tgtEl>
                                      </p:cBhvr>
                                    </p:animEffect>
                                  </p:childTnLst>
                                </p:cTn>
                              </p:par>
                            </p:childTnLst>
                          </p:cTn>
                        </p:par>
                        <p:par>
                          <p:cTn id="28" fill="hold">
                            <p:stCondLst>
                              <p:cond delay="4500"/>
                            </p:stCondLst>
                            <p:childTnLst>
                              <p:par>
                                <p:cTn id="29" presetID="23" presetClass="entr" presetSubtype="16" fill="hold" nodeType="afterEffect">
                                  <p:stCondLst>
                                    <p:cond delay="0"/>
                                  </p:stCondLst>
                                  <p:childTnLst>
                                    <p:set>
                                      <p:cBhvr>
                                        <p:cTn id="30" dur="1" fill="hold">
                                          <p:stCondLst>
                                            <p:cond delay="0"/>
                                          </p:stCondLst>
                                        </p:cTn>
                                        <p:tgtEl>
                                          <p:spTgt spid="500"/>
                                        </p:tgtEl>
                                        <p:attrNameLst>
                                          <p:attrName>style.visibility</p:attrName>
                                        </p:attrNameLst>
                                      </p:cBhvr>
                                      <p:to>
                                        <p:strVal val="visible"/>
                                      </p:to>
                                    </p:set>
                                    <p:anim calcmode="lin" valueType="num">
                                      <p:cBhvr additive="base">
                                        <p:cTn id="31" dur="500"/>
                                        <p:tgtEl>
                                          <p:spTgt spid="500"/>
                                        </p:tgtEl>
                                        <p:attrNameLst>
                                          <p:attrName>ppt_w</p:attrName>
                                        </p:attrNameLst>
                                      </p:cBhvr>
                                      <p:tavLst>
                                        <p:tav tm="0">
                                          <p:val>
                                            <p:strVal val="0"/>
                                          </p:val>
                                        </p:tav>
                                        <p:tav tm="100000">
                                          <p:val>
                                            <p:strVal val="#ppt_w"/>
                                          </p:val>
                                        </p:tav>
                                      </p:tavLst>
                                    </p:anim>
                                    <p:anim calcmode="lin" valueType="num">
                                      <p:cBhvr additive="base">
                                        <p:cTn id="32" dur="500"/>
                                        <p:tgtEl>
                                          <p:spTgt spid="50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7"/>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1" name="Google Shape;531;p37"/>
          <p:cNvSpPr/>
          <p:nvPr/>
        </p:nvSpPr>
        <p:spPr>
          <a:xfrm>
            <a:off x="456865" y="4018294"/>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2" name="Google Shape;532;p37"/>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3" name="Google Shape;533;p37"/>
          <p:cNvSpPr/>
          <p:nvPr/>
        </p:nvSpPr>
        <p:spPr>
          <a:xfrm>
            <a:off x="2617074" y="4344188"/>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534" name="Google Shape;534;p37"/>
          <p:cNvGrpSpPr/>
          <p:nvPr/>
        </p:nvGrpSpPr>
        <p:grpSpPr>
          <a:xfrm>
            <a:off x="6061337" y="162095"/>
            <a:ext cx="914556" cy="718263"/>
            <a:chOff x="388620" y="1420922"/>
            <a:chExt cx="679997" cy="534048"/>
          </a:xfrm>
        </p:grpSpPr>
        <p:sp>
          <p:nvSpPr>
            <p:cNvPr id="535" name="Google Shape;535;p37"/>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6" name="Google Shape;536;p37"/>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7" name="Google Shape;537;p37"/>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8" name="Google Shape;538;p37"/>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9" name="Google Shape;539;p37"/>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0" name="Google Shape;540;p37"/>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1" name="Google Shape;541;p37"/>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2" name="Google Shape;542;p37"/>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3" name="Google Shape;543;p37"/>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4" name="Google Shape;544;p37"/>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5" name="Google Shape;545;p37"/>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6" name="Google Shape;546;p37"/>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7" name="Google Shape;547;p37"/>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8" name="Google Shape;548;p37"/>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9" name="Google Shape;549;p37"/>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0" name="Google Shape;550;p37"/>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1" name="Google Shape;551;p37"/>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2" name="Google Shape;552;p37"/>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3" name="Google Shape;553;p37"/>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4" name="Google Shape;554;p37"/>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555" name="Google Shape;555;p37"/>
          <p:cNvSpPr/>
          <p:nvPr/>
        </p:nvSpPr>
        <p:spPr>
          <a:xfrm flipH="1">
            <a:off x="7767003" y="1978935"/>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6" name="Google Shape;556;p37"/>
          <p:cNvSpPr/>
          <p:nvPr/>
        </p:nvSpPr>
        <p:spPr>
          <a:xfrm flipH="1">
            <a:off x="7767003" y="2571748"/>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7" name="Google Shape;557;p37"/>
          <p:cNvSpPr/>
          <p:nvPr/>
        </p:nvSpPr>
        <p:spPr>
          <a:xfrm flipH="1">
            <a:off x="7767004" y="3174757"/>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558" name="Google Shape;558;p37"/>
          <p:cNvGrpSpPr/>
          <p:nvPr/>
        </p:nvGrpSpPr>
        <p:grpSpPr>
          <a:xfrm>
            <a:off x="1683613" y="1040921"/>
            <a:ext cx="5670093" cy="3514276"/>
            <a:chOff x="212953" y="609600"/>
            <a:chExt cx="5670093" cy="3514276"/>
          </a:xfrm>
        </p:grpSpPr>
        <p:sp>
          <p:nvSpPr>
            <p:cNvPr id="559" name="Google Shape;559;p37"/>
            <p:cNvSpPr/>
            <p:nvPr/>
          </p:nvSpPr>
          <p:spPr>
            <a:xfrm>
              <a:off x="212953" y="1036320"/>
              <a:ext cx="2414381" cy="1991360"/>
            </a:xfrm>
            <a:prstGeom prst="roundRect">
              <a:avLst>
                <a:gd name="adj" fmla="val 10000"/>
              </a:avLst>
            </a:prstGeom>
            <a:solidFill>
              <a:schemeClr val="lt1">
                <a:alpha val="89803"/>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7"/>
            <p:cNvSpPr txBox="1"/>
            <p:nvPr/>
          </p:nvSpPr>
          <p:spPr>
            <a:xfrm>
              <a:off x="258780" y="1082147"/>
              <a:ext cx="2322727" cy="1472986"/>
            </a:xfrm>
            <a:prstGeom prst="rect">
              <a:avLst/>
            </a:prstGeom>
            <a:noFill/>
            <a:ln>
              <a:noFill/>
            </a:ln>
          </p:spPr>
          <p:txBody>
            <a:bodyPr spcFirstLastPara="1" wrap="square" lIns="28575" tIns="28575" rIns="28575" bIns="28575" anchor="t" anchorCtr="0">
              <a:noAutofit/>
            </a:bodyPr>
            <a:lstStyle/>
            <a:p>
              <a:pPr marL="114300" marR="0" lvl="1" indent="-114300" algn="l" rtl="0">
                <a:lnSpc>
                  <a:spcPct val="90000"/>
                </a:lnSpc>
                <a:spcBef>
                  <a:spcPts val="0"/>
                </a:spcBef>
                <a:spcAft>
                  <a:spcPts val="0"/>
                </a:spcAft>
                <a:buClr>
                  <a:srgbClr val="000000"/>
                </a:buClr>
                <a:buSzPts val="1500"/>
                <a:buFont typeface="Arial"/>
                <a:buChar char="•"/>
              </a:pPr>
              <a:r>
                <a:rPr lang="en" sz="1500" b="0" i="0" u="none" strike="noStrike" cap="none">
                  <a:solidFill>
                    <a:srgbClr val="000000"/>
                  </a:solidFill>
                  <a:latin typeface="Arial"/>
                  <a:ea typeface="Arial"/>
                  <a:cs typeface="Arial"/>
                  <a:sym typeface="Arial"/>
                </a:rPr>
                <a:t>menemukan pola data dan informasi yang bermanfaat untuk tujuan tertentu sehingga dapat dilakukan analisis keterhubungan antar dokumen tersebut</a:t>
              </a:r>
              <a:endParaRPr/>
            </a:p>
          </p:txBody>
        </p:sp>
        <p:sp>
          <p:nvSpPr>
            <p:cNvPr id="561" name="Google Shape;561;p37"/>
            <p:cNvSpPr/>
            <p:nvPr/>
          </p:nvSpPr>
          <p:spPr>
            <a:xfrm>
              <a:off x="1598554" y="1613969"/>
              <a:ext cx="2509907" cy="2509907"/>
            </a:xfrm>
            <a:custGeom>
              <a:avLst/>
              <a:gdLst/>
              <a:ahLst/>
              <a:cxnLst/>
              <a:rect l="l" t="t" r="r" b="b"/>
              <a:pathLst>
                <a:path w="120000" h="120000" extrusionOk="0">
                  <a:moveTo>
                    <a:pt x="9600" y="88622"/>
                  </a:moveTo>
                  <a:lnTo>
                    <a:pt x="12261" y="87111"/>
                  </a:lnTo>
                  <a:lnTo>
                    <a:pt x="12261" y="87111"/>
                  </a:lnTo>
                  <a:cubicBezTo>
                    <a:pt x="21568" y="103500"/>
                    <a:pt x="38633" y="113970"/>
                    <a:pt x="57461" y="114841"/>
                  </a:cubicBezTo>
                  <a:cubicBezTo>
                    <a:pt x="76289" y="115713"/>
                    <a:pt x="94248" y="106865"/>
                    <a:pt x="105030" y="91405"/>
                  </a:cubicBezTo>
                  <a:lnTo>
                    <a:pt x="103262" y="90401"/>
                  </a:lnTo>
                  <a:lnTo>
                    <a:pt x="109070" y="87866"/>
                  </a:lnTo>
                  <a:lnTo>
                    <a:pt x="109470" y="93927"/>
                  </a:lnTo>
                  <a:lnTo>
                    <a:pt x="107702" y="92923"/>
                  </a:lnTo>
                  <a:lnTo>
                    <a:pt x="107702" y="92923"/>
                  </a:lnTo>
                  <a:cubicBezTo>
                    <a:pt x="96370" y="109341"/>
                    <a:pt x="77391" y="118778"/>
                    <a:pt x="57461" y="117904"/>
                  </a:cubicBezTo>
                  <a:cubicBezTo>
                    <a:pt x="37531" y="117031"/>
                    <a:pt x="19451" y="105969"/>
                    <a:pt x="9600" y="88622"/>
                  </a:cubicBezTo>
                  <a:close/>
                </a:path>
              </a:pathLst>
            </a:custGeom>
            <a:solidFill>
              <a:srgbClr val="FFB2A7"/>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7"/>
            <p:cNvSpPr/>
            <p:nvPr/>
          </p:nvSpPr>
          <p:spPr>
            <a:xfrm>
              <a:off x="749482" y="2600960"/>
              <a:ext cx="2146117" cy="853440"/>
            </a:xfrm>
            <a:prstGeom prst="roundRect">
              <a:avLst>
                <a:gd name="adj" fmla="val 10000"/>
              </a:avLst>
            </a:prstGeom>
            <a:gradFill>
              <a:gsLst>
                <a:gs pos="0">
                  <a:srgbClr val="FF4E00"/>
                </a:gs>
                <a:gs pos="100000">
                  <a:srgbClr val="FF7F63"/>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7"/>
            <p:cNvSpPr txBox="1"/>
            <p:nvPr/>
          </p:nvSpPr>
          <p:spPr>
            <a:xfrm>
              <a:off x="774478" y="2625956"/>
              <a:ext cx="2096125" cy="803448"/>
            </a:xfrm>
            <a:prstGeom prst="rect">
              <a:avLst/>
            </a:prstGeom>
            <a:noFill/>
            <a:ln>
              <a:noFill/>
            </a:ln>
          </p:spPr>
          <p:txBody>
            <a:bodyPr spcFirstLastPara="1" wrap="square" lIns="51425" tIns="34275" rIns="51425" bIns="34275" anchor="ctr" anchorCtr="0">
              <a:noAutofit/>
            </a:bodyPr>
            <a:lstStyle/>
            <a:p>
              <a:pPr marL="0" marR="0" lvl="0" indent="0" algn="ctr" rtl="0">
                <a:lnSpc>
                  <a:spcPct val="90000"/>
                </a:lnSpc>
                <a:spcBef>
                  <a:spcPts val="0"/>
                </a:spcBef>
                <a:spcAft>
                  <a:spcPts val="0"/>
                </a:spcAft>
                <a:buClr>
                  <a:srgbClr val="000000"/>
                </a:buClr>
                <a:buSzPts val="2700"/>
                <a:buFont typeface="Arial"/>
                <a:buNone/>
              </a:pPr>
              <a:r>
                <a:rPr lang="en" sz="2700" b="0" i="0" u="none" strike="noStrike" cap="none">
                  <a:solidFill>
                    <a:schemeClr val="lt1"/>
                  </a:solidFill>
                  <a:latin typeface="Arial"/>
                  <a:ea typeface="Arial"/>
                  <a:cs typeface="Arial"/>
                  <a:sym typeface="Arial"/>
                </a:rPr>
                <a:t>Text Mining</a:t>
              </a:r>
              <a:endParaRPr sz="2700" b="0" i="0" u="none" strike="noStrike" cap="none">
                <a:solidFill>
                  <a:schemeClr val="lt1"/>
                </a:solidFill>
                <a:latin typeface="Arial"/>
                <a:ea typeface="Arial"/>
                <a:cs typeface="Arial"/>
                <a:sym typeface="Arial"/>
              </a:endParaRPr>
            </a:p>
          </p:txBody>
        </p:sp>
        <p:sp>
          <p:nvSpPr>
            <p:cNvPr id="564" name="Google Shape;564;p37"/>
            <p:cNvSpPr/>
            <p:nvPr/>
          </p:nvSpPr>
          <p:spPr>
            <a:xfrm>
              <a:off x="3200400" y="1036320"/>
              <a:ext cx="2414381" cy="1991360"/>
            </a:xfrm>
            <a:prstGeom prst="roundRect">
              <a:avLst>
                <a:gd name="adj" fmla="val 10000"/>
              </a:avLst>
            </a:prstGeom>
            <a:solidFill>
              <a:schemeClr val="lt1">
                <a:alpha val="89803"/>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7"/>
            <p:cNvSpPr txBox="1"/>
            <p:nvPr/>
          </p:nvSpPr>
          <p:spPr>
            <a:xfrm>
              <a:off x="3246227" y="1508867"/>
              <a:ext cx="2322727" cy="1472986"/>
            </a:xfrm>
            <a:prstGeom prst="rect">
              <a:avLst/>
            </a:prstGeom>
            <a:noFill/>
            <a:ln>
              <a:noFill/>
            </a:ln>
          </p:spPr>
          <p:txBody>
            <a:bodyPr spcFirstLastPara="1" wrap="square" lIns="28575" tIns="28575" rIns="28575" bIns="28575" anchor="t" anchorCtr="0">
              <a:noAutofit/>
            </a:bodyPr>
            <a:lstStyle/>
            <a:p>
              <a:pPr marL="114300" marR="0" lvl="1" indent="-114300" algn="l" rtl="0">
                <a:lnSpc>
                  <a:spcPct val="90000"/>
                </a:lnSpc>
                <a:spcBef>
                  <a:spcPts val="0"/>
                </a:spcBef>
                <a:spcAft>
                  <a:spcPts val="0"/>
                </a:spcAft>
                <a:buClr>
                  <a:srgbClr val="000000"/>
                </a:buClr>
                <a:buSzPts val="1500"/>
                <a:buFont typeface="Arial"/>
                <a:buChar char="•"/>
              </a:pPr>
              <a:r>
                <a:rPr lang="en" sz="1500" b="0" i="0" u="none" strike="noStrike" cap="none">
                  <a:solidFill>
                    <a:srgbClr val="000000"/>
                  </a:solidFill>
                  <a:latin typeface="Arial"/>
                  <a:ea typeface="Arial"/>
                  <a:cs typeface="Arial"/>
                  <a:sym typeface="Arial"/>
                </a:rPr>
                <a:t>mempersiapkan teks yang terstruktur dan siap untuk dianalisa</a:t>
              </a:r>
              <a:endParaRPr sz="1500" b="0" i="0" u="none" strike="noStrike" cap="none">
                <a:solidFill>
                  <a:srgbClr val="000000"/>
                </a:solidFill>
                <a:latin typeface="Arial"/>
                <a:ea typeface="Arial"/>
                <a:cs typeface="Arial"/>
                <a:sym typeface="Arial"/>
              </a:endParaRPr>
            </a:p>
          </p:txBody>
        </p:sp>
        <p:sp>
          <p:nvSpPr>
            <p:cNvPr id="566" name="Google Shape;566;p37"/>
            <p:cNvSpPr/>
            <p:nvPr/>
          </p:nvSpPr>
          <p:spPr>
            <a:xfrm>
              <a:off x="3736929" y="609600"/>
              <a:ext cx="2146117" cy="853440"/>
            </a:xfrm>
            <a:prstGeom prst="roundRect">
              <a:avLst>
                <a:gd name="adj" fmla="val 10000"/>
              </a:avLst>
            </a:prstGeom>
            <a:gradFill>
              <a:gsLst>
                <a:gs pos="0">
                  <a:srgbClr val="FF4E00"/>
                </a:gs>
                <a:gs pos="100000">
                  <a:srgbClr val="FF7F63"/>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7"/>
            <p:cNvSpPr txBox="1"/>
            <p:nvPr/>
          </p:nvSpPr>
          <p:spPr>
            <a:xfrm>
              <a:off x="3761925" y="634596"/>
              <a:ext cx="2096125" cy="803448"/>
            </a:xfrm>
            <a:prstGeom prst="rect">
              <a:avLst/>
            </a:prstGeom>
            <a:noFill/>
            <a:ln>
              <a:noFill/>
            </a:ln>
          </p:spPr>
          <p:txBody>
            <a:bodyPr spcFirstLastPara="1" wrap="square" lIns="51425" tIns="34275" rIns="51425" bIns="34275" anchor="ctr" anchorCtr="0">
              <a:noAutofit/>
            </a:bodyPr>
            <a:lstStyle/>
            <a:p>
              <a:pPr marL="0" marR="0" lvl="0" indent="0" algn="ctr" rtl="0">
                <a:lnSpc>
                  <a:spcPct val="90000"/>
                </a:lnSpc>
                <a:spcBef>
                  <a:spcPts val="0"/>
                </a:spcBef>
                <a:spcAft>
                  <a:spcPts val="0"/>
                </a:spcAft>
                <a:buClr>
                  <a:srgbClr val="000000"/>
                </a:buClr>
                <a:buSzPts val="2700"/>
                <a:buFont typeface="Arial"/>
                <a:buNone/>
              </a:pPr>
              <a:r>
                <a:rPr lang="en" sz="2700" b="0" i="0" u="none" strike="noStrike" cap="none">
                  <a:solidFill>
                    <a:schemeClr val="lt1"/>
                  </a:solidFill>
                  <a:latin typeface="Arial"/>
                  <a:ea typeface="Arial"/>
                  <a:cs typeface="Arial"/>
                  <a:sym typeface="Arial"/>
                </a:rPr>
                <a:t>Pre-Processing</a:t>
              </a:r>
              <a:endParaRPr sz="2700" b="0" i="0" u="none" strike="noStrike" cap="none">
                <a:solidFill>
                  <a:schemeClr val="lt1"/>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2"/>
                                        </p:tgtEl>
                                        <p:attrNameLst>
                                          <p:attrName>style.visibility</p:attrName>
                                        </p:attrNameLst>
                                      </p:cBhvr>
                                      <p:to>
                                        <p:strVal val="visible"/>
                                      </p:to>
                                    </p:set>
                                    <p:animEffect transition="in" filter="fade">
                                      <p:cBhvr>
                                        <p:cTn id="7" dur="500"/>
                                        <p:tgtEl>
                                          <p:spTgt spid="53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31"/>
                                        </p:tgtEl>
                                        <p:attrNameLst>
                                          <p:attrName>style.visibility</p:attrName>
                                        </p:attrNameLst>
                                      </p:cBhvr>
                                      <p:to>
                                        <p:strVal val="visible"/>
                                      </p:to>
                                    </p:set>
                                    <p:anim calcmode="lin" valueType="num">
                                      <p:cBhvr additive="base">
                                        <p:cTn id="11" dur="500"/>
                                        <p:tgtEl>
                                          <p:spTgt spid="531"/>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33"/>
                                        </p:tgtEl>
                                        <p:attrNameLst>
                                          <p:attrName>style.visibility</p:attrName>
                                        </p:attrNameLst>
                                      </p:cBhvr>
                                      <p:to>
                                        <p:strVal val="visible"/>
                                      </p:to>
                                    </p:set>
                                    <p:animEffect transition="in" filter="fade">
                                      <p:cBhvr>
                                        <p:cTn id="15" dur="2000"/>
                                        <p:tgtEl>
                                          <p:spTgt spid="533"/>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557"/>
                                        </p:tgtEl>
                                        <p:attrNameLst>
                                          <p:attrName>style.visibility</p:attrName>
                                        </p:attrNameLst>
                                      </p:cBhvr>
                                      <p:to>
                                        <p:strVal val="visible"/>
                                      </p:to>
                                    </p:set>
                                    <p:animEffect transition="in" filter="fade">
                                      <p:cBhvr>
                                        <p:cTn id="19" dur="500"/>
                                        <p:tgtEl>
                                          <p:spTgt spid="55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556"/>
                                        </p:tgtEl>
                                        <p:attrNameLst>
                                          <p:attrName>style.visibility</p:attrName>
                                        </p:attrNameLst>
                                      </p:cBhvr>
                                      <p:to>
                                        <p:strVal val="visible"/>
                                      </p:to>
                                    </p:set>
                                    <p:animEffect transition="in" filter="fade">
                                      <p:cBhvr>
                                        <p:cTn id="23" dur="500"/>
                                        <p:tgtEl>
                                          <p:spTgt spid="556"/>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555"/>
                                        </p:tgtEl>
                                        <p:attrNameLst>
                                          <p:attrName>style.visibility</p:attrName>
                                        </p:attrNameLst>
                                      </p:cBhvr>
                                      <p:to>
                                        <p:strVal val="visible"/>
                                      </p:to>
                                    </p:set>
                                    <p:animEffect transition="in" filter="fade">
                                      <p:cBhvr>
                                        <p:cTn id="27" dur="500"/>
                                        <p:tgtEl>
                                          <p:spTgt spid="555"/>
                                        </p:tgtEl>
                                      </p:cBhvr>
                                    </p:animEffect>
                                  </p:childTnLst>
                                </p:cTn>
                              </p:par>
                            </p:childTnLst>
                          </p:cTn>
                        </p:par>
                        <p:par>
                          <p:cTn id="28" fill="hold">
                            <p:stCondLst>
                              <p:cond delay="4500"/>
                            </p:stCondLst>
                            <p:childTnLst>
                              <p:par>
                                <p:cTn id="29" presetID="23" presetClass="entr" presetSubtype="16" fill="hold" nodeType="afterEffect">
                                  <p:stCondLst>
                                    <p:cond delay="0"/>
                                  </p:stCondLst>
                                  <p:childTnLst>
                                    <p:set>
                                      <p:cBhvr>
                                        <p:cTn id="30" dur="1" fill="hold">
                                          <p:stCondLst>
                                            <p:cond delay="0"/>
                                          </p:stCondLst>
                                        </p:cTn>
                                        <p:tgtEl>
                                          <p:spTgt spid="534"/>
                                        </p:tgtEl>
                                        <p:attrNameLst>
                                          <p:attrName>style.visibility</p:attrName>
                                        </p:attrNameLst>
                                      </p:cBhvr>
                                      <p:to>
                                        <p:strVal val="visible"/>
                                      </p:to>
                                    </p:set>
                                    <p:anim calcmode="lin" valueType="num">
                                      <p:cBhvr additive="base">
                                        <p:cTn id="31" dur="500"/>
                                        <p:tgtEl>
                                          <p:spTgt spid="534"/>
                                        </p:tgtEl>
                                        <p:attrNameLst>
                                          <p:attrName>ppt_w</p:attrName>
                                        </p:attrNameLst>
                                      </p:cBhvr>
                                      <p:tavLst>
                                        <p:tav tm="0">
                                          <p:val>
                                            <p:strVal val="0"/>
                                          </p:val>
                                        </p:tav>
                                        <p:tav tm="100000">
                                          <p:val>
                                            <p:strVal val="#ppt_w"/>
                                          </p:val>
                                        </p:tav>
                                      </p:tavLst>
                                    </p:anim>
                                    <p:anim calcmode="lin" valueType="num">
                                      <p:cBhvr additive="base">
                                        <p:cTn id="32" dur="500"/>
                                        <p:tgtEl>
                                          <p:spTgt spid="53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38"/>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73" name="Google Shape;573;p38"/>
          <p:cNvSpPr txBox="1">
            <a:spLocks noGrp="1"/>
          </p:cNvSpPr>
          <p:nvPr>
            <p:ph type="title"/>
          </p:nvPr>
        </p:nvSpPr>
        <p:spPr>
          <a:xfrm>
            <a:off x="663321" y="709671"/>
            <a:ext cx="2950726"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PRE-processing</a:t>
            </a:r>
            <a:endParaRPr/>
          </a:p>
        </p:txBody>
      </p:sp>
      <p:sp>
        <p:nvSpPr>
          <p:cNvPr id="574" name="Google Shape;574;p38"/>
          <p:cNvSpPr/>
          <p:nvPr/>
        </p:nvSpPr>
        <p:spPr>
          <a:xfrm>
            <a:off x="7373184" y="4019350"/>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75" name="Google Shape;575;p38"/>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76" name="Google Shape;576;p38"/>
          <p:cNvSpPr/>
          <p:nvPr/>
        </p:nvSpPr>
        <p:spPr>
          <a:xfrm>
            <a:off x="7034910" y="4591050"/>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577" name="Google Shape;577;p38"/>
          <p:cNvGrpSpPr/>
          <p:nvPr/>
        </p:nvGrpSpPr>
        <p:grpSpPr>
          <a:xfrm>
            <a:off x="5184235" y="0"/>
            <a:ext cx="914556" cy="718263"/>
            <a:chOff x="388620" y="1420922"/>
            <a:chExt cx="679997" cy="534048"/>
          </a:xfrm>
        </p:grpSpPr>
        <p:sp>
          <p:nvSpPr>
            <p:cNvPr id="578" name="Google Shape;578;p38"/>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79" name="Google Shape;579;p38"/>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0" name="Google Shape;580;p38"/>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1" name="Google Shape;581;p38"/>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2" name="Google Shape;582;p38"/>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3" name="Google Shape;583;p38"/>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4" name="Google Shape;584;p38"/>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5" name="Google Shape;585;p38"/>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6" name="Google Shape;586;p38"/>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7" name="Google Shape;587;p38"/>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8" name="Google Shape;588;p38"/>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9" name="Google Shape;589;p38"/>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0" name="Google Shape;590;p38"/>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1" name="Google Shape;591;p38"/>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2" name="Google Shape;592;p38"/>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3" name="Google Shape;593;p38"/>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4" name="Google Shape;594;p38"/>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5" name="Google Shape;595;p38"/>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6" name="Google Shape;596;p38"/>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7" name="Google Shape;597;p38"/>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598" name="Google Shape;598;p38"/>
          <p:cNvSpPr/>
          <p:nvPr/>
        </p:nvSpPr>
        <p:spPr>
          <a:xfrm flipH="1">
            <a:off x="8490055" y="11501"/>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9" name="Google Shape;599;p38"/>
          <p:cNvSpPr/>
          <p:nvPr/>
        </p:nvSpPr>
        <p:spPr>
          <a:xfrm flipH="1">
            <a:off x="8490055" y="604314"/>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00" name="Google Shape;600;p38"/>
          <p:cNvSpPr/>
          <p:nvPr/>
        </p:nvSpPr>
        <p:spPr>
          <a:xfrm flipH="1">
            <a:off x="8490056" y="1207323"/>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601" name="Google Shape;601;p38"/>
          <p:cNvGrpSpPr/>
          <p:nvPr/>
        </p:nvGrpSpPr>
        <p:grpSpPr>
          <a:xfrm>
            <a:off x="550169" y="1937369"/>
            <a:ext cx="8536732" cy="2065923"/>
            <a:chOff x="5381" y="1924087"/>
            <a:chExt cx="8536732" cy="2065923"/>
          </a:xfrm>
        </p:grpSpPr>
        <p:sp>
          <p:nvSpPr>
            <p:cNvPr id="602" name="Google Shape;602;p38"/>
            <p:cNvSpPr/>
            <p:nvPr/>
          </p:nvSpPr>
          <p:spPr>
            <a:xfrm>
              <a:off x="5381" y="2491846"/>
              <a:ext cx="1174083" cy="96837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8"/>
            <p:cNvSpPr txBox="1"/>
            <p:nvPr/>
          </p:nvSpPr>
          <p:spPr>
            <a:xfrm>
              <a:off x="27666" y="2514131"/>
              <a:ext cx="1129513" cy="716294"/>
            </a:xfrm>
            <a:prstGeom prst="rect">
              <a:avLst/>
            </a:prstGeom>
            <a:noFill/>
            <a:ln>
              <a:noFill/>
            </a:ln>
          </p:spPr>
          <p:txBody>
            <a:bodyPr spcFirstLastPara="1" wrap="square" lIns="17125" tIns="17125" rIns="17125" bIns="17125" anchor="t" anchorCtr="0">
              <a:noAutofit/>
            </a:bodyPr>
            <a:lstStyle/>
            <a:p>
              <a:pPr marL="57150" marR="0" lvl="1" indent="-57150" algn="l" rtl="0">
                <a:lnSpc>
                  <a:spcPct val="90000"/>
                </a:lnSpc>
                <a:spcBef>
                  <a:spcPts val="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melabeli data yang akan digunakan sebagai sentimen positif dan sentimen negatif</a:t>
              </a:r>
              <a:endParaRPr sz="900" b="0" i="0" u="none" strike="noStrike" cap="none">
                <a:solidFill>
                  <a:srgbClr val="000000"/>
                </a:solidFill>
                <a:latin typeface="Arial"/>
                <a:ea typeface="Arial"/>
                <a:cs typeface="Arial"/>
                <a:sym typeface="Arial"/>
              </a:endParaRPr>
            </a:p>
          </p:txBody>
        </p:sp>
        <p:sp>
          <p:nvSpPr>
            <p:cNvPr id="604" name="Google Shape;604;p38"/>
            <p:cNvSpPr/>
            <p:nvPr/>
          </p:nvSpPr>
          <p:spPr>
            <a:xfrm>
              <a:off x="681093" y="2779615"/>
              <a:ext cx="1210395" cy="1210395"/>
            </a:xfrm>
            <a:custGeom>
              <a:avLst/>
              <a:gdLst/>
              <a:ahLst/>
              <a:cxnLst/>
              <a:rect l="l" t="t" r="r" b="b"/>
              <a:pathLst>
                <a:path w="120000" h="120000" extrusionOk="0">
                  <a:moveTo>
                    <a:pt x="9538" y="88657"/>
                  </a:moveTo>
                  <a:lnTo>
                    <a:pt x="12107" y="87198"/>
                  </a:lnTo>
                  <a:lnTo>
                    <a:pt x="12107" y="87198"/>
                  </a:lnTo>
                  <a:cubicBezTo>
                    <a:pt x="21462" y="103670"/>
                    <a:pt x="38625" y="114179"/>
                    <a:pt x="57549" y="115022"/>
                  </a:cubicBezTo>
                  <a:cubicBezTo>
                    <a:pt x="76473" y="115865"/>
                    <a:pt x="94502" y="106924"/>
                    <a:pt x="105284" y="91349"/>
                  </a:cubicBezTo>
                  <a:lnTo>
                    <a:pt x="103577" y="90379"/>
                  </a:lnTo>
                  <a:lnTo>
                    <a:pt x="109177" y="87927"/>
                  </a:lnTo>
                  <a:lnTo>
                    <a:pt x="109570" y="93783"/>
                  </a:lnTo>
                  <a:lnTo>
                    <a:pt x="107863" y="92814"/>
                  </a:lnTo>
                  <a:cubicBezTo>
                    <a:pt x="96551" y="109314"/>
                    <a:pt x="77537" y="118824"/>
                    <a:pt x="57549" y="117979"/>
                  </a:cubicBezTo>
                  <a:cubicBezTo>
                    <a:pt x="37561" y="117134"/>
                    <a:pt x="19418" y="106053"/>
                    <a:pt x="9538" y="88657"/>
                  </a:cubicBezTo>
                  <a:close/>
                </a:path>
              </a:pathLst>
            </a:custGeom>
            <a:solidFill>
              <a:srgbClr val="FFB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8"/>
            <p:cNvSpPr/>
            <p:nvPr/>
          </p:nvSpPr>
          <p:spPr>
            <a:xfrm>
              <a:off x="266289" y="3252711"/>
              <a:ext cx="1043629" cy="415017"/>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8"/>
            <p:cNvSpPr txBox="1"/>
            <p:nvPr/>
          </p:nvSpPr>
          <p:spPr>
            <a:xfrm>
              <a:off x="278444" y="3264866"/>
              <a:ext cx="1019319" cy="390707"/>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Arial"/>
                  <a:ea typeface="Arial"/>
                  <a:cs typeface="Arial"/>
                  <a:sym typeface="Arial"/>
                </a:rPr>
                <a:t>Labelling</a:t>
              </a:r>
              <a:endParaRPr sz="1200" b="0" i="0" u="none" strike="noStrike" cap="none">
                <a:solidFill>
                  <a:schemeClr val="lt1"/>
                </a:solidFill>
                <a:latin typeface="Arial"/>
                <a:ea typeface="Arial"/>
                <a:cs typeface="Arial"/>
                <a:sym typeface="Arial"/>
              </a:endParaRPr>
            </a:p>
          </p:txBody>
        </p:sp>
        <p:sp>
          <p:nvSpPr>
            <p:cNvPr id="607" name="Google Shape;607;p38"/>
            <p:cNvSpPr/>
            <p:nvPr/>
          </p:nvSpPr>
          <p:spPr>
            <a:xfrm>
              <a:off x="1451820" y="2491846"/>
              <a:ext cx="1174083" cy="96837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8"/>
            <p:cNvSpPr txBox="1"/>
            <p:nvPr/>
          </p:nvSpPr>
          <p:spPr>
            <a:xfrm>
              <a:off x="1474105" y="2721640"/>
              <a:ext cx="1129513" cy="716294"/>
            </a:xfrm>
            <a:prstGeom prst="rect">
              <a:avLst/>
            </a:prstGeom>
            <a:noFill/>
            <a:ln>
              <a:noFill/>
            </a:ln>
          </p:spPr>
          <p:txBody>
            <a:bodyPr spcFirstLastPara="1" wrap="square" lIns="17125" tIns="17125" rIns="17125" bIns="17125" anchor="t" anchorCtr="0">
              <a:noAutofit/>
            </a:bodyPr>
            <a:lstStyle/>
            <a:p>
              <a:pPr marL="57150" marR="0" lvl="1" indent="-57150" algn="l" rtl="0">
                <a:lnSpc>
                  <a:spcPct val="90000"/>
                </a:lnSpc>
                <a:spcBef>
                  <a:spcPts val="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pengubahan huruf dalam dokumen menjadi huruf kecil dan menghilangkan semua karakter teks </a:t>
              </a:r>
              <a:endParaRPr/>
            </a:p>
          </p:txBody>
        </p:sp>
        <p:sp>
          <p:nvSpPr>
            <p:cNvPr id="609" name="Google Shape;609;p38"/>
            <p:cNvSpPr/>
            <p:nvPr/>
          </p:nvSpPr>
          <p:spPr>
            <a:xfrm>
              <a:off x="2117748" y="1924087"/>
              <a:ext cx="1360416" cy="1360416"/>
            </a:xfrm>
            <a:custGeom>
              <a:avLst/>
              <a:gdLst/>
              <a:ahLst/>
              <a:cxnLst/>
              <a:rect l="l" t="t" r="r" b="b"/>
              <a:pathLst>
                <a:path w="120000" h="120000" extrusionOk="0">
                  <a:moveTo>
                    <a:pt x="9351" y="31237"/>
                  </a:moveTo>
                  <a:lnTo>
                    <a:pt x="9351" y="31237"/>
                  </a:lnTo>
                  <a:cubicBezTo>
                    <a:pt x="19316" y="13689"/>
                    <a:pt x="37653" y="2550"/>
                    <a:pt x="57818" y="1794"/>
                  </a:cubicBezTo>
                  <a:cubicBezTo>
                    <a:pt x="77983" y="1038"/>
                    <a:pt x="97103" y="10773"/>
                    <a:pt x="108354" y="27525"/>
                  </a:cubicBezTo>
                  <a:lnTo>
                    <a:pt x="109875" y="26661"/>
                  </a:lnTo>
                  <a:lnTo>
                    <a:pt x="109507" y="31886"/>
                  </a:lnTo>
                  <a:lnTo>
                    <a:pt x="104541" y="29691"/>
                  </a:lnTo>
                  <a:lnTo>
                    <a:pt x="106062" y="28827"/>
                  </a:lnTo>
                  <a:lnTo>
                    <a:pt x="106062" y="28827"/>
                  </a:lnTo>
                  <a:cubicBezTo>
                    <a:pt x="95282" y="12898"/>
                    <a:pt x="77037" y="3669"/>
                    <a:pt x="57818" y="4424"/>
                  </a:cubicBezTo>
                  <a:cubicBezTo>
                    <a:pt x="38599" y="5179"/>
                    <a:pt x="21134" y="15809"/>
                    <a:pt x="11636" y="32534"/>
                  </a:cubicBezTo>
                  <a:close/>
                </a:path>
              </a:pathLst>
            </a:custGeom>
            <a:solidFill>
              <a:srgbClr val="FFB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8"/>
            <p:cNvSpPr/>
            <p:nvPr/>
          </p:nvSpPr>
          <p:spPr>
            <a:xfrm>
              <a:off x="1712728" y="2284338"/>
              <a:ext cx="1043629" cy="415017"/>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8"/>
            <p:cNvSpPr txBox="1"/>
            <p:nvPr/>
          </p:nvSpPr>
          <p:spPr>
            <a:xfrm>
              <a:off x="1724883" y="2296493"/>
              <a:ext cx="1019319" cy="390707"/>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Arial"/>
                  <a:ea typeface="Arial"/>
                  <a:cs typeface="Arial"/>
                  <a:sym typeface="Arial"/>
                </a:rPr>
                <a:t>Case Folding &amp; Cleaning</a:t>
              </a:r>
              <a:endParaRPr sz="1200" b="0" i="0" u="none" strike="noStrike" cap="none">
                <a:solidFill>
                  <a:schemeClr val="lt1"/>
                </a:solidFill>
                <a:latin typeface="Arial"/>
                <a:ea typeface="Arial"/>
                <a:cs typeface="Arial"/>
                <a:sym typeface="Arial"/>
              </a:endParaRPr>
            </a:p>
          </p:txBody>
        </p:sp>
        <p:sp>
          <p:nvSpPr>
            <p:cNvPr id="612" name="Google Shape;612;p38"/>
            <p:cNvSpPr/>
            <p:nvPr/>
          </p:nvSpPr>
          <p:spPr>
            <a:xfrm>
              <a:off x="2898259" y="2491846"/>
              <a:ext cx="1174083" cy="96837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8"/>
            <p:cNvSpPr txBox="1"/>
            <p:nvPr/>
          </p:nvSpPr>
          <p:spPr>
            <a:xfrm>
              <a:off x="2920544" y="2514131"/>
              <a:ext cx="1129513" cy="716294"/>
            </a:xfrm>
            <a:prstGeom prst="rect">
              <a:avLst/>
            </a:prstGeom>
            <a:noFill/>
            <a:ln>
              <a:noFill/>
            </a:ln>
          </p:spPr>
          <p:txBody>
            <a:bodyPr spcFirstLastPara="1" wrap="square" lIns="17125" tIns="17125" rIns="17125" bIns="17125" anchor="t" anchorCtr="0">
              <a:noAutofit/>
            </a:bodyPr>
            <a:lstStyle/>
            <a:p>
              <a:pPr marL="57150" marR="0" lvl="1" indent="-57150" algn="l" rtl="0">
                <a:lnSpc>
                  <a:spcPct val="90000"/>
                </a:lnSpc>
                <a:spcBef>
                  <a:spcPts val="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pemotongan kata pada kalimat</a:t>
              </a:r>
              <a:endParaRPr sz="900" b="0" i="0" u="none" strike="noStrike" cap="none">
                <a:solidFill>
                  <a:srgbClr val="000000"/>
                </a:solidFill>
                <a:latin typeface="Arial"/>
                <a:ea typeface="Arial"/>
                <a:cs typeface="Arial"/>
                <a:sym typeface="Arial"/>
              </a:endParaRPr>
            </a:p>
          </p:txBody>
        </p:sp>
        <p:sp>
          <p:nvSpPr>
            <p:cNvPr id="614" name="Google Shape;614;p38"/>
            <p:cNvSpPr/>
            <p:nvPr/>
          </p:nvSpPr>
          <p:spPr>
            <a:xfrm>
              <a:off x="3573971" y="2779615"/>
              <a:ext cx="1210395" cy="1210395"/>
            </a:xfrm>
            <a:custGeom>
              <a:avLst/>
              <a:gdLst/>
              <a:ahLst/>
              <a:cxnLst/>
              <a:rect l="l" t="t" r="r" b="b"/>
              <a:pathLst>
                <a:path w="120000" h="120000" extrusionOk="0">
                  <a:moveTo>
                    <a:pt x="9538" y="88657"/>
                  </a:moveTo>
                  <a:lnTo>
                    <a:pt x="12107" y="87198"/>
                  </a:lnTo>
                  <a:lnTo>
                    <a:pt x="12107" y="87198"/>
                  </a:lnTo>
                  <a:cubicBezTo>
                    <a:pt x="21462" y="103670"/>
                    <a:pt x="38625" y="114179"/>
                    <a:pt x="57549" y="115022"/>
                  </a:cubicBezTo>
                  <a:cubicBezTo>
                    <a:pt x="76473" y="115865"/>
                    <a:pt x="94502" y="106924"/>
                    <a:pt x="105284" y="91349"/>
                  </a:cubicBezTo>
                  <a:lnTo>
                    <a:pt x="103577" y="90379"/>
                  </a:lnTo>
                  <a:lnTo>
                    <a:pt x="109177" y="87927"/>
                  </a:lnTo>
                  <a:lnTo>
                    <a:pt x="109570" y="93783"/>
                  </a:lnTo>
                  <a:lnTo>
                    <a:pt x="107863" y="92814"/>
                  </a:lnTo>
                  <a:cubicBezTo>
                    <a:pt x="96551" y="109314"/>
                    <a:pt x="77537" y="118824"/>
                    <a:pt x="57549" y="117979"/>
                  </a:cubicBezTo>
                  <a:cubicBezTo>
                    <a:pt x="37561" y="117134"/>
                    <a:pt x="19418" y="106053"/>
                    <a:pt x="9538" y="88657"/>
                  </a:cubicBezTo>
                  <a:close/>
                </a:path>
              </a:pathLst>
            </a:custGeom>
            <a:solidFill>
              <a:srgbClr val="FFB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8"/>
            <p:cNvSpPr/>
            <p:nvPr/>
          </p:nvSpPr>
          <p:spPr>
            <a:xfrm>
              <a:off x="3159167" y="3252711"/>
              <a:ext cx="1043629" cy="415017"/>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8"/>
            <p:cNvSpPr txBox="1"/>
            <p:nvPr/>
          </p:nvSpPr>
          <p:spPr>
            <a:xfrm>
              <a:off x="3171322" y="3264866"/>
              <a:ext cx="1019319" cy="390707"/>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Arial"/>
                  <a:ea typeface="Arial"/>
                  <a:cs typeface="Arial"/>
                  <a:sym typeface="Arial"/>
                </a:rPr>
                <a:t>Tokenizing</a:t>
              </a:r>
              <a:endParaRPr sz="1200" b="0" i="0" u="none" strike="noStrike" cap="none">
                <a:solidFill>
                  <a:schemeClr val="lt1"/>
                </a:solidFill>
                <a:latin typeface="Arial"/>
                <a:ea typeface="Arial"/>
                <a:cs typeface="Arial"/>
                <a:sym typeface="Arial"/>
              </a:endParaRPr>
            </a:p>
          </p:txBody>
        </p:sp>
        <p:sp>
          <p:nvSpPr>
            <p:cNvPr id="617" name="Google Shape;617;p38"/>
            <p:cNvSpPr/>
            <p:nvPr/>
          </p:nvSpPr>
          <p:spPr>
            <a:xfrm>
              <a:off x="4344698" y="2491846"/>
              <a:ext cx="1174083" cy="96837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8"/>
            <p:cNvSpPr txBox="1"/>
            <p:nvPr/>
          </p:nvSpPr>
          <p:spPr>
            <a:xfrm>
              <a:off x="4366983" y="2721640"/>
              <a:ext cx="1129513" cy="716294"/>
            </a:xfrm>
            <a:prstGeom prst="rect">
              <a:avLst/>
            </a:prstGeom>
            <a:noFill/>
            <a:ln>
              <a:noFill/>
            </a:ln>
          </p:spPr>
          <p:txBody>
            <a:bodyPr spcFirstLastPara="1" wrap="square" lIns="17125" tIns="17125" rIns="17125" bIns="17125" anchor="t" anchorCtr="0">
              <a:noAutofit/>
            </a:bodyPr>
            <a:lstStyle/>
            <a:p>
              <a:pPr marL="57150" marR="0" lvl="1" indent="-57150" algn="l" rtl="0">
                <a:lnSpc>
                  <a:spcPct val="90000"/>
                </a:lnSpc>
                <a:spcBef>
                  <a:spcPts val="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mengubah kata tidak baku menjadi kata baku menggunakan kamus KBBI</a:t>
              </a:r>
              <a:endParaRPr sz="900" b="0" i="0" u="none" strike="noStrike" cap="none">
                <a:solidFill>
                  <a:srgbClr val="000000"/>
                </a:solidFill>
                <a:latin typeface="Arial"/>
                <a:ea typeface="Arial"/>
                <a:cs typeface="Arial"/>
                <a:sym typeface="Arial"/>
              </a:endParaRPr>
            </a:p>
          </p:txBody>
        </p:sp>
        <p:sp>
          <p:nvSpPr>
            <p:cNvPr id="619" name="Google Shape;619;p38"/>
            <p:cNvSpPr/>
            <p:nvPr/>
          </p:nvSpPr>
          <p:spPr>
            <a:xfrm>
              <a:off x="5010626" y="1924087"/>
              <a:ext cx="1360416" cy="1360416"/>
            </a:xfrm>
            <a:custGeom>
              <a:avLst/>
              <a:gdLst/>
              <a:ahLst/>
              <a:cxnLst/>
              <a:rect l="l" t="t" r="r" b="b"/>
              <a:pathLst>
                <a:path w="120000" h="120000" extrusionOk="0">
                  <a:moveTo>
                    <a:pt x="9351" y="31237"/>
                  </a:moveTo>
                  <a:lnTo>
                    <a:pt x="9351" y="31237"/>
                  </a:lnTo>
                  <a:cubicBezTo>
                    <a:pt x="19316" y="13689"/>
                    <a:pt x="37653" y="2550"/>
                    <a:pt x="57818" y="1794"/>
                  </a:cubicBezTo>
                  <a:cubicBezTo>
                    <a:pt x="77983" y="1038"/>
                    <a:pt x="97103" y="10773"/>
                    <a:pt x="108354" y="27525"/>
                  </a:cubicBezTo>
                  <a:lnTo>
                    <a:pt x="109875" y="26661"/>
                  </a:lnTo>
                  <a:lnTo>
                    <a:pt x="109507" y="31886"/>
                  </a:lnTo>
                  <a:lnTo>
                    <a:pt x="104541" y="29691"/>
                  </a:lnTo>
                  <a:lnTo>
                    <a:pt x="106062" y="28827"/>
                  </a:lnTo>
                  <a:lnTo>
                    <a:pt x="106062" y="28827"/>
                  </a:lnTo>
                  <a:cubicBezTo>
                    <a:pt x="95282" y="12898"/>
                    <a:pt x="77037" y="3669"/>
                    <a:pt x="57818" y="4424"/>
                  </a:cubicBezTo>
                  <a:cubicBezTo>
                    <a:pt x="38599" y="5179"/>
                    <a:pt x="21134" y="15809"/>
                    <a:pt x="11636" y="32534"/>
                  </a:cubicBezTo>
                  <a:close/>
                </a:path>
              </a:pathLst>
            </a:custGeom>
            <a:solidFill>
              <a:srgbClr val="FFB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8"/>
            <p:cNvSpPr/>
            <p:nvPr/>
          </p:nvSpPr>
          <p:spPr>
            <a:xfrm>
              <a:off x="4605606" y="2284338"/>
              <a:ext cx="1043629" cy="415017"/>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8"/>
            <p:cNvSpPr txBox="1"/>
            <p:nvPr/>
          </p:nvSpPr>
          <p:spPr>
            <a:xfrm>
              <a:off x="4617761" y="2296493"/>
              <a:ext cx="1019319" cy="390707"/>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Arial"/>
                  <a:ea typeface="Arial"/>
                  <a:cs typeface="Arial"/>
                  <a:sym typeface="Arial"/>
                </a:rPr>
                <a:t>Normalization</a:t>
              </a:r>
              <a:endParaRPr sz="1200" b="0" i="0" u="none" strike="noStrike" cap="none">
                <a:solidFill>
                  <a:schemeClr val="lt1"/>
                </a:solidFill>
                <a:latin typeface="Arial"/>
                <a:ea typeface="Arial"/>
                <a:cs typeface="Arial"/>
                <a:sym typeface="Arial"/>
              </a:endParaRPr>
            </a:p>
          </p:txBody>
        </p:sp>
        <p:sp>
          <p:nvSpPr>
            <p:cNvPr id="622" name="Google Shape;622;p38"/>
            <p:cNvSpPr/>
            <p:nvPr/>
          </p:nvSpPr>
          <p:spPr>
            <a:xfrm>
              <a:off x="5791137" y="2491846"/>
              <a:ext cx="1174083" cy="96837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8"/>
            <p:cNvSpPr txBox="1"/>
            <p:nvPr/>
          </p:nvSpPr>
          <p:spPr>
            <a:xfrm>
              <a:off x="5813422" y="2514131"/>
              <a:ext cx="1129513" cy="716294"/>
            </a:xfrm>
            <a:prstGeom prst="rect">
              <a:avLst/>
            </a:prstGeom>
            <a:noFill/>
            <a:ln>
              <a:noFill/>
            </a:ln>
          </p:spPr>
          <p:txBody>
            <a:bodyPr spcFirstLastPara="1" wrap="square" lIns="17125" tIns="17125" rIns="17125" bIns="17125" anchor="t" anchorCtr="0">
              <a:noAutofit/>
            </a:bodyPr>
            <a:lstStyle/>
            <a:p>
              <a:pPr marL="57150" lvl="1" indent="-57150" algn="l" rtl="0">
                <a:lnSpc>
                  <a:spcPct val="90000"/>
                </a:lnSpc>
                <a:spcBef>
                  <a:spcPts val="0"/>
                </a:spcBef>
                <a:spcAft>
                  <a:spcPts val="0"/>
                </a:spcAft>
                <a:buClr>
                  <a:schemeClr val="hlink"/>
                </a:buClr>
                <a:buSzPts val="900"/>
                <a:buChar char="•"/>
              </a:pPr>
              <a:r>
                <a:rPr lang="en" sz="900">
                  <a:solidFill>
                    <a:schemeClr val="hlink"/>
                  </a:solidFill>
                </a:rPr>
                <a:t>pengubahan semua kata menjadi kata dasar</a:t>
              </a:r>
              <a:endParaRPr/>
            </a:p>
          </p:txBody>
        </p:sp>
        <p:sp>
          <p:nvSpPr>
            <p:cNvPr id="624" name="Google Shape;624;p38"/>
            <p:cNvSpPr/>
            <p:nvPr/>
          </p:nvSpPr>
          <p:spPr>
            <a:xfrm>
              <a:off x="6466849" y="2779615"/>
              <a:ext cx="1210395" cy="1210395"/>
            </a:xfrm>
            <a:custGeom>
              <a:avLst/>
              <a:gdLst/>
              <a:ahLst/>
              <a:cxnLst/>
              <a:rect l="l" t="t" r="r" b="b"/>
              <a:pathLst>
                <a:path w="120000" h="120000" extrusionOk="0">
                  <a:moveTo>
                    <a:pt x="9538" y="88657"/>
                  </a:moveTo>
                  <a:lnTo>
                    <a:pt x="12107" y="87198"/>
                  </a:lnTo>
                  <a:lnTo>
                    <a:pt x="12107" y="87198"/>
                  </a:lnTo>
                  <a:cubicBezTo>
                    <a:pt x="21462" y="103670"/>
                    <a:pt x="38625" y="114179"/>
                    <a:pt x="57549" y="115022"/>
                  </a:cubicBezTo>
                  <a:cubicBezTo>
                    <a:pt x="76473" y="115865"/>
                    <a:pt x="94502" y="106924"/>
                    <a:pt x="105284" y="91349"/>
                  </a:cubicBezTo>
                  <a:lnTo>
                    <a:pt x="103577" y="90379"/>
                  </a:lnTo>
                  <a:lnTo>
                    <a:pt x="109177" y="87927"/>
                  </a:lnTo>
                  <a:lnTo>
                    <a:pt x="109570" y="93783"/>
                  </a:lnTo>
                  <a:lnTo>
                    <a:pt x="107863" y="92814"/>
                  </a:lnTo>
                  <a:cubicBezTo>
                    <a:pt x="96551" y="109314"/>
                    <a:pt x="77537" y="118824"/>
                    <a:pt x="57549" y="117979"/>
                  </a:cubicBezTo>
                  <a:cubicBezTo>
                    <a:pt x="37561" y="117134"/>
                    <a:pt x="19418" y="106053"/>
                    <a:pt x="9538" y="88657"/>
                  </a:cubicBezTo>
                  <a:close/>
                </a:path>
              </a:pathLst>
            </a:custGeom>
            <a:solidFill>
              <a:srgbClr val="FFB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8"/>
            <p:cNvSpPr/>
            <p:nvPr/>
          </p:nvSpPr>
          <p:spPr>
            <a:xfrm>
              <a:off x="6052045" y="3252711"/>
              <a:ext cx="1043629" cy="415017"/>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8"/>
            <p:cNvSpPr txBox="1"/>
            <p:nvPr/>
          </p:nvSpPr>
          <p:spPr>
            <a:xfrm>
              <a:off x="6064200" y="3264866"/>
              <a:ext cx="1019319" cy="390707"/>
            </a:xfrm>
            <a:prstGeom prst="rect">
              <a:avLst/>
            </a:prstGeom>
            <a:noFill/>
            <a:ln>
              <a:noFill/>
            </a:ln>
          </p:spPr>
          <p:txBody>
            <a:bodyPr spcFirstLastPara="1" wrap="square" lIns="22850" tIns="15225" rIns="22850" bIns="15225" anchor="ctr" anchorCtr="0">
              <a:noAutofit/>
            </a:bodyPr>
            <a:lstStyle/>
            <a:p>
              <a:pPr marL="0" lvl="0" indent="0" algn="ctr" rtl="0">
                <a:lnSpc>
                  <a:spcPct val="108000"/>
                </a:lnSpc>
                <a:spcBef>
                  <a:spcPts val="0"/>
                </a:spcBef>
                <a:spcAft>
                  <a:spcPts val="0"/>
                </a:spcAft>
                <a:buClr>
                  <a:schemeClr val="hlink"/>
                </a:buClr>
                <a:buSzPts val="1100"/>
                <a:buFont typeface="Arial"/>
                <a:buNone/>
              </a:pPr>
              <a:r>
                <a:rPr lang="en" sz="1200">
                  <a:solidFill>
                    <a:srgbClr val="FDFAE1"/>
                  </a:solidFill>
                </a:rPr>
                <a:t>Stemming</a:t>
              </a:r>
              <a:endParaRPr sz="1200">
                <a:solidFill>
                  <a:schemeClr val="lt1"/>
                </a:solidFill>
              </a:endParaRPr>
            </a:p>
          </p:txBody>
        </p:sp>
        <p:sp>
          <p:nvSpPr>
            <p:cNvPr id="627" name="Google Shape;627;p38"/>
            <p:cNvSpPr/>
            <p:nvPr/>
          </p:nvSpPr>
          <p:spPr>
            <a:xfrm>
              <a:off x="7237577" y="2491846"/>
              <a:ext cx="1174083" cy="96837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8"/>
            <p:cNvSpPr txBox="1"/>
            <p:nvPr/>
          </p:nvSpPr>
          <p:spPr>
            <a:xfrm>
              <a:off x="7259862" y="2721640"/>
              <a:ext cx="1129513" cy="716294"/>
            </a:xfrm>
            <a:prstGeom prst="rect">
              <a:avLst/>
            </a:prstGeom>
            <a:noFill/>
            <a:ln>
              <a:noFill/>
            </a:ln>
          </p:spPr>
          <p:txBody>
            <a:bodyPr spcFirstLastPara="1" wrap="square" lIns="17125" tIns="17125" rIns="17125" bIns="17125" anchor="t" anchorCtr="0">
              <a:noAutofit/>
            </a:bodyPr>
            <a:lstStyle/>
            <a:p>
              <a:pPr marL="57150" lvl="1" indent="-57150" algn="l" rtl="0">
                <a:lnSpc>
                  <a:spcPct val="115000"/>
                </a:lnSpc>
                <a:spcBef>
                  <a:spcPts val="0"/>
                </a:spcBef>
                <a:spcAft>
                  <a:spcPts val="0"/>
                </a:spcAft>
                <a:buClr>
                  <a:schemeClr val="hlink"/>
                </a:buClr>
                <a:buSzPts val="900"/>
                <a:buChar char="•"/>
              </a:pPr>
              <a:r>
                <a:rPr lang="en" sz="900">
                  <a:solidFill>
                    <a:schemeClr val="hlink"/>
                  </a:solidFill>
                </a:rPr>
                <a:t>penghapusan kata-kata yang kurang bermakna </a:t>
              </a:r>
              <a:endParaRPr sz="900">
                <a:solidFill>
                  <a:schemeClr val="hlink"/>
                </a:solidFill>
              </a:endParaRPr>
            </a:p>
          </p:txBody>
        </p:sp>
        <p:sp>
          <p:nvSpPr>
            <p:cNvPr id="629" name="Google Shape;629;p38"/>
            <p:cNvSpPr/>
            <p:nvPr/>
          </p:nvSpPr>
          <p:spPr>
            <a:xfrm>
              <a:off x="7498484" y="2284338"/>
              <a:ext cx="1043629" cy="415017"/>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8"/>
            <p:cNvSpPr txBox="1"/>
            <p:nvPr/>
          </p:nvSpPr>
          <p:spPr>
            <a:xfrm>
              <a:off x="7510639" y="2296493"/>
              <a:ext cx="1019319" cy="390707"/>
            </a:xfrm>
            <a:prstGeom prst="rect">
              <a:avLst/>
            </a:prstGeom>
            <a:noFill/>
            <a:ln>
              <a:noFill/>
            </a:ln>
          </p:spPr>
          <p:txBody>
            <a:bodyPr spcFirstLastPara="1" wrap="square" lIns="22850" tIns="15225" rIns="22850" bIns="15225" anchor="ctr" anchorCtr="0">
              <a:noAutofit/>
            </a:bodyPr>
            <a:lstStyle/>
            <a:p>
              <a:pPr marL="0" lvl="0" indent="0" algn="ctr" rtl="0">
                <a:lnSpc>
                  <a:spcPct val="90000"/>
                </a:lnSpc>
                <a:spcBef>
                  <a:spcPts val="0"/>
                </a:spcBef>
                <a:spcAft>
                  <a:spcPts val="0"/>
                </a:spcAft>
                <a:buClr>
                  <a:schemeClr val="hlink"/>
                </a:buClr>
                <a:buSzPts val="1200"/>
                <a:buFont typeface="Arial"/>
                <a:buNone/>
              </a:pPr>
              <a:r>
                <a:rPr lang="en" sz="1200">
                  <a:solidFill>
                    <a:schemeClr val="lt1"/>
                  </a:solidFill>
                </a:rPr>
                <a:t>Stopword Removal</a:t>
              </a:r>
              <a:endParaRPr sz="1200">
                <a:solidFill>
                  <a:schemeClr val="lt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5"/>
                                        </p:tgtEl>
                                        <p:attrNameLst>
                                          <p:attrName>style.visibility</p:attrName>
                                        </p:attrNameLst>
                                      </p:cBhvr>
                                      <p:to>
                                        <p:strVal val="visible"/>
                                      </p:to>
                                    </p:set>
                                    <p:animEffect transition="in" filter="fade">
                                      <p:cBhvr>
                                        <p:cTn id="7" dur="500"/>
                                        <p:tgtEl>
                                          <p:spTgt spid="57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74"/>
                                        </p:tgtEl>
                                        <p:attrNameLst>
                                          <p:attrName>style.visibility</p:attrName>
                                        </p:attrNameLst>
                                      </p:cBhvr>
                                      <p:to>
                                        <p:strVal val="visible"/>
                                      </p:to>
                                    </p:set>
                                    <p:anim calcmode="lin" valueType="num">
                                      <p:cBhvr additive="base">
                                        <p:cTn id="11" dur="500"/>
                                        <p:tgtEl>
                                          <p:spTgt spid="574"/>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76"/>
                                        </p:tgtEl>
                                        <p:attrNameLst>
                                          <p:attrName>style.visibility</p:attrName>
                                        </p:attrNameLst>
                                      </p:cBhvr>
                                      <p:to>
                                        <p:strVal val="visible"/>
                                      </p:to>
                                    </p:set>
                                    <p:animEffect transition="in" filter="fade">
                                      <p:cBhvr>
                                        <p:cTn id="15" dur="2000"/>
                                        <p:tgtEl>
                                          <p:spTgt spid="576"/>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600"/>
                                        </p:tgtEl>
                                        <p:attrNameLst>
                                          <p:attrName>style.visibility</p:attrName>
                                        </p:attrNameLst>
                                      </p:cBhvr>
                                      <p:to>
                                        <p:strVal val="visible"/>
                                      </p:to>
                                    </p:set>
                                    <p:animEffect transition="in" filter="fade">
                                      <p:cBhvr>
                                        <p:cTn id="19" dur="500"/>
                                        <p:tgtEl>
                                          <p:spTgt spid="600"/>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599"/>
                                        </p:tgtEl>
                                        <p:attrNameLst>
                                          <p:attrName>style.visibility</p:attrName>
                                        </p:attrNameLst>
                                      </p:cBhvr>
                                      <p:to>
                                        <p:strVal val="visible"/>
                                      </p:to>
                                    </p:set>
                                    <p:animEffect transition="in" filter="fade">
                                      <p:cBhvr>
                                        <p:cTn id="23" dur="500"/>
                                        <p:tgtEl>
                                          <p:spTgt spid="599"/>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598"/>
                                        </p:tgtEl>
                                        <p:attrNameLst>
                                          <p:attrName>style.visibility</p:attrName>
                                        </p:attrNameLst>
                                      </p:cBhvr>
                                      <p:to>
                                        <p:strVal val="visible"/>
                                      </p:to>
                                    </p:set>
                                    <p:animEffect transition="in" filter="fade">
                                      <p:cBhvr>
                                        <p:cTn id="27" dur="500"/>
                                        <p:tgtEl>
                                          <p:spTgt spid="598"/>
                                        </p:tgtEl>
                                      </p:cBhvr>
                                    </p:animEffect>
                                  </p:childTnLst>
                                </p:cTn>
                              </p:par>
                            </p:childTnLst>
                          </p:cTn>
                        </p:par>
                        <p:par>
                          <p:cTn id="28" fill="hold">
                            <p:stCondLst>
                              <p:cond delay="4500"/>
                            </p:stCondLst>
                            <p:childTnLst>
                              <p:par>
                                <p:cTn id="29" presetID="23" presetClass="entr" presetSubtype="16" fill="hold" nodeType="afterEffect">
                                  <p:stCondLst>
                                    <p:cond delay="0"/>
                                  </p:stCondLst>
                                  <p:childTnLst>
                                    <p:set>
                                      <p:cBhvr>
                                        <p:cTn id="30" dur="1" fill="hold">
                                          <p:stCondLst>
                                            <p:cond delay="0"/>
                                          </p:stCondLst>
                                        </p:cTn>
                                        <p:tgtEl>
                                          <p:spTgt spid="577"/>
                                        </p:tgtEl>
                                        <p:attrNameLst>
                                          <p:attrName>style.visibility</p:attrName>
                                        </p:attrNameLst>
                                      </p:cBhvr>
                                      <p:to>
                                        <p:strVal val="visible"/>
                                      </p:to>
                                    </p:set>
                                    <p:anim calcmode="lin" valueType="num">
                                      <p:cBhvr additive="base">
                                        <p:cTn id="31" dur="500"/>
                                        <p:tgtEl>
                                          <p:spTgt spid="577"/>
                                        </p:tgtEl>
                                        <p:attrNameLst>
                                          <p:attrName>ppt_w</p:attrName>
                                        </p:attrNameLst>
                                      </p:cBhvr>
                                      <p:tavLst>
                                        <p:tav tm="0">
                                          <p:val>
                                            <p:strVal val="0"/>
                                          </p:val>
                                        </p:tav>
                                        <p:tav tm="100000">
                                          <p:val>
                                            <p:strVal val="#ppt_w"/>
                                          </p:val>
                                        </p:tav>
                                      </p:tavLst>
                                    </p:anim>
                                    <p:anim calcmode="lin" valueType="num">
                                      <p:cBhvr additive="base">
                                        <p:cTn id="32" dur="500"/>
                                        <p:tgtEl>
                                          <p:spTgt spid="57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39"/>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36" name="Google Shape;636;p39"/>
          <p:cNvSpPr txBox="1">
            <a:spLocks noGrp="1"/>
          </p:cNvSpPr>
          <p:nvPr>
            <p:ph type="title"/>
          </p:nvPr>
        </p:nvSpPr>
        <p:spPr>
          <a:xfrm>
            <a:off x="663321" y="709671"/>
            <a:ext cx="3282146"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PEMBOBOTAN KATA</a:t>
            </a:r>
            <a:endParaRPr/>
          </a:p>
        </p:txBody>
      </p:sp>
      <p:sp>
        <p:nvSpPr>
          <p:cNvPr id="637" name="Google Shape;637;p39"/>
          <p:cNvSpPr txBox="1">
            <a:spLocks noGrp="1"/>
          </p:cNvSpPr>
          <p:nvPr>
            <p:ph type="body" idx="1"/>
          </p:nvPr>
        </p:nvSpPr>
        <p:spPr>
          <a:xfrm>
            <a:off x="663325" y="1254300"/>
            <a:ext cx="3502800" cy="1390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600"/>
              <a:buFont typeface="Chivo"/>
              <a:buNone/>
            </a:pPr>
            <a:r>
              <a:rPr lang="en" sz="1600" dirty="0">
                <a:solidFill>
                  <a:srgbClr val="000000"/>
                </a:solidFill>
                <a:latin typeface="Arial"/>
                <a:ea typeface="Arial"/>
                <a:cs typeface="Arial"/>
                <a:sym typeface="Arial"/>
              </a:rPr>
              <a:t>Pembobotan merupakan metode untuk mengubah input data menjadi suatu fitur vector </a:t>
            </a:r>
            <a:r>
              <a:rPr lang="en" sz="1600" dirty="0">
                <a:latin typeface="Arial"/>
                <a:ea typeface="Arial"/>
                <a:cs typeface="Arial"/>
                <a:sym typeface="Wingdings" panose="05000000000000000000" pitchFamily="2" charset="2"/>
              </a:rPr>
              <a:t></a:t>
            </a:r>
            <a:r>
              <a:rPr lang="en" sz="1600" dirty="0">
                <a:solidFill>
                  <a:srgbClr val="000000"/>
                </a:solidFill>
                <a:latin typeface="Arial"/>
                <a:ea typeface="Arial"/>
                <a:cs typeface="Arial"/>
                <a:sym typeface="Arial"/>
              </a:rPr>
              <a:t> dengan </a:t>
            </a:r>
            <a:r>
              <a:rPr lang="en" sz="1600" b="1" dirty="0">
                <a:solidFill>
                  <a:srgbClr val="000000"/>
                </a:solidFill>
                <a:latin typeface="Arial"/>
                <a:ea typeface="Arial"/>
                <a:cs typeface="Arial"/>
                <a:sym typeface="Arial"/>
              </a:rPr>
              <a:t>TF-IDF</a:t>
            </a:r>
            <a:endParaRPr dirty="0"/>
          </a:p>
          <a:p>
            <a:pPr marL="0" marR="0" lvl="0" indent="0" algn="l" rtl="0">
              <a:lnSpc>
                <a:spcPct val="100000"/>
              </a:lnSpc>
              <a:spcBef>
                <a:spcPts val="0"/>
              </a:spcBef>
              <a:spcAft>
                <a:spcPts val="0"/>
              </a:spcAft>
              <a:buClr>
                <a:schemeClr val="dk1"/>
              </a:buClr>
              <a:buSzPts val="1600"/>
              <a:buFont typeface="Chivo"/>
              <a:buNone/>
            </a:pPr>
            <a:r>
              <a:rPr lang="en" sz="1600" i="1" dirty="0">
                <a:solidFill>
                  <a:srgbClr val="000000"/>
                </a:solidFill>
                <a:latin typeface="Arial"/>
                <a:ea typeface="Arial"/>
                <a:cs typeface="Arial"/>
                <a:sym typeface="Arial"/>
              </a:rPr>
              <a:t>Term Frequency – Inverse Document Frequency </a:t>
            </a:r>
            <a:endParaRPr sz="1400" b="0" i="0" u="none" strike="noStrike" cap="none" dirty="0">
              <a:solidFill>
                <a:srgbClr val="000000"/>
              </a:solidFill>
              <a:latin typeface="Arial"/>
              <a:ea typeface="Arial"/>
              <a:cs typeface="Arial"/>
              <a:sym typeface="Arial"/>
            </a:endParaRPr>
          </a:p>
        </p:txBody>
      </p:sp>
      <p:sp>
        <p:nvSpPr>
          <p:cNvPr id="638" name="Google Shape;638;p39"/>
          <p:cNvSpPr/>
          <p:nvPr/>
        </p:nvSpPr>
        <p:spPr>
          <a:xfrm>
            <a:off x="5509260" y="40701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39" name="Google Shape;639;p39"/>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40" name="Google Shape;640;p39"/>
          <p:cNvSpPr/>
          <p:nvPr/>
        </p:nvSpPr>
        <p:spPr>
          <a:xfrm>
            <a:off x="7652647" y="4004647"/>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41" name="Google Shape;641;p39"/>
          <p:cNvSpPr/>
          <p:nvPr/>
        </p:nvSpPr>
        <p:spPr>
          <a:xfrm flipH="1">
            <a:off x="4325153" y="868261"/>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42" name="Google Shape;642;p39"/>
          <p:cNvSpPr/>
          <p:nvPr/>
        </p:nvSpPr>
        <p:spPr>
          <a:xfrm flipH="1">
            <a:off x="4325153" y="1461074"/>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43" name="Google Shape;643;p39"/>
          <p:cNvSpPr/>
          <p:nvPr/>
        </p:nvSpPr>
        <p:spPr>
          <a:xfrm flipH="1">
            <a:off x="4325154" y="2064083"/>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44" name="Google Shape;644;p39"/>
          <p:cNvSpPr txBox="1"/>
          <p:nvPr/>
        </p:nvSpPr>
        <p:spPr>
          <a:xfrm>
            <a:off x="78290" y="2521331"/>
            <a:ext cx="4572000" cy="5667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latin typeface="Arial"/>
                <a:ea typeface="Arial"/>
                <a:cs typeface="Arial"/>
                <a:sym typeface="Arial"/>
              </a:rPr>
              <a:t> </a:t>
            </a:r>
            <a:endParaRPr/>
          </a:p>
        </p:txBody>
      </p:sp>
      <p:sp>
        <p:nvSpPr>
          <p:cNvPr id="645" name="Google Shape;645;p39"/>
          <p:cNvSpPr txBox="1"/>
          <p:nvPr/>
        </p:nvSpPr>
        <p:spPr>
          <a:xfrm>
            <a:off x="659198" y="3108945"/>
            <a:ext cx="3405600" cy="160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Keterangan :</a:t>
            </a:r>
            <a:endParaRPr/>
          </a:p>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TF</a:t>
            </a:r>
            <a:r>
              <a:rPr lang="en" sz="1400" b="0" i="0" u="none" strike="noStrike" cap="none">
                <a:solidFill>
                  <a:srgbClr val="000000"/>
                </a:solidFill>
                <a:latin typeface="Arial"/>
                <a:ea typeface="Arial"/>
                <a:cs typeface="Arial"/>
                <a:sym typeface="Arial"/>
              </a:rPr>
              <a:t> : term frequency atau banyaknya kemunculan kata</a:t>
            </a:r>
            <a:endParaRPr/>
          </a:p>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DF</a:t>
            </a:r>
            <a:r>
              <a:rPr lang="en" sz="1400" b="0" i="0" u="none" strike="noStrike" cap="none">
                <a:solidFill>
                  <a:srgbClr val="000000"/>
                </a:solidFill>
                <a:latin typeface="Arial"/>
                <a:ea typeface="Arial"/>
                <a:cs typeface="Arial"/>
                <a:sym typeface="Arial"/>
              </a:rPr>
              <a:t> : document frequency atau jumlah dokumen di mana kata/istilah tersebut muncul.</a:t>
            </a:r>
            <a:endParaRPr/>
          </a:p>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|D| </a:t>
            </a:r>
            <a:r>
              <a:rPr lang="en" sz="1400" b="0" i="0" u="none" strike="noStrike" cap="none">
                <a:solidFill>
                  <a:srgbClr val="000000"/>
                </a:solidFill>
                <a:latin typeface="Arial"/>
                <a:ea typeface="Arial"/>
                <a:cs typeface="Arial"/>
                <a:sym typeface="Arial"/>
              </a:rPr>
              <a:t>: jumlah seluruh dokumen</a:t>
            </a:r>
            <a:endParaRPr/>
          </a:p>
        </p:txBody>
      </p:sp>
      <p:sp>
        <p:nvSpPr>
          <p:cNvPr id="646" name="Google Shape;646;p39"/>
          <p:cNvSpPr txBox="1">
            <a:spLocks noGrp="1"/>
          </p:cNvSpPr>
          <p:nvPr>
            <p:ph type="title"/>
          </p:nvPr>
        </p:nvSpPr>
        <p:spPr>
          <a:xfrm>
            <a:off x="5141196" y="684509"/>
            <a:ext cx="39087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K-FOLD CROSSVALIDATION</a:t>
            </a:r>
            <a:endParaRPr/>
          </a:p>
        </p:txBody>
      </p:sp>
      <p:sp>
        <p:nvSpPr>
          <p:cNvPr id="647" name="Google Shape;647;p39"/>
          <p:cNvSpPr txBox="1">
            <a:spLocks noGrp="1"/>
          </p:cNvSpPr>
          <p:nvPr>
            <p:ph type="body" idx="1"/>
          </p:nvPr>
        </p:nvSpPr>
        <p:spPr>
          <a:xfrm>
            <a:off x="5181602" y="1243100"/>
            <a:ext cx="3405600" cy="18291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SzPts val="1600"/>
              <a:buNone/>
            </a:pPr>
            <a:r>
              <a:rPr lang="en" sz="1600" i="1">
                <a:solidFill>
                  <a:srgbClr val="000000"/>
                </a:solidFill>
                <a:latin typeface="Arial"/>
                <a:ea typeface="Arial"/>
                <a:cs typeface="Arial"/>
                <a:sym typeface="Arial"/>
              </a:rPr>
              <a:t>K-fold cross validation </a:t>
            </a:r>
            <a:r>
              <a:rPr lang="en" sz="1600">
                <a:solidFill>
                  <a:srgbClr val="000000"/>
                </a:solidFill>
                <a:latin typeface="Arial"/>
                <a:ea typeface="Arial"/>
                <a:cs typeface="Arial"/>
                <a:sym typeface="Arial"/>
              </a:rPr>
              <a:t>merupakan teknik yang akan memberikan perkiraan kinerja model yang lebih stabil dengan membagi dataset menjadi beberapa fold kemudian menghitung rata-rata hasil dari evaluasi.</a:t>
            </a:r>
            <a:endParaRPr sz="1600">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39"/>
                                        </p:tgtEl>
                                        <p:attrNameLst>
                                          <p:attrName>style.visibility</p:attrName>
                                        </p:attrNameLst>
                                      </p:cBhvr>
                                      <p:to>
                                        <p:strVal val="visible"/>
                                      </p:to>
                                    </p:set>
                                    <p:animEffect transition="in" filter="fade">
                                      <p:cBhvr>
                                        <p:cTn id="7" dur="500"/>
                                        <p:tgtEl>
                                          <p:spTgt spid="63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638"/>
                                        </p:tgtEl>
                                        <p:attrNameLst>
                                          <p:attrName>style.visibility</p:attrName>
                                        </p:attrNameLst>
                                      </p:cBhvr>
                                      <p:to>
                                        <p:strVal val="visible"/>
                                      </p:to>
                                    </p:set>
                                    <p:anim calcmode="lin" valueType="num">
                                      <p:cBhvr additive="base">
                                        <p:cTn id="11" dur="500"/>
                                        <p:tgtEl>
                                          <p:spTgt spid="638"/>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40"/>
                                        </p:tgtEl>
                                        <p:attrNameLst>
                                          <p:attrName>style.visibility</p:attrName>
                                        </p:attrNameLst>
                                      </p:cBhvr>
                                      <p:to>
                                        <p:strVal val="visible"/>
                                      </p:to>
                                    </p:set>
                                    <p:animEffect transition="in" filter="fade">
                                      <p:cBhvr>
                                        <p:cTn id="15" dur="2000"/>
                                        <p:tgtEl>
                                          <p:spTgt spid="640"/>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643"/>
                                        </p:tgtEl>
                                        <p:attrNameLst>
                                          <p:attrName>style.visibility</p:attrName>
                                        </p:attrNameLst>
                                      </p:cBhvr>
                                      <p:to>
                                        <p:strVal val="visible"/>
                                      </p:to>
                                    </p:set>
                                    <p:animEffect transition="in" filter="fade">
                                      <p:cBhvr>
                                        <p:cTn id="19" dur="500"/>
                                        <p:tgtEl>
                                          <p:spTgt spid="643"/>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642"/>
                                        </p:tgtEl>
                                        <p:attrNameLst>
                                          <p:attrName>style.visibility</p:attrName>
                                        </p:attrNameLst>
                                      </p:cBhvr>
                                      <p:to>
                                        <p:strVal val="visible"/>
                                      </p:to>
                                    </p:set>
                                    <p:animEffect transition="in" filter="fade">
                                      <p:cBhvr>
                                        <p:cTn id="23" dur="500"/>
                                        <p:tgtEl>
                                          <p:spTgt spid="642"/>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641"/>
                                        </p:tgtEl>
                                        <p:attrNameLst>
                                          <p:attrName>style.visibility</p:attrName>
                                        </p:attrNameLst>
                                      </p:cBhvr>
                                      <p:to>
                                        <p:strVal val="visible"/>
                                      </p:to>
                                    </p:set>
                                    <p:animEffect transition="in" filter="fade">
                                      <p:cBhvr>
                                        <p:cTn id="27" dur="500"/>
                                        <p:tgtEl>
                                          <p:spTgt spid="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50"/>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53" name="Google Shape;653;p50"/>
          <p:cNvSpPr txBox="1">
            <a:spLocks noGrp="1"/>
          </p:cNvSpPr>
          <p:nvPr>
            <p:ph type="title"/>
          </p:nvPr>
        </p:nvSpPr>
        <p:spPr>
          <a:xfrm>
            <a:off x="663321" y="709671"/>
            <a:ext cx="313942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Confusion matrix</a:t>
            </a:r>
            <a:endParaRPr/>
          </a:p>
        </p:txBody>
      </p:sp>
      <p:sp>
        <p:nvSpPr>
          <p:cNvPr id="654" name="Google Shape;654;p50"/>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55" name="Google Shape;655;p50"/>
          <p:cNvSpPr/>
          <p:nvPr/>
        </p:nvSpPr>
        <p:spPr>
          <a:xfrm flipH="1">
            <a:off x="8173403" y="1708136"/>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56" name="Google Shape;656;p50"/>
          <p:cNvSpPr/>
          <p:nvPr/>
        </p:nvSpPr>
        <p:spPr>
          <a:xfrm flipH="1">
            <a:off x="8173403" y="2300949"/>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57" name="Google Shape;657;p50"/>
          <p:cNvSpPr/>
          <p:nvPr/>
        </p:nvSpPr>
        <p:spPr>
          <a:xfrm flipH="1">
            <a:off x="8173404" y="2903958"/>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58" name="Google Shape;658;p50"/>
          <p:cNvSpPr txBox="1"/>
          <p:nvPr/>
        </p:nvSpPr>
        <p:spPr>
          <a:xfrm>
            <a:off x="940803" y="2676301"/>
            <a:ext cx="2175300" cy="831900"/>
          </a:xfrm>
          <a:prstGeom prst="rect">
            <a:avLst/>
          </a:prstGeom>
          <a:noFill/>
          <a:ln>
            <a:noFill/>
          </a:ln>
        </p:spPr>
        <p:txBody>
          <a:bodyPr spcFirstLastPara="1" wrap="square" lIns="91425" tIns="91425" rIns="91425" bIns="91425" anchor="t" anchorCtr="0">
            <a:noAutofit/>
          </a:bodyPr>
          <a:lstStyle/>
          <a:p>
            <a:pPr marL="0" marR="0" lvl="0" indent="0" algn="ctr" rtl="0">
              <a:lnSpc>
                <a:spcPct val="90000"/>
              </a:lnSpc>
              <a:spcBef>
                <a:spcPts val="0"/>
              </a:spcBef>
              <a:spcAft>
                <a:spcPts val="0"/>
              </a:spcAft>
              <a:buClr>
                <a:schemeClr val="dk1"/>
              </a:buClr>
              <a:buSzPts val="1600"/>
              <a:buFont typeface="Arial"/>
              <a:buNone/>
            </a:pPr>
            <a:r>
              <a:rPr lang="en" sz="1400" b="1" i="0" u="none" strike="noStrike" cap="none">
                <a:solidFill>
                  <a:srgbClr val="000000"/>
                </a:solidFill>
                <a:latin typeface="Chivo"/>
                <a:ea typeface="Chivo"/>
                <a:cs typeface="Chivo"/>
                <a:sym typeface="Chivo"/>
              </a:rPr>
              <a:t>Akurasi </a:t>
            </a:r>
            <a:endParaRPr/>
          </a:p>
          <a:p>
            <a:pPr marL="0" marR="0" lvl="0" indent="0" algn="ctr" rtl="0">
              <a:lnSpc>
                <a:spcPct val="90000"/>
              </a:lnSpc>
              <a:spcBef>
                <a:spcPts val="0"/>
              </a:spcBef>
              <a:spcAft>
                <a:spcPts val="0"/>
              </a:spcAft>
              <a:buClr>
                <a:schemeClr val="dk1"/>
              </a:buClr>
              <a:buSzPts val="1600"/>
              <a:buFont typeface="Arial"/>
              <a:buNone/>
            </a:pPr>
            <a:r>
              <a:rPr lang="en" sz="1400" b="0" i="0" u="none" strike="noStrike" cap="none">
                <a:solidFill>
                  <a:srgbClr val="000000"/>
                </a:solidFill>
                <a:latin typeface="Chivo"/>
                <a:ea typeface="Chivo"/>
                <a:cs typeface="Chivo"/>
                <a:sym typeface="Chivo"/>
              </a:rPr>
              <a:t>rata-rata aritmetika dari recall dan inverse recall </a:t>
            </a:r>
            <a:endParaRPr/>
          </a:p>
          <a:p>
            <a:pPr marL="0" marR="0" lvl="0" indent="0" algn="ctr" rtl="0">
              <a:lnSpc>
                <a:spcPct val="90000"/>
              </a:lnSpc>
              <a:spcBef>
                <a:spcPts val="0"/>
              </a:spcBef>
              <a:spcAft>
                <a:spcPts val="0"/>
              </a:spcAft>
              <a:buClr>
                <a:schemeClr val="dk1"/>
              </a:buClr>
              <a:buSzPts val="1600"/>
              <a:buFont typeface="Arial"/>
              <a:buNone/>
            </a:pPr>
            <a:endParaRPr sz="1400" b="1" i="0" u="none" strike="noStrike" cap="none">
              <a:solidFill>
                <a:srgbClr val="000000"/>
              </a:solidFill>
              <a:latin typeface="Chivo"/>
              <a:ea typeface="Chivo"/>
              <a:cs typeface="Chivo"/>
              <a:sym typeface="Chivo"/>
            </a:endParaRPr>
          </a:p>
        </p:txBody>
      </p:sp>
      <p:sp>
        <p:nvSpPr>
          <p:cNvPr id="659" name="Google Shape;659;p50"/>
          <p:cNvSpPr txBox="1"/>
          <p:nvPr/>
        </p:nvSpPr>
        <p:spPr>
          <a:xfrm>
            <a:off x="3484350" y="2676301"/>
            <a:ext cx="2175300" cy="831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Presisi</a:t>
            </a:r>
            <a:r>
              <a:rPr lang="en" sz="1400" b="0" i="0" u="none" strike="noStrike" cap="none">
                <a:solidFill>
                  <a:srgbClr val="000000"/>
                </a:solidFill>
                <a:latin typeface="Arial"/>
                <a:ea typeface="Arial"/>
                <a:cs typeface="Arial"/>
                <a:sym typeface="Arial"/>
              </a:rPr>
              <a:t> merepresentasikan tingkat ketepatan antara informasi</a:t>
            </a:r>
            <a:endParaRPr sz="1400" b="0" i="0" u="none" strike="noStrike" cap="none">
              <a:solidFill>
                <a:srgbClr val="000000"/>
              </a:solidFill>
              <a:latin typeface="Arial"/>
              <a:ea typeface="Arial"/>
              <a:cs typeface="Arial"/>
              <a:sym typeface="Arial"/>
            </a:endParaRPr>
          </a:p>
        </p:txBody>
      </p:sp>
      <p:sp>
        <p:nvSpPr>
          <p:cNvPr id="660" name="Google Shape;660;p50"/>
          <p:cNvSpPr txBox="1"/>
          <p:nvPr/>
        </p:nvSpPr>
        <p:spPr>
          <a:xfrm>
            <a:off x="5808133" y="2676301"/>
            <a:ext cx="2395064" cy="831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Recall</a:t>
            </a:r>
            <a:r>
              <a:rPr lang="en" sz="1400" b="0" i="0" u="none" strike="noStrike" cap="none">
                <a:solidFill>
                  <a:srgbClr val="000000"/>
                </a:solidFill>
                <a:latin typeface="Arial"/>
                <a:ea typeface="Arial"/>
                <a:cs typeface="Arial"/>
                <a:sym typeface="Arial"/>
              </a:rPr>
              <a:t> </a:t>
            </a:r>
            <a:endParaRPr/>
          </a:p>
          <a:p>
            <a:pPr marL="0" marR="0" lvl="0" indent="0" algn="ctr"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merepresentasikan tingkat keberhasilan sistem dalam menemukan kembali sebuah informasi. </a:t>
            </a:r>
            <a:endParaRPr sz="1400" b="0" i="0" u="none" strike="noStrike" cap="none">
              <a:solidFill>
                <a:srgbClr val="000000"/>
              </a:solidFill>
              <a:latin typeface="Arial"/>
              <a:ea typeface="Arial"/>
              <a:cs typeface="Arial"/>
              <a:sym typeface="Arial"/>
            </a:endParaRPr>
          </a:p>
        </p:txBody>
      </p:sp>
      <p:grpSp>
        <p:nvGrpSpPr>
          <p:cNvPr id="661" name="Google Shape;661;p50"/>
          <p:cNvGrpSpPr/>
          <p:nvPr/>
        </p:nvGrpSpPr>
        <p:grpSpPr>
          <a:xfrm>
            <a:off x="1793530" y="1950355"/>
            <a:ext cx="463478" cy="433368"/>
            <a:chOff x="2535428" y="1284251"/>
            <a:chExt cx="346448" cy="323917"/>
          </a:xfrm>
        </p:grpSpPr>
        <p:sp>
          <p:nvSpPr>
            <p:cNvPr id="662" name="Google Shape;662;p50"/>
            <p:cNvSpPr/>
            <p:nvPr/>
          </p:nvSpPr>
          <p:spPr>
            <a:xfrm>
              <a:off x="2535428" y="1284251"/>
              <a:ext cx="346448" cy="323917"/>
            </a:xfrm>
            <a:custGeom>
              <a:avLst/>
              <a:gdLst/>
              <a:ahLst/>
              <a:cxnLst/>
              <a:rect l="l" t="t" r="r" b="b"/>
              <a:pathLst>
                <a:path w="14869" h="13902" extrusionOk="0">
                  <a:moveTo>
                    <a:pt x="13065" y="837"/>
                  </a:moveTo>
                  <a:lnTo>
                    <a:pt x="13241" y="881"/>
                  </a:lnTo>
                  <a:lnTo>
                    <a:pt x="13417" y="925"/>
                  </a:lnTo>
                  <a:lnTo>
                    <a:pt x="13593" y="969"/>
                  </a:lnTo>
                  <a:lnTo>
                    <a:pt x="13725" y="1101"/>
                  </a:lnTo>
                  <a:lnTo>
                    <a:pt x="13857" y="1233"/>
                  </a:lnTo>
                  <a:lnTo>
                    <a:pt x="13945" y="1365"/>
                  </a:lnTo>
                  <a:lnTo>
                    <a:pt x="13989" y="1540"/>
                  </a:lnTo>
                  <a:lnTo>
                    <a:pt x="14033" y="1716"/>
                  </a:lnTo>
                  <a:lnTo>
                    <a:pt x="14033" y="10690"/>
                  </a:lnTo>
                  <a:lnTo>
                    <a:pt x="13813" y="10558"/>
                  </a:lnTo>
                  <a:lnTo>
                    <a:pt x="13593" y="10514"/>
                  </a:lnTo>
                  <a:lnTo>
                    <a:pt x="13373" y="10470"/>
                  </a:lnTo>
                  <a:lnTo>
                    <a:pt x="13153" y="10426"/>
                  </a:lnTo>
                  <a:lnTo>
                    <a:pt x="12889" y="10470"/>
                  </a:lnTo>
                  <a:lnTo>
                    <a:pt x="12669" y="10514"/>
                  </a:lnTo>
                  <a:lnTo>
                    <a:pt x="12449" y="10558"/>
                  </a:lnTo>
                  <a:lnTo>
                    <a:pt x="12273" y="10690"/>
                  </a:lnTo>
                  <a:lnTo>
                    <a:pt x="12273" y="1760"/>
                  </a:lnTo>
                  <a:lnTo>
                    <a:pt x="12273" y="1584"/>
                  </a:lnTo>
                  <a:lnTo>
                    <a:pt x="12317" y="1408"/>
                  </a:lnTo>
                  <a:lnTo>
                    <a:pt x="12405" y="1277"/>
                  </a:lnTo>
                  <a:lnTo>
                    <a:pt x="12493" y="1145"/>
                  </a:lnTo>
                  <a:lnTo>
                    <a:pt x="12625" y="1013"/>
                  </a:lnTo>
                  <a:lnTo>
                    <a:pt x="12757" y="969"/>
                  </a:lnTo>
                  <a:lnTo>
                    <a:pt x="12889" y="881"/>
                  </a:lnTo>
                  <a:lnTo>
                    <a:pt x="13065" y="837"/>
                  </a:lnTo>
                  <a:close/>
                  <a:moveTo>
                    <a:pt x="11394" y="2596"/>
                  </a:moveTo>
                  <a:lnTo>
                    <a:pt x="11394" y="12186"/>
                  </a:lnTo>
                  <a:lnTo>
                    <a:pt x="11438" y="12318"/>
                  </a:lnTo>
                  <a:lnTo>
                    <a:pt x="11526" y="12450"/>
                  </a:lnTo>
                  <a:lnTo>
                    <a:pt x="11614" y="12582"/>
                  </a:lnTo>
                  <a:lnTo>
                    <a:pt x="11790" y="12626"/>
                  </a:lnTo>
                  <a:lnTo>
                    <a:pt x="11966" y="12582"/>
                  </a:lnTo>
                  <a:lnTo>
                    <a:pt x="12141" y="12494"/>
                  </a:lnTo>
                  <a:lnTo>
                    <a:pt x="12229" y="12362"/>
                  </a:lnTo>
                  <a:lnTo>
                    <a:pt x="12273" y="12186"/>
                  </a:lnTo>
                  <a:lnTo>
                    <a:pt x="12273" y="12010"/>
                  </a:lnTo>
                  <a:lnTo>
                    <a:pt x="12361" y="11834"/>
                  </a:lnTo>
                  <a:lnTo>
                    <a:pt x="12405" y="11702"/>
                  </a:lnTo>
                  <a:lnTo>
                    <a:pt x="12537" y="11570"/>
                  </a:lnTo>
                  <a:lnTo>
                    <a:pt x="12669" y="11438"/>
                  </a:lnTo>
                  <a:lnTo>
                    <a:pt x="12801" y="11394"/>
                  </a:lnTo>
                  <a:lnTo>
                    <a:pt x="12977" y="11306"/>
                  </a:lnTo>
                  <a:lnTo>
                    <a:pt x="13153" y="11306"/>
                  </a:lnTo>
                  <a:lnTo>
                    <a:pt x="13329" y="11350"/>
                  </a:lnTo>
                  <a:lnTo>
                    <a:pt x="13505" y="11394"/>
                  </a:lnTo>
                  <a:lnTo>
                    <a:pt x="13637" y="11482"/>
                  </a:lnTo>
                  <a:lnTo>
                    <a:pt x="13769" y="11570"/>
                  </a:lnTo>
                  <a:lnTo>
                    <a:pt x="13901" y="11746"/>
                  </a:lnTo>
                  <a:lnTo>
                    <a:pt x="13945" y="11878"/>
                  </a:lnTo>
                  <a:lnTo>
                    <a:pt x="13989" y="12054"/>
                  </a:lnTo>
                  <a:lnTo>
                    <a:pt x="14033" y="12230"/>
                  </a:lnTo>
                  <a:lnTo>
                    <a:pt x="13989" y="12406"/>
                  </a:lnTo>
                  <a:lnTo>
                    <a:pt x="13901" y="12582"/>
                  </a:lnTo>
                  <a:lnTo>
                    <a:pt x="13857" y="12713"/>
                  </a:lnTo>
                  <a:lnTo>
                    <a:pt x="13725" y="12801"/>
                  </a:lnTo>
                  <a:lnTo>
                    <a:pt x="13593" y="12933"/>
                  </a:lnTo>
                  <a:lnTo>
                    <a:pt x="13461" y="12977"/>
                  </a:lnTo>
                  <a:lnTo>
                    <a:pt x="13285" y="13021"/>
                  </a:lnTo>
                  <a:lnTo>
                    <a:pt x="13109" y="13065"/>
                  </a:lnTo>
                  <a:lnTo>
                    <a:pt x="880" y="13065"/>
                  </a:lnTo>
                  <a:lnTo>
                    <a:pt x="880" y="2596"/>
                  </a:lnTo>
                  <a:close/>
                  <a:moveTo>
                    <a:pt x="12845" y="1"/>
                  </a:moveTo>
                  <a:lnTo>
                    <a:pt x="12537" y="89"/>
                  </a:lnTo>
                  <a:lnTo>
                    <a:pt x="12229" y="265"/>
                  </a:lnTo>
                  <a:lnTo>
                    <a:pt x="11922" y="485"/>
                  </a:lnTo>
                  <a:lnTo>
                    <a:pt x="11702" y="749"/>
                  </a:lnTo>
                  <a:lnTo>
                    <a:pt x="11526" y="1013"/>
                  </a:lnTo>
                  <a:lnTo>
                    <a:pt x="11438" y="1365"/>
                  </a:lnTo>
                  <a:lnTo>
                    <a:pt x="11394" y="1716"/>
                  </a:lnTo>
                  <a:lnTo>
                    <a:pt x="441" y="1716"/>
                  </a:lnTo>
                  <a:lnTo>
                    <a:pt x="265" y="1760"/>
                  </a:lnTo>
                  <a:lnTo>
                    <a:pt x="133" y="1848"/>
                  </a:lnTo>
                  <a:lnTo>
                    <a:pt x="45" y="1980"/>
                  </a:lnTo>
                  <a:lnTo>
                    <a:pt x="1" y="2156"/>
                  </a:lnTo>
                  <a:lnTo>
                    <a:pt x="1" y="13505"/>
                  </a:lnTo>
                  <a:lnTo>
                    <a:pt x="45" y="13637"/>
                  </a:lnTo>
                  <a:lnTo>
                    <a:pt x="133" y="13813"/>
                  </a:lnTo>
                  <a:lnTo>
                    <a:pt x="265" y="13901"/>
                  </a:lnTo>
                  <a:lnTo>
                    <a:pt x="13505" y="13901"/>
                  </a:lnTo>
                  <a:lnTo>
                    <a:pt x="13813" y="13769"/>
                  </a:lnTo>
                  <a:lnTo>
                    <a:pt x="14121" y="13637"/>
                  </a:lnTo>
                  <a:lnTo>
                    <a:pt x="14385" y="13417"/>
                  </a:lnTo>
                  <a:lnTo>
                    <a:pt x="14605" y="13153"/>
                  </a:lnTo>
                  <a:lnTo>
                    <a:pt x="14737" y="12845"/>
                  </a:lnTo>
                  <a:lnTo>
                    <a:pt x="14869" y="12538"/>
                  </a:lnTo>
                  <a:lnTo>
                    <a:pt x="14869" y="12186"/>
                  </a:lnTo>
                  <a:lnTo>
                    <a:pt x="14869" y="1760"/>
                  </a:lnTo>
                  <a:lnTo>
                    <a:pt x="14869" y="1408"/>
                  </a:lnTo>
                  <a:lnTo>
                    <a:pt x="14737" y="1101"/>
                  </a:lnTo>
                  <a:lnTo>
                    <a:pt x="14605" y="793"/>
                  </a:lnTo>
                  <a:lnTo>
                    <a:pt x="14385" y="529"/>
                  </a:lnTo>
                  <a:lnTo>
                    <a:pt x="14165" y="309"/>
                  </a:lnTo>
                  <a:lnTo>
                    <a:pt x="13901" y="133"/>
                  </a:lnTo>
                  <a:lnTo>
                    <a:pt x="13549" y="45"/>
                  </a:lnTo>
                  <a:lnTo>
                    <a:pt x="1324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50"/>
            <p:cNvSpPr/>
            <p:nvPr/>
          </p:nvSpPr>
          <p:spPr>
            <a:xfrm>
              <a:off x="2577461" y="1365218"/>
              <a:ext cx="202943" cy="202966"/>
            </a:xfrm>
            <a:custGeom>
              <a:avLst/>
              <a:gdLst/>
              <a:ahLst/>
              <a:cxnLst/>
              <a:rect l="l" t="t" r="r" b="b"/>
              <a:pathLst>
                <a:path w="8710" h="8711" extrusionOk="0">
                  <a:moveTo>
                    <a:pt x="3475" y="881"/>
                  </a:moveTo>
                  <a:lnTo>
                    <a:pt x="3475" y="2596"/>
                  </a:lnTo>
                  <a:lnTo>
                    <a:pt x="836" y="2596"/>
                  </a:lnTo>
                  <a:lnTo>
                    <a:pt x="836" y="881"/>
                  </a:lnTo>
                  <a:close/>
                  <a:moveTo>
                    <a:pt x="1716" y="6071"/>
                  </a:moveTo>
                  <a:lnTo>
                    <a:pt x="1716" y="7831"/>
                  </a:lnTo>
                  <a:lnTo>
                    <a:pt x="836" y="7831"/>
                  </a:lnTo>
                  <a:lnTo>
                    <a:pt x="836" y="6071"/>
                  </a:lnTo>
                  <a:close/>
                  <a:moveTo>
                    <a:pt x="6071" y="881"/>
                  </a:moveTo>
                  <a:lnTo>
                    <a:pt x="6071" y="4356"/>
                  </a:lnTo>
                  <a:lnTo>
                    <a:pt x="3915" y="4356"/>
                  </a:lnTo>
                  <a:lnTo>
                    <a:pt x="3739" y="4400"/>
                  </a:lnTo>
                  <a:lnTo>
                    <a:pt x="3607" y="4488"/>
                  </a:lnTo>
                  <a:lnTo>
                    <a:pt x="3519" y="4620"/>
                  </a:lnTo>
                  <a:lnTo>
                    <a:pt x="3475" y="4796"/>
                  </a:lnTo>
                  <a:lnTo>
                    <a:pt x="3475" y="7831"/>
                  </a:lnTo>
                  <a:lnTo>
                    <a:pt x="2595" y="7831"/>
                  </a:lnTo>
                  <a:lnTo>
                    <a:pt x="2595" y="5675"/>
                  </a:lnTo>
                  <a:lnTo>
                    <a:pt x="2552" y="5499"/>
                  </a:lnTo>
                  <a:lnTo>
                    <a:pt x="2464" y="5368"/>
                  </a:lnTo>
                  <a:lnTo>
                    <a:pt x="2332" y="5236"/>
                  </a:lnTo>
                  <a:lnTo>
                    <a:pt x="836" y="5236"/>
                  </a:lnTo>
                  <a:lnTo>
                    <a:pt x="836" y="3476"/>
                  </a:lnTo>
                  <a:lnTo>
                    <a:pt x="3915" y="3476"/>
                  </a:lnTo>
                  <a:lnTo>
                    <a:pt x="4091" y="3432"/>
                  </a:lnTo>
                  <a:lnTo>
                    <a:pt x="4223" y="3344"/>
                  </a:lnTo>
                  <a:lnTo>
                    <a:pt x="4311" y="3212"/>
                  </a:lnTo>
                  <a:lnTo>
                    <a:pt x="4355" y="3036"/>
                  </a:lnTo>
                  <a:lnTo>
                    <a:pt x="4355" y="881"/>
                  </a:lnTo>
                  <a:close/>
                  <a:moveTo>
                    <a:pt x="7830" y="881"/>
                  </a:moveTo>
                  <a:lnTo>
                    <a:pt x="7830" y="6071"/>
                  </a:lnTo>
                  <a:lnTo>
                    <a:pt x="6510" y="6071"/>
                  </a:lnTo>
                  <a:lnTo>
                    <a:pt x="6335" y="6115"/>
                  </a:lnTo>
                  <a:lnTo>
                    <a:pt x="6203" y="6203"/>
                  </a:lnTo>
                  <a:lnTo>
                    <a:pt x="6115" y="6379"/>
                  </a:lnTo>
                  <a:lnTo>
                    <a:pt x="6071" y="6511"/>
                  </a:lnTo>
                  <a:lnTo>
                    <a:pt x="6071" y="7831"/>
                  </a:lnTo>
                  <a:lnTo>
                    <a:pt x="4355" y="7831"/>
                  </a:lnTo>
                  <a:lnTo>
                    <a:pt x="4355" y="5236"/>
                  </a:lnTo>
                  <a:lnTo>
                    <a:pt x="6510" y="5236"/>
                  </a:lnTo>
                  <a:lnTo>
                    <a:pt x="6686" y="5192"/>
                  </a:lnTo>
                  <a:lnTo>
                    <a:pt x="6818" y="5104"/>
                  </a:lnTo>
                  <a:lnTo>
                    <a:pt x="6906" y="4972"/>
                  </a:lnTo>
                  <a:lnTo>
                    <a:pt x="6950" y="4796"/>
                  </a:lnTo>
                  <a:lnTo>
                    <a:pt x="6950" y="881"/>
                  </a:lnTo>
                  <a:close/>
                  <a:moveTo>
                    <a:pt x="7830" y="6951"/>
                  </a:moveTo>
                  <a:lnTo>
                    <a:pt x="7830" y="7831"/>
                  </a:lnTo>
                  <a:lnTo>
                    <a:pt x="6950" y="7831"/>
                  </a:lnTo>
                  <a:lnTo>
                    <a:pt x="6950" y="6951"/>
                  </a:lnTo>
                  <a:close/>
                  <a:moveTo>
                    <a:pt x="440" y="1"/>
                  </a:moveTo>
                  <a:lnTo>
                    <a:pt x="264" y="45"/>
                  </a:lnTo>
                  <a:lnTo>
                    <a:pt x="132" y="133"/>
                  </a:lnTo>
                  <a:lnTo>
                    <a:pt x="0" y="265"/>
                  </a:lnTo>
                  <a:lnTo>
                    <a:pt x="0" y="441"/>
                  </a:lnTo>
                  <a:lnTo>
                    <a:pt x="0" y="8271"/>
                  </a:lnTo>
                  <a:lnTo>
                    <a:pt x="0" y="8447"/>
                  </a:lnTo>
                  <a:lnTo>
                    <a:pt x="132" y="8579"/>
                  </a:lnTo>
                  <a:lnTo>
                    <a:pt x="264" y="8667"/>
                  </a:lnTo>
                  <a:lnTo>
                    <a:pt x="440" y="8711"/>
                  </a:lnTo>
                  <a:lnTo>
                    <a:pt x="8270" y="8711"/>
                  </a:lnTo>
                  <a:lnTo>
                    <a:pt x="8446" y="8667"/>
                  </a:lnTo>
                  <a:lnTo>
                    <a:pt x="8578" y="8579"/>
                  </a:lnTo>
                  <a:lnTo>
                    <a:pt x="8666" y="8447"/>
                  </a:lnTo>
                  <a:lnTo>
                    <a:pt x="8710" y="8271"/>
                  </a:lnTo>
                  <a:lnTo>
                    <a:pt x="8710" y="441"/>
                  </a:lnTo>
                  <a:lnTo>
                    <a:pt x="8666" y="265"/>
                  </a:lnTo>
                  <a:lnTo>
                    <a:pt x="8578" y="133"/>
                  </a:lnTo>
                  <a:lnTo>
                    <a:pt x="8446" y="45"/>
                  </a:lnTo>
                  <a:lnTo>
                    <a:pt x="827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64" name="Google Shape;664;p50"/>
          <p:cNvGrpSpPr/>
          <p:nvPr/>
        </p:nvGrpSpPr>
        <p:grpSpPr>
          <a:xfrm>
            <a:off x="4340937" y="1962699"/>
            <a:ext cx="462106" cy="463512"/>
            <a:chOff x="3192418" y="1272997"/>
            <a:chExt cx="345422" cy="346448"/>
          </a:xfrm>
        </p:grpSpPr>
        <p:sp>
          <p:nvSpPr>
            <p:cNvPr id="665" name="Google Shape;665;p50"/>
            <p:cNvSpPr/>
            <p:nvPr/>
          </p:nvSpPr>
          <p:spPr>
            <a:xfrm>
              <a:off x="3192418" y="1272997"/>
              <a:ext cx="345422" cy="346448"/>
            </a:xfrm>
            <a:custGeom>
              <a:avLst/>
              <a:gdLst/>
              <a:ahLst/>
              <a:cxnLst/>
              <a:rect l="l" t="t" r="r" b="b"/>
              <a:pathLst>
                <a:path w="14825" h="14869" extrusionOk="0">
                  <a:moveTo>
                    <a:pt x="11789" y="2639"/>
                  </a:moveTo>
                  <a:lnTo>
                    <a:pt x="11921" y="2683"/>
                  </a:lnTo>
                  <a:lnTo>
                    <a:pt x="12097" y="2771"/>
                  </a:lnTo>
                  <a:lnTo>
                    <a:pt x="12185" y="2903"/>
                  </a:lnTo>
                  <a:lnTo>
                    <a:pt x="12185" y="3079"/>
                  </a:lnTo>
                  <a:lnTo>
                    <a:pt x="12185" y="11789"/>
                  </a:lnTo>
                  <a:lnTo>
                    <a:pt x="12185" y="11965"/>
                  </a:lnTo>
                  <a:lnTo>
                    <a:pt x="12097" y="12097"/>
                  </a:lnTo>
                  <a:lnTo>
                    <a:pt x="11921" y="12185"/>
                  </a:lnTo>
                  <a:lnTo>
                    <a:pt x="11789" y="12229"/>
                  </a:lnTo>
                  <a:lnTo>
                    <a:pt x="3080" y="12229"/>
                  </a:lnTo>
                  <a:lnTo>
                    <a:pt x="2904" y="12185"/>
                  </a:lnTo>
                  <a:lnTo>
                    <a:pt x="2772" y="12097"/>
                  </a:lnTo>
                  <a:lnTo>
                    <a:pt x="2640" y="11965"/>
                  </a:lnTo>
                  <a:lnTo>
                    <a:pt x="2640" y="11789"/>
                  </a:lnTo>
                  <a:lnTo>
                    <a:pt x="2640" y="3079"/>
                  </a:lnTo>
                  <a:lnTo>
                    <a:pt x="2640" y="2903"/>
                  </a:lnTo>
                  <a:lnTo>
                    <a:pt x="2772" y="2771"/>
                  </a:lnTo>
                  <a:lnTo>
                    <a:pt x="2904" y="2683"/>
                  </a:lnTo>
                  <a:lnTo>
                    <a:pt x="3080" y="2639"/>
                  </a:lnTo>
                  <a:close/>
                  <a:moveTo>
                    <a:pt x="3959" y="0"/>
                  </a:moveTo>
                  <a:lnTo>
                    <a:pt x="3783" y="44"/>
                  </a:lnTo>
                  <a:lnTo>
                    <a:pt x="3651" y="132"/>
                  </a:lnTo>
                  <a:lnTo>
                    <a:pt x="3519" y="264"/>
                  </a:lnTo>
                  <a:lnTo>
                    <a:pt x="3475" y="440"/>
                  </a:lnTo>
                  <a:lnTo>
                    <a:pt x="3475" y="1760"/>
                  </a:lnTo>
                  <a:lnTo>
                    <a:pt x="3080" y="1760"/>
                  </a:lnTo>
                  <a:lnTo>
                    <a:pt x="2816" y="1804"/>
                  </a:lnTo>
                  <a:lnTo>
                    <a:pt x="2552" y="1891"/>
                  </a:lnTo>
                  <a:lnTo>
                    <a:pt x="2332" y="1979"/>
                  </a:lnTo>
                  <a:lnTo>
                    <a:pt x="2156" y="2155"/>
                  </a:lnTo>
                  <a:lnTo>
                    <a:pt x="1980" y="2331"/>
                  </a:lnTo>
                  <a:lnTo>
                    <a:pt x="1848" y="2551"/>
                  </a:lnTo>
                  <a:lnTo>
                    <a:pt x="1760" y="2815"/>
                  </a:lnTo>
                  <a:lnTo>
                    <a:pt x="1760" y="3079"/>
                  </a:lnTo>
                  <a:lnTo>
                    <a:pt x="1760" y="3519"/>
                  </a:lnTo>
                  <a:lnTo>
                    <a:pt x="440" y="3519"/>
                  </a:lnTo>
                  <a:lnTo>
                    <a:pt x="264" y="3563"/>
                  </a:lnTo>
                  <a:lnTo>
                    <a:pt x="132" y="3607"/>
                  </a:lnTo>
                  <a:lnTo>
                    <a:pt x="44" y="3739"/>
                  </a:lnTo>
                  <a:lnTo>
                    <a:pt x="0" y="3915"/>
                  </a:lnTo>
                  <a:lnTo>
                    <a:pt x="0" y="4091"/>
                  </a:lnTo>
                  <a:lnTo>
                    <a:pt x="88" y="4223"/>
                  </a:lnTo>
                  <a:lnTo>
                    <a:pt x="220" y="4355"/>
                  </a:lnTo>
                  <a:lnTo>
                    <a:pt x="396" y="4399"/>
                  </a:lnTo>
                  <a:lnTo>
                    <a:pt x="1760" y="4399"/>
                  </a:lnTo>
                  <a:lnTo>
                    <a:pt x="1760" y="5279"/>
                  </a:lnTo>
                  <a:lnTo>
                    <a:pt x="264" y="5279"/>
                  </a:lnTo>
                  <a:lnTo>
                    <a:pt x="132" y="5367"/>
                  </a:lnTo>
                  <a:lnTo>
                    <a:pt x="44" y="5499"/>
                  </a:lnTo>
                  <a:lnTo>
                    <a:pt x="0" y="5631"/>
                  </a:lnTo>
                  <a:lnTo>
                    <a:pt x="0" y="5850"/>
                  </a:lnTo>
                  <a:lnTo>
                    <a:pt x="88" y="5982"/>
                  </a:lnTo>
                  <a:lnTo>
                    <a:pt x="220" y="6070"/>
                  </a:lnTo>
                  <a:lnTo>
                    <a:pt x="396" y="6114"/>
                  </a:lnTo>
                  <a:lnTo>
                    <a:pt x="1760" y="6114"/>
                  </a:lnTo>
                  <a:lnTo>
                    <a:pt x="1760" y="6994"/>
                  </a:lnTo>
                  <a:lnTo>
                    <a:pt x="440" y="6994"/>
                  </a:lnTo>
                  <a:lnTo>
                    <a:pt x="264" y="7038"/>
                  </a:lnTo>
                  <a:lnTo>
                    <a:pt x="132" y="7126"/>
                  </a:lnTo>
                  <a:lnTo>
                    <a:pt x="44" y="7214"/>
                  </a:lnTo>
                  <a:lnTo>
                    <a:pt x="0" y="7390"/>
                  </a:lnTo>
                  <a:lnTo>
                    <a:pt x="0" y="7566"/>
                  </a:lnTo>
                  <a:lnTo>
                    <a:pt x="88" y="7742"/>
                  </a:lnTo>
                  <a:lnTo>
                    <a:pt x="220" y="7830"/>
                  </a:lnTo>
                  <a:lnTo>
                    <a:pt x="396" y="7874"/>
                  </a:lnTo>
                  <a:lnTo>
                    <a:pt x="1760" y="7874"/>
                  </a:lnTo>
                  <a:lnTo>
                    <a:pt x="1760" y="8754"/>
                  </a:lnTo>
                  <a:lnTo>
                    <a:pt x="264" y="8754"/>
                  </a:lnTo>
                  <a:lnTo>
                    <a:pt x="132" y="8842"/>
                  </a:lnTo>
                  <a:lnTo>
                    <a:pt x="44" y="8974"/>
                  </a:lnTo>
                  <a:lnTo>
                    <a:pt x="0" y="9150"/>
                  </a:lnTo>
                  <a:lnTo>
                    <a:pt x="0" y="9326"/>
                  </a:lnTo>
                  <a:lnTo>
                    <a:pt x="88" y="9457"/>
                  </a:lnTo>
                  <a:lnTo>
                    <a:pt x="220" y="9589"/>
                  </a:lnTo>
                  <a:lnTo>
                    <a:pt x="396" y="9633"/>
                  </a:lnTo>
                  <a:lnTo>
                    <a:pt x="1760" y="9633"/>
                  </a:lnTo>
                  <a:lnTo>
                    <a:pt x="1760" y="10469"/>
                  </a:lnTo>
                  <a:lnTo>
                    <a:pt x="440" y="10469"/>
                  </a:lnTo>
                  <a:lnTo>
                    <a:pt x="264" y="10513"/>
                  </a:lnTo>
                  <a:lnTo>
                    <a:pt x="132" y="10601"/>
                  </a:lnTo>
                  <a:lnTo>
                    <a:pt x="44" y="10733"/>
                  </a:lnTo>
                  <a:lnTo>
                    <a:pt x="0" y="10865"/>
                  </a:lnTo>
                  <a:lnTo>
                    <a:pt x="0" y="11041"/>
                  </a:lnTo>
                  <a:lnTo>
                    <a:pt x="88" y="11217"/>
                  </a:lnTo>
                  <a:lnTo>
                    <a:pt x="220" y="11305"/>
                  </a:lnTo>
                  <a:lnTo>
                    <a:pt x="396" y="11349"/>
                  </a:lnTo>
                  <a:lnTo>
                    <a:pt x="1760" y="11349"/>
                  </a:lnTo>
                  <a:lnTo>
                    <a:pt x="1760" y="11789"/>
                  </a:lnTo>
                  <a:lnTo>
                    <a:pt x="1760" y="12053"/>
                  </a:lnTo>
                  <a:lnTo>
                    <a:pt x="1848" y="12317"/>
                  </a:lnTo>
                  <a:lnTo>
                    <a:pt x="1980" y="12537"/>
                  </a:lnTo>
                  <a:lnTo>
                    <a:pt x="2156" y="12713"/>
                  </a:lnTo>
                  <a:lnTo>
                    <a:pt x="2332" y="12889"/>
                  </a:lnTo>
                  <a:lnTo>
                    <a:pt x="2552" y="12977"/>
                  </a:lnTo>
                  <a:lnTo>
                    <a:pt x="2816" y="13065"/>
                  </a:lnTo>
                  <a:lnTo>
                    <a:pt x="3080" y="13109"/>
                  </a:lnTo>
                  <a:lnTo>
                    <a:pt x="3475" y="13109"/>
                  </a:lnTo>
                  <a:lnTo>
                    <a:pt x="3475" y="14428"/>
                  </a:lnTo>
                  <a:lnTo>
                    <a:pt x="3519" y="14604"/>
                  </a:lnTo>
                  <a:lnTo>
                    <a:pt x="3607" y="14736"/>
                  </a:lnTo>
                  <a:lnTo>
                    <a:pt x="3739" y="14824"/>
                  </a:lnTo>
                  <a:lnTo>
                    <a:pt x="3871" y="14868"/>
                  </a:lnTo>
                  <a:lnTo>
                    <a:pt x="4047" y="14868"/>
                  </a:lnTo>
                  <a:lnTo>
                    <a:pt x="4223" y="14780"/>
                  </a:lnTo>
                  <a:lnTo>
                    <a:pt x="4311" y="14604"/>
                  </a:lnTo>
                  <a:lnTo>
                    <a:pt x="4355" y="14428"/>
                  </a:lnTo>
                  <a:lnTo>
                    <a:pt x="4355" y="13109"/>
                  </a:lnTo>
                  <a:lnTo>
                    <a:pt x="5235" y="13109"/>
                  </a:lnTo>
                  <a:lnTo>
                    <a:pt x="5235" y="14428"/>
                  </a:lnTo>
                  <a:lnTo>
                    <a:pt x="5279" y="14604"/>
                  </a:lnTo>
                  <a:lnTo>
                    <a:pt x="5367" y="14736"/>
                  </a:lnTo>
                  <a:lnTo>
                    <a:pt x="5455" y="14824"/>
                  </a:lnTo>
                  <a:lnTo>
                    <a:pt x="5631" y="14868"/>
                  </a:lnTo>
                  <a:lnTo>
                    <a:pt x="5807" y="14868"/>
                  </a:lnTo>
                  <a:lnTo>
                    <a:pt x="5983" y="14780"/>
                  </a:lnTo>
                  <a:lnTo>
                    <a:pt x="6071" y="14604"/>
                  </a:lnTo>
                  <a:lnTo>
                    <a:pt x="6115" y="14428"/>
                  </a:lnTo>
                  <a:lnTo>
                    <a:pt x="6115" y="13109"/>
                  </a:lnTo>
                  <a:lnTo>
                    <a:pt x="6995" y="13109"/>
                  </a:lnTo>
                  <a:lnTo>
                    <a:pt x="6995" y="14428"/>
                  </a:lnTo>
                  <a:lnTo>
                    <a:pt x="6995" y="14604"/>
                  </a:lnTo>
                  <a:lnTo>
                    <a:pt x="7083" y="14736"/>
                  </a:lnTo>
                  <a:lnTo>
                    <a:pt x="7214" y="14824"/>
                  </a:lnTo>
                  <a:lnTo>
                    <a:pt x="7346" y="14868"/>
                  </a:lnTo>
                  <a:lnTo>
                    <a:pt x="7566" y="14868"/>
                  </a:lnTo>
                  <a:lnTo>
                    <a:pt x="7698" y="14780"/>
                  </a:lnTo>
                  <a:lnTo>
                    <a:pt x="7830" y="14604"/>
                  </a:lnTo>
                  <a:lnTo>
                    <a:pt x="7830" y="14428"/>
                  </a:lnTo>
                  <a:lnTo>
                    <a:pt x="7830" y="13109"/>
                  </a:lnTo>
                  <a:lnTo>
                    <a:pt x="8710" y="13109"/>
                  </a:lnTo>
                  <a:lnTo>
                    <a:pt x="8710" y="14428"/>
                  </a:lnTo>
                  <a:lnTo>
                    <a:pt x="8754" y="14604"/>
                  </a:lnTo>
                  <a:lnTo>
                    <a:pt x="8842" y="14736"/>
                  </a:lnTo>
                  <a:lnTo>
                    <a:pt x="8974" y="14824"/>
                  </a:lnTo>
                  <a:lnTo>
                    <a:pt x="9106" y="14868"/>
                  </a:lnTo>
                  <a:lnTo>
                    <a:pt x="9282" y="14868"/>
                  </a:lnTo>
                  <a:lnTo>
                    <a:pt x="9458" y="14780"/>
                  </a:lnTo>
                  <a:lnTo>
                    <a:pt x="9546" y="14604"/>
                  </a:lnTo>
                  <a:lnTo>
                    <a:pt x="9590" y="14428"/>
                  </a:lnTo>
                  <a:lnTo>
                    <a:pt x="9590" y="13109"/>
                  </a:lnTo>
                  <a:lnTo>
                    <a:pt x="10470" y="13109"/>
                  </a:lnTo>
                  <a:lnTo>
                    <a:pt x="10470" y="14428"/>
                  </a:lnTo>
                  <a:lnTo>
                    <a:pt x="10514" y="14604"/>
                  </a:lnTo>
                  <a:lnTo>
                    <a:pt x="10558" y="14736"/>
                  </a:lnTo>
                  <a:lnTo>
                    <a:pt x="10690" y="14824"/>
                  </a:lnTo>
                  <a:lnTo>
                    <a:pt x="10866" y="14868"/>
                  </a:lnTo>
                  <a:lnTo>
                    <a:pt x="11041" y="14868"/>
                  </a:lnTo>
                  <a:lnTo>
                    <a:pt x="11173" y="14780"/>
                  </a:lnTo>
                  <a:lnTo>
                    <a:pt x="11305" y="14604"/>
                  </a:lnTo>
                  <a:lnTo>
                    <a:pt x="11349" y="14428"/>
                  </a:lnTo>
                  <a:lnTo>
                    <a:pt x="11349" y="13109"/>
                  </a:lnTo>
                  <a:lnTo>
                    <a:pt x="11789" y="13109"/>
                  </a:lnTo>
                  <a:lnTo>
                    <a:pt x="12053" y="13065"/>
                  </a:lnTo>
                  <a:lnTo>
                    <a:pt x="12273" y="12977"/>
                  </a:lnTo>
                  <a:lnTo>
                    <a:pt x="12493" y="12889"/>
                  </a:lnTo>
                  <a:lnTo>
                    <a:pt x="12713" y="12713"/>
                  </a:lnTo>
                  <a:lnTo>
                    <a:pt x="12845" y="12537"/>
                  </a:lnTo>
                  <a:lnTo>
                    <a:pt x="12977" y="12317"/>
                  </a:lnTo>
                  <a:lnTo>
                    <a:pt x="13065" y="12053"/>
                  </a:lnTo>
                  <a:lnTo>
                    <a:pt x="13065" y="11789"/>
                  </a:lnTo>
                  <a:lnTo>
                    <a:pt x="13065" y="11349"/>
                  </a:lnTo>
                  <a:lnTo>
                    <a:pt x="14561" y="11349"/>
                  </a:lnTo>
                  <a:lnTo>
                    <a:pt x="14693" y="11261"/>
                  </a:lnTo>
                  <a:lnTo>
                    <a:pt x="14781" y="11129"/>
                  </a:lnTo>
                  <a:lnTo>
                    <a:pt x="14824" y="10953"/>
                  </a:lnTo>
                  <a:lnTo>
                    <a:pt x="14824" y="10777"/>
                  </a:lnTo>
                  <a:lnTo>
                    <a:pt x="14737" y="10645"/>
                  </a:lnTo>
                  <a:lnTo>
                    <a:pt x="14605" y="10513"/>
                  </a:lnTo>
                  <a:lnTo>
                    <a:pt x="14429" y="10469"/>
                  </a:lnTo>
                  <a:lnTo>
                    <a:pt x="13065" y="10469"/>
                  </a:lnTo>
                  <a:lnTo>
                    <a:pt x="13065" y="9633"/>
                  </a:lnTo>
                  <a:lnTo>
                    <a:pt x="14385" y="9633"/>
                  </a:lnTo>
                  <a:lnTo>
                    <a:pt x="14561" y="9589"/>
                  </a:lnTo>
                  <a:lnTo>
                    <a:pt x="14693" y="9501"/>
                  </a:lnTo>
                  <a:lnTo>
                    <a:pt x="14781" y="9370"/>
                  </a:lnTo>
                  <a:lnTo>
                    <a:pt x="14824" y="9238"/>
                  </a:lnTo>
                  <a:lnTo>
                    <a:pt x="14824" y="9062"/>
                  </a:lnTo>
                  <a:lnTo>
                    <a:pt x="14737" y="8886"/>
                  </a:lnTo>
                  <a:lnTo>
                    <a:pt x="14605" y="8798"/>
                  </a:lnTo>
                  <a:lnTo>
                    <a:pt x="14429" y="8754"/>
                  </a:lnTo>
                  <a:lnTo>
                    <a:pt x="13065" y="8754"/>
                  </a:lnTo>
                  <a:lnTo>
                    <a:pt x="13065" y="7874"/>
                  </a:lnTo>
                  <a:lnTo>
                    <a:pt x="14385" y="7874"/>
                  </a:lnTo>
                  <a:lnTo>
                    <a:pt x="14561" y="7830"/>
                  </a:lnTo>
                  <a:lnTo>
                    <a:pt x="14693" y="7742"/>
                  </a:lnTo>
                  <a:lnTo>
                    <a:pt x="14781" y="7654"/>
                  </a:lnTo>
                  <a:lnTo>
                    <a:pt x="14824" y="7478"/>
                  </a:lnTo>
                  <a:lnTo>
                    <a:pt x="14824" y="7302"/>
                  </a:lnTo>
                  <a:lnTo>
                    <a:pt x="14737" y="7126"/>
                  </a:lnTo>
                  <a:lnTo>
                    <a:pt x="14605" y="7038"/>
                  </a:lnTo>
                  <a:lnTo>
                    <a:pt x="14429" y="6994"/>
                  </a:lnTo>
                  <a:lnTo>
                    <a:pt x="13065" y="6994"/>
                  </a:lnTo>
                  <a:lnTo>
                    <a:pt x="13065" y="6114"/>
                  </a:lnTo>
                  <a:lnTo>
                    <a:pt x="14561" y="6114"/>
                  </a:lnTo>
                  <a:lnTo>
                    <a:pt x="14693" y="6026"/>
                  </a:lnTo>
                  <a:lnTo>
                    <a:pt x="14781" y="5894"/>
                  </a:lnTo>
                  <a:lnTo>
                    <a:pt x="14824" y="5762"/>
                  </a:lnTo>
                  <a:lnTo>
                    <a:pt x="14824" y="5543"/>
                  </a:lnTo>
                  <a:lnTo>
                    <a:pt x="14737" y="5411"/>
                  </a:lnTo>
                  <a:lnTo>
                    <a:pt x="14605" y="5279"/>
                  </a:lnTo>
                  <a:lnTo>
                    <a:pt x="13065" y="5279"/>
                  </a:lnTo>
                  <a:lnTo>
                    <a:pt x="13065" y="4399"/>
                  </a:lnTo>
                  <a:lnTo>
                    <a:pt x="14385" y="4399"/>
                  </a:lnTo>
                  <a:lnTo>
                    <a:pt x="14561" y="4355"/>
                  </a:lnTo>
                  <a:lnTo>
                    <a:pt x="14693" y="4267"/>
                  </a:lnTo>
                  <a:lnTo>
                    <a:pt x="14781" y="4135"/>
                  </a:lnTo>
                  <a:lnTo>
                    <a:pt x="14824" y="4003"/>
                  </a:lnTo>
                  <a:lnTo>
                    <a:pt x="14824" y="3827"/>
                  </a:lnTo>
                  <a:lnTo>
                    <a:pt x="14737" y="3651"/>
                  </a:lnTo>
                  <a:lnTo>
                    <a:pt x="14605" y="3563"/>
                  </a:lnTo>
                  <a:lnTo>
                    <a:pt x="14429" y="3519"/>
                  </a:lnTo>
                  <a:lnTo>
                    <a:pt x="13065" y="3519"/>
                  </a:lnTo>
                  <a:lnTo>
                    <a:pt x="13065" y="3079"/>
                  </a:lnTo>
                  <a:lnTo>
                    <a:pt x="13065" y="2815"/>
                  </a:lnTo>
                  <a:lnTo>
                    <a:pt x="12977" y="2551"/>
                  </a:lnTo>
                  <a:lnTo>
                    <a:pt x="12845" y="2331"/>
                  </a:lnTo>
                  <a:lnTo>
                    <a:pt x="12713" y="2155"/>
                  </a:lnTo>
                  <a:lnTo>
                    <a:pt x="12493" y="1979"/>
                  </a:lnTo>
                  <a:lnTo>
                    <a:pt x="12273" y="1891"/>
                  </a:lnTo>
                  <a:lnTo>
                    <a:pt x="12053" y="1804"/>
                  </a:lnTo>
                  <a:lnTo>
                    <a:pt x="11789" y="1760"/>
                  </a:lnTo>
                  <a:lnTo>
                    <a:pt x="11349" y="1760"/>
                  </a:lnTo>
                  <a:lnTo>
                    <a:pt x="11349" y="440"/>
                  </a:lnTo>
                  <a:lnTo>
                    <a:pt x="11305" y="308"/>
                  </a:lnTo>
                  <a:lnTo>
                    <a:pt x="11217" y="132"/>
                  </a:lnTo>
                  <a:lnTo>
                    <a:pt x="11085" y="44"/>
                  </a:lnTo>
                  <a:lnTo>
                    <a:pt x="10954" y="0"/>
                  </a:lnTo>
                  <a:lnTo>
                    <a:pt x="10778" y="44"/>
                  </a:lnTo>
                  <a:lnTo>
                    <a:pt x="10602" y="132"/>
                  </a:lnTo>
                  <a:lnTo>
                    <a:pt x="10514" y="264"/>
                  </a:lnTo>
                  <a:lnTo>
                    <a:pt x="10470" y="440"/>
                  </a:lnTo>
                  <a:lnTo>
                    <a:pt x="10470" y="1760"/>
                  </a:lnTo>
                  <a:lnTo>
                    <a:pt x="9590" y="1760"/>
                  </a:lnTo>
                  <a:lnTo>
                    <a:pt x="9590" y="440"/>
                  </a:lnTo>
                  <a:lnTo>
                    <a:pt x="9546" y="308"/>
                  </a:lnTo>
                  <a:lnTo>
                    <a:pt x="9502" y="132"/>
                  </a:lnTo>
                  <a:lnTo>
                    <a:pt x="9370" y="44"/>
                  </a:lnTo>
                  <a:lnTo>
                    <a:pt x="9194" y="0"/>
                  </a:lnTo>
                  <a:lnTo>
                    <a:pt x="9018" y="44"/>
                  </a:lnTo>
                  <a:lnTo>
                    <a:pt x="8886" y="132"/>
                  </a:lnTo>
                  <a:lnTo>
                    <a:pt x="8754" y="264"/>
                  </a:lnTo>
                  <a:lnTo>
                    <a:pt x="8710" y="440"/>
                  </a:lnTo>
                  <a:lnTo>
                    <a:pt x="8710" y="1760"/>
                  </a:lnTo>
                  <a:lnTo>
                    <a:pt x="7830" y="1760"/>
                  </a:lnTo>
                  <a:lnTo>
                    <a:pt x="7830" y="440"/>
                  </a:lnTo>
                  <a:lnTo>
                    <a:pt x="7830" y="308"/>
                  </a:lnTo>
                  <a:lnTo>
                    <a:pt x="7742" y="132"/>
                  </a:lnTo>
                  <a:lnTo>
                    <a:pt x="7610" y="44"/>
                  </a:lnTo>
                  <a:lnTo>
                    <a:pt x="7478" y="0"/>
                  </a:lnTo>
                  <a:lnTo>
                    <a:pt x="7258" y="44"/>
                  </a:lnTo>
                  <a:lnTo>
                    <a:pt x="7126" y="132"/>
                  </a:lnTo>
                  <a:lnTo>
                    <a:pt x="7039" y="264"/>
                  </a:lnTo>
                  <a:lnTo>
                    <a:pt x="6995" y="440"/>
                  </a:lnTo>
                  <a:lnTo>
                    <a:pt x="6995" y="1760"/>
                  </a:lnTo>
                  <a:lnTo>
                    <a:pt x="6115" y="1760"/>
                  </a:lnTo>
                  <a:lnTo>
                    <a:pt x="6115" y="440"/>
                  </a:lnTo>
                  <a:lnTo>
                    <a:pt x="6071" y="308"/>
                  </a:lnTo>
                  <a:lnTo>
                    <a:pt x="5983" y="132"/>
                  </a:lnTo>
                  <a:lnTo>
                    <a:pt x="5895" y="44"/>
                  </a:lnTo>
                  <a:lnTo>
                    <a:pt x="5719" y="0"/>
                  </a:lnTo>
                  <a:lnTo>
                    <a:pt x="5543" y="44"/>
                  </a:lnTo>
                  <a:lnTo>
                    <a:pt x="5367" y="132"/>
                  </a:lnTo>
                  <a:lnTo>
                    <a:pt x="5279" y="264"/>
                  </a:lnTo>
                  <a:lnTo>
                    <a:pt x="5235" y="440"/>
                  </a:lnTo>
                  <a:lnTo>
                    <a:pt x="5235" y="1760"/>
                  </a:lnTo>
                  <a:lnTo>
                    <a:pt x="4355" y="1760"/>
                  </a:lnTo>
                  <a:lnTo>
                    <a:pt x="4355" y="440"/>
                  </a:lnTo>
                  <a:lnTo>
                    <a:pt x="4355" y="308"/>
                  </a:lnTo>
                  <a:lnTo>
                    <a:pt x="4267" y="132"/>
                  </a:lnTo>
                  <a:lnTo>
                    <a:pt x="4135" y="44"/>
                  </a:lnTo>
                  <a:lnTo>
                    <a:pt x="395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50"/>
            <p:cNvSpPr/>
            <p:nvPr/>
          </p:nvSpPr>
          <p:spPr>
            <a:xfrm>
              <a:off x="3274411" y="1354990"/>
              <a:ext cx="181437" cy="182439"/>
            </a:xfrm>
            <a:custGeom>
              <a:avLst/>
              <a:gdLst/>
              <a:ahLst/>
              <a:cxnLst/>
              <a:rect l="l" t="t" r="r" b="b"/>
              <a:pathLst>
                <a:path w="7787" h="7830" extrusionOk="0">
                  <a:moveTo>
                    <a:pt x="4311" y="880"/>
                  </a:moveTo>
                  <a:lnTo>
                    <a:pt x="4311" y="1452"/>
                  </a:lnTo>
                  <a:lnTo>
                    <a:pt x="4355" y="1584"/>
                  </a:lnTo>
                  <a:lnTo>
                    <a:pt x="4399" y="1716"/>
                  </a:lnTo>
                  <a:lnTo>
                    <a:pt x="4487" y="1804"/>
                  </a:lnTo>
                  <a:lnTo>
                    <a:pt x="4619" y="1892"/>
                  </a:lnTo>
                  <a:lnTo>
                    <a:pt x="4971" y="2024"/>
                  </a:lnTo>
                  <a:lnTo>
                    <a:pt x="5279" y="2287"/>
                  </a:lnTo>
                  <a:lnTo>
                    <a:pt x="5411" y="2331"/>
                  </a:lnTo>
                  <a:lnTo>
                    <a:pt x="5543" y="2375"/>
                  </a:lnTo>
                  <a:lnTo>
                    <a:pt x="5675" y="2375"/>
                  </a:lnTo>
                  <a:lnTo>
                    <a:pt x="5807" y="2331"/>
                  </a:lnTo>
                  <a:lnTo>
                    <a:pt x="6335" y="2024"/>
                  </a:lnTo>
                  <a:lnTo>
                    <a:pt x="6775" y="2771"/>
                  </a:lnTo>
                  <a:lnTo>
                    <a:pt x="6247" y="3079"/>
                  </a:lnTo>
                  <a:lnTo>
                    <a:pt x="6159" y="3167"/>
                  </a:lnTo>
                  <a:lnTo>
                    <a:pt x="6071" y="3255"/>
                  </a:lnTo>
                  <a:lnTo>
                    <a:pt x="6027" y="3387"/>
                  </a:lnTo>
                  <a:lnTo>
                    <a:pt x="6027" y="3519"/>
                  </a:lnTo>
                  <a:lnTo>
                    <a:pt x="6071" y="3915"/>
                  </a:lnTo>
                  <a:lnTo>
                    <a:pt x="6027" y="4311"/>
                  </a:lnTo>
                  <a:lnTo>
                    <a:pt x="6027" y="4443"/>
                  </a:lnTo>
                  <a:lnTo>
                    <a:pt x="6071" y="4575"/>
                  </a:lnTo>
                  <a:lnTo>
                    <a:pt x="6159" y="4707"/>
                  </a:lnTo>
                  <a:lnTo>
                    <a:pt x="6247" y="4751"/>
                  </a:lnTo>
                  <a:lnTo>
                    <a:pt x="6775" y="5059"/>
                  </a:lnTo>
                  <a:lnTo>
                    <a:pt x="6335" y="5807"/>
                  </a:lnTo>
                  <a:lnTo>
                    <a:pt x="5807" y="5499"/>
                  </a:lnTo>
                  <a:lnTo>
                    <a:pt x="5675" y="5455"/>
                  </a:lnTo>
                  <a:lnTo>
                    <a:pt x="5543" y="5455"/>
                  </a:lnTo>
                  <a:lnTo>
                    <a:pt x="5411" y="5499"/>
                  </a:lnTo>
                  <a:lnTo>
                    <a:pt x="5279" y="5587"/>
                  </a:lnTo>
                  <a:lnTo>
                    <a:pt x="4971" y="5807"/>
                  </a:lnTo>
                  <a:lnTo>
                    <a:pt x="4619" y="5938"/>
                  </a:lnTo>
                  <a:lnTo>
                    <a:pt x="4487" y="6026"/>
                  </a:lnTo>
                  <a:lnTo>
                    <a:pt x="4399" y="6114"/>
                  </a:lnTo>
                  <a:lnTo>
                    <a:pt x="4355" y="6246"/>
                  </a:lnTo>
                  <a:lnTo>
                    <a:pt x="4311" y="6378"/>
                  </a:lnTo>
                  <a:lnTo>
                    <a:pt x="4311" y="6950"/>
                  </a:lnTo>
                  <a:lnTo>
                    <a:pt x="3476" y="6950"/>
                  </a:lnTo>
                  <a:lnTo>
                    <a:pt x="3476" y="6378"/>
                  </a:lnTo>
                  <a:lnTo>
                    <a:pt x="3432" y="6246"/>
                  </a:lnTo>
                  <a:lnTo>
                    <a:pt x="3388" y="6114"/>
                  </a:lnTo>
                  <a:lnTo>
                    <a:pt x="3300" y="6026"/>
                  </a:lnTo>
                  <a:lnTo>
                    <a:pt x="3168" y="5938"/>
                  </a:lnTo>
                  <a:lnTo>
                    <a:pt x="2816" y="5807"/>
                  </a:lnTo>
                  <a:lnTo>
                    <a:pt x="2508" y="5587"/>
                  </a:lnTo>
                  <a:lnTo>
                    <a:pt x="2376" y="5499"/>
                  </a:lnTo>
                  <a:lnTo>
                    <a:pt x="2244" y="5455"/>
                  </a:lnTo>
                  <a:lnTo>
                    <a:pt x="2112" y="5455"/>
                  </a:lnTo>
                  <a:lnTo>
                    <a:pt x="1980" y="5499"/>
                  </a:lnTo>
                  <a:lnTo>
                    <a:pt x="1452" y="5807"/>
                  </a:lnTo>
                  <a:lnTo>
                    <a:pt x="1056" y="5059"/>
                  </a:lnTo>
                  <a:lnTo>
                    <a:pt x="1540" y="4751"/>
                  </a:lnTo>
                  <a:lnTo>
                    <a:pt x="1672" y="4707"/>
                  </a:lnTo>
                  <a:lnTo>
                    <a:pt x="1716" y="4575"/>
                  </a:lnTo>
                  <a:lnTo>
                    <a:pt x="1760" y="4443"/>
                  </a:lnTo>
                  <a:lnTo>
                    <a:pt x="1760" y="4311"/>
                  </a:lnTo>
                  <a:lnTo>
                    <a:pt x="1716" y="3915"/>
                  </a:lnTo>
                  <a:lnTo>
                    <a:pt x="1760" y="3519"/>
                  </a:lnTo>
                  <a:lnTo>
                    <a:pt x="1760" y="3387"/>
                  </a:lnTo>
                  <a:lnTo>
                    <a:pt x="1716" y="3255"/>
                  </a:lnTo>
                  <a:lnTo>
                    <a:pt x="1672" y="3167"/>
                  </a:lnTo>
                  <a:lnTo>
                    <a:pt x="1540" y="3079"/>
                  </a:lnTo>
                  <a:lnTo>
                    <a:pt x="1056" y="2771"/>
                  </a:lnTo>
                  <a:lnTo>
                    <a:pt x="1452" y="2024"/>
                  </a:lnTo>
                  <a:lnTo>
                    <a:pt x="1980" y="2331"/>
                  </a:lnTo>
                  <a:lnTo>
                    <a:pt x="2112" y="2375"/>
                  </a:lnTo>
                  <a:lnTo>
                    <a:pt x="2244" y="2375"/>
                  </a:lnTo>
                  <a:lnTo>
                    <a:pt x="2376" y="2331"/>
                  </a:lnTo>
                  <a:lnTo>
                    <a:pt x="2508" y="2287"/>
                  </a:lnTo>
                  <a:lnTo>
                    <a:pt x="2816" y="2024"/>
                  </a:lnTo>
                  <a:lnTo>
                    <a:pt x="3168" y="1892"/>
                  </a:lnTo>
                  <a:lnTo>
                    <a:pt x="3300" y="1804"/>
                  </a:lnTo>
                  <a:lnTo>
                    <a:pt x="3388" y="1716"/>
                  </a:lnTo>
                  <a:lnTo>
                    <a:pt x="3432" y="1584"/>
                  </a:lnTo>
                  <a:lnTo>
                    <a:pt x="3476" y="1452"/>
                  </a:lnTo>
                  <a:lnTo>
                    <a:pt x="3476" y="880"/>
                  </a:lnTo>
                  <a:close/>
                  <a:moveTo>
                    <a:pt x="3036" y="0"/>
                  </a:moveTo>
                  <a:lnTo>
                    <a:pt x="2860" y="44"/>
                  </a:lnTo>
                  <a:lnTo>
                    <a:pt x="2728" y="132"/>
                  </a:lnTo>
                  <a:lnTo>
                    <a:pt x="2640" y="264"/>
                  </a:lnTo>
                  <a:lnTo>
                    <a:pt x="2596" y="440"/>
                  </a:lnTo>
                  <a:lnTo>
                    <a:pt x="2596" y="1188"/>
                  </a:lnTo>
                  <a:lnTo>
                    <a:pt x="2156" y="1408"/>
                  </a:lnTo>
                  <a:lnTo>
                    <a:pt x="1540" y="1056"/>
                  </a:lnTo>
                  <a:lnTo>
                    <a:pt x="1364" y="968"/>
                  </a:lnTo>
                  <a:lnTo>
                    <a:pt x="1188" y="1012"/>
                  </a:lnTo>
                  <a:lnTo>
                    <a:pt x="1056" y="1056"/>
                  </a:lnTo>
                  <a:lnTo>
                    <a:pt x="924" y="1188"/>
                  </a:lnTo>
                  <a:lnTo>
                    <a:pt x="44" y="2727"/>
                  </a:lnTo>
                  <a:lnTo>
                    <a:pt x="0" y="2859"/>
                  </a:lnTo>
                  <a:lnTo>
                    <a:pt x="0" y="3035"/>
                  </a:lnTo>
                  <a:lnTo>
                    <a:pt x="88" y="3211"/>
                  </a:lnTo>
                  <a:lnTo>
                    <a:pt x="220" y="3299"/>
                  </a:lnTo>
                  <a:lnTo>
                    <a:pt x="880" y="3651"/>
                  </a:lnTo>
                  <a:lnTo>
                    <a:pt x="880" y="4179"/>
                  </a:lnTo>
                  <a:lnTo>
                    <a:pt x="220" y="4531"/>
                  </a:lnTo>
                  <a:lnTo>
                    <a:pt x="88" y="4663"/>
                  </a:lnTo>
                  <a:lnTo>
                    <a:pt x="0" y="4795"/>
                  </a:lnTo>
                  <a:lnTo>
                    <a:pt x="0" y="4971"/>
                  </a:lnTo>
                  <a:lnTo>
                    <a:pt x="44" y="5103"/>
                  </a:lnTo>
                  <a:lnTo>
                    <a:pt x="924" y="6642"/>
                  </a:lnTo>
                  <a:lnTo>
                    <a:pt x="1056" y="6774"/>
                  </a:lnTo>
                  <a:lnTo>
                    <a:pt x="1188" y="6818"/>
                  </a:lnTo>
                  <a:lnTo>
                    <a:pt x="1364" y="6862"/>
                  </a:lnTo>
                  <a:lnTo>
                    <a:pt x="1540" y="6774"/>
                  </a:lnTo>
                  <a:lnTo>
                    <a:pt x="2156" y="6422"/>
                  </a:lnTo>
                  <a:lnTo>
                    <a:pt x="2596" y="6642"/>
                  </a:lnTo>
                  <a:lnTo>
                    <a:pt x="2596" y="7390"/>
                  </a:lnTo>
                  <a:lnTo>
                    <a:pt x="2640" y="7566"/>
                  </a:lnTo>
                  <a:lnTo>
                    <a:pt x="2728" y="7698"/>
                  </a:lnTo>
                  <a:lnTo>
                    <a:pt x="2860" y="7786"/>
                  </a:lnTo>
                  <a:lnTo>
                    <a:pt x="3036" y="7830"/>
                  </a:lnTo>
                  <a:lnTo>
                    <a:pt x="4751" y="7830"/>
                  </a:lnTo>
                  <a:lnTo>
                    <a:pt x="4927" y="7786"/>
                  </a:lnTo>
                  <a:lnTo>
                    <a:pt x="5059" y="7698"/>
                  </a:lnTo>
                  <a:lnTo>
                    <a:pt x="5147" y="7566"/>
                  </a:lnTo>
                  <a:lnTo>
                    <a:pt x="5191" y="7390"/>
                  </a:lnTo>
                  <a:lnTo>
                    <a:pt x="5191" y="6642"/>
                  </a:lnTo>
                  <a:lnTo>
                    <a:pt x="5631" y="6422"/>
                  </a:lnTo>
                  <a:lnTo>
                    <a:pt x="6247" y="6774"/>
                  </a:lnTo>
                  <a:lnTo>
                    <a:pt x="6423" y="6862"/>
                  </a:lnTo>
                  <a:lnTo>
                    <a:pt x="6599" y="6818"/>
                  </a:lnTo>
                  <a:lnTo>
                    <a:pt x="6731" y="6774"/>
                  </a:lnTo>
                  <a:lnTo>
                    <a:pt x="6863" y="6642"/>
                  </a:lnTo>
                  <a:lnTo>
                    <a:pt x="7742" y="5103"/>
                  </a:lnTo>
                  <a:lnTo>
                    <a:pt x="7786" y="4971"/>
                  </a:lnTo>
                  <a:lnTo>
                    <a:pt x="7786" y="4795"/>
                  </a:lnTo>
                  <a:lnTo>
                    <a:pt x="7698" y="4663"/>
                  </a:lnTo>
                  <a:lnTo>
                    <a:pt x="7566" y="4531"/>
                  </a:lnTo>
                  <a:lnTo>
                    <a:pt x="6951" y="4179"/>
                  </a:lnTo>
                  <a:lnTo>
                    <a:pt x="6951" y="3651"/>
                  </a:lnTo>
                  <a:lnTo>
                    <a:pt x="7566" y="3299"/>
                  </a:lnTo>
                  <a:lnTo>
                    <a:pt x="7698" y="3211"/>
                  </a:lnTo>
                  <a:lnTo>
                    <a:pt x="7786" y="3035"/>
                  </a:lnTo>
                  <a:lnTo>
                    <a:pt x="7786" y="2859"/>
                  </a:lnTo>
                  <a:lnTo>
                    <a:pt x="7742" y="2727"/>
                  </a:lnTo>
                  <a:lnTo>
                    <a:pt x="6863" y="1188"/>
                  </a:lnTo>
                  <a:lnTo>
                    <a:pt x="6731" y="1056"/>
                  </a:lnTo>
                  <a:lnTo>
                    <a:pt x="6599" y="1012"/>
                  </a:lnTo>
                  <a:lnTo>
                    <a:pt x="6423" y="968"/>
                  </a:lnTo>
                  <a:lnTo>
                    <a:pt x="6247" y="1056"/>
                  </a:lnTo>
                  <a:lnTo>
                    <a:pt x="5631" y="1408"/>
                  </a:lnTo>
                  <a:lnTo>
                    <a:pt x="5191" y="1188"/>
                  </a:lnTo>
                  <a:lnTo>
                    <a:pt x="5191" y="440"/>
                  </a:lnTo>
                  <a:lnTo>
                    <a:pt x="5147" y="264"/>
                  </a:lnTo>
                  <a:lnTo>
                    <a:pt x="5059" y="132"/>
                  </a:lnTo>
                  <a:lnTo>
                    <a:pt x="4927" y="44"/>
                  </a:lnTo>
                  <a:lnTo>
                    <a:pt x="47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50"/>
            <p:cNvSpPr/>
            <p:nvPr/>
          </p:nvSpPr>
          <p:spPr>
            <a:xfrm>
              <a:off x="3334874" y="1415453"/>
              <a:ext cx="60510" cy="61512"/>
            </a:xfrm>
            <a:custGeom>
              <a:avLst/>
              <a:gdLst/>
              <a:ahLst/>
              <a:cxnLst/>
              <a:rect l="l" t="t" r="r" b="b"/>
              <a:pathLst>
                <a:path w="2597" h="2640" extrusionOk="0">
                  <a:moveTo>
                    <a:pt x="1320" y="880"/>
                  </a:moveTo>
                  <a:lnTo>
                    <a:pt x="1452" y="924"/>
                  </a:lnTo>
                  <a:lnTo>
                    <a:pt x="1628" y="1012"/>
                  </a:lnTo>
                  <a:lnTo>
                    <a:pt x="1716" y="1144"/>
                  </a:lnTo>
                  <a:lnTo>
                    <a:pt x="1760" y="1320"/>
                  </a:lnTo>
                  <a:lnTo>
                    <a:pt x="1716" y="1496"/>
                  </a:lnTo>
                  <a:lnTo>
                    <a:pt x="1628" y="1628"/>
                  </a:lnTo>
                  <a:lnTo>
                    <a:pt x="1452" y="1716"/>
                  </a:lnTo>
                  <a:lnTo>
                    <a:pt x="1320" y="1760"/>
                  </a:lnTo>
                  <a:lnTo>
                    <a:pt x="1144" y="1716"/>
                  </a:lnTo>
                  <a:lnTo>
                    <a:pt x="1012" y="1628"/>
                  </a:lnTo>
                  <a:lnTo>
                    <a:pt x="925" y="1496"/>
                  </a:lnTo>
                  <a:lnTo>
                    <a:pt x="881" y="1320"/>
                  </a:lnTo>
                  <a:lnTo>
                    <a:pt x="925" y="1144"/>
                  </a:lnTo>
                  <a:lnTo>
                    <a:pt x="1012" y="1012"/>
                  </a:lnTo>
                  <a:lnTo>
                    <a:pt x="1144" y="924"/>
                  </a:lnTo>
                  <a:lnTo>
                    <a:pt x="1320" y="880"/>
                  </a:lnTo>
                  <a:close/>
                  <a:moveTo>
                    <a:pt x="1320" y="0"/>
                  </a:moveTo>
                  <a:lnTo>
                    <a:pt x="1056" y="44"/>
                  </a:lnTo>
                  <a:lnTo>
                    <a:pt x="793" y="132"/>
                  </a:lnTo>
                  <a:lnTo>
                    <a:pt x="573" y="220"/>
                  </a:lnTo>
                  <a:lnTo>
                    <a:pt x="397" y="396"/>
                  </a:lnTo>
                  <a:lnTo>
                    <a:pt x="221" y="572"/>
                  </a:lnTo>
                  <a:lnTo>
                    <a:pt x="89" y="836"/>
                  </a:lnTo>
                  <a:lnTo>
                    <a:pt x="45" y="1056"/>
                  </a:lnTo>
                  <a:lnTo>
                    <a:pt x="1" y="1320"/>
                  </a:lnTo>
                  <a:lnTo>
                    <a:pt x="45" y="1584"/>
                  </a:lnTo>
                  <a:lnTo>
                    <a:pt x="89" y="1848"/>
                  </a:lnTo>
                  <a:lnTo>
                    <a:pt x="221" y="2068"/>
                  </a:lnTo>
                  <a:lnTo>
                    <a:pt x="397" y="2244"/>
                  </a:lnTo>
                  <a:lnTo>
                    <a:pt x="573" y="2420"/>
                  </a:lnTo>
                  <a:lnTo>
                    <a:pt x="793" y="2508"/>
                  </a:lnTo>
                  <a:lnTo>
                    <a:pt x="1056" y="2596"/>
                  </a:lnTo>
                  <a:lnTo>
                    <a:pt x="1320" y="2640"/>
                  </a:lnTo>
                  <a:lnTo>
                    <a:pt x="1584" y="2596"/>
                  </a:lnTo>
                  <a:lnTo>
                    <a:pt x="1804" y="2508"/>
                  </a:lnTo>
                  <a:lnTo>
                    <a:pt x="2024" y="2420"/>
                  </a:lnTo>
                  <a:lnTo>
                    <a:pt x="2244" y="2244"/>
                  </a:lnTo>
                  <a:lnTo>
                    <a:pt x="2376" y="2068"/>
                  </a:lnTo>
                  <a:lnTo>
                    <a:pt x="2508" y="1848"/>
                  </a:lnTo>
                  <a:lnTo>
                    <a:pt x="2596" y="1584"/>
                  </a:lnTo>
                  <a:lnTo>
                    <a:pt x="2596" y="1320"/>
                  </a:lnTo>
                  <a:lnTo>
                    <a:pt x="2596" y="1056"/>
                  </a:lnTo>
                  <a:lnTo>
                    <a:pt x="2508" y="836"/>
                  </a:lnTo>
                  <a:lnTo>
                    <a:pt x="2376" y="572"/>
                  </a:lnTo>
                  <a:lnTo>
                    <a:pt x="2244" y="396"/>
                  </a:lnTo>
                  <a:lnTo>
                    <a:pt x="2024" y="220"/>
                  </a:lnTo>
                  <a:lnTo>
                    <a:pt x="1804" y="132"/>
                  </a:lnTo>
                  <a:lnTo>
                    <a:pt x="1584" y="44"/>
                  </a:lnTo>
                  <a:lnTo>
                    <a:pt x="132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8" name="Google Shape;668;p50"/>
          <p:cNvSpPr/>
          <p:nvPr/>
        </p:nvSpPr>
        <p:spPr>
          <a:xfrm>
            <a:off x="6841827" y="1962707"/>
            <a:ext cx="463504" cy="463504"/>
          </a:xfrm>
          <a:custGeom>
            <a:avLst/>
            <a:gdLst/>
            <a:ahLst/>
            <a:cxnLst/>
            <a:rect l="l" t="t" r="r" b="b"/>
            <a:pathLst>
              <a:path w="14869" h="14869" extrusionOk="0">
                <a:moveTo>
                  <a:pt x="3080" y="880"/>
                </a:moveTo>
                <a:lnTo>
                  <a:pt x="3212" y="924"/>
                </a:lnTo>
                <a:lnTo>
                  <a:pt x="3388" y="1012"/>
                </a:lnTo>
                <a:lnTo>
                  <a:pt x="3476" y="1144"/>
                </a:lnTo>
                <a:lnTo>
                  <a:pt x="3476" y="1320"/>
                </a:lnTo>
                <a:lnTo>
                  <a:pt x="3476" y="1496"/>
                </a:lnTo>
                <a:lnTo>
                  <a:pt x="3388" y="1628"/>
                </a:lnTo>
                <a:lnTo>
                  <a:pt x="3212" y="1716"/>
                </a:lnTo>
                <a:lnTo>
                  <a:pt x="3080" y="1760"/>
                </a:lnTo>
                <a:lnTo>
                  <a:pt x="2904" y="1716"/>
                </a:lnTo>
                <a:lnTo>
                  <a:pt x="2772" y="1628"/>
                </a:lnTo>
                <a:lnTo>
                  <a:pt x="2640" y="1496"/>
                </a:lnTo>
                <a:lnTo>
                  <a:pt x="2640" y="1320"/>
                </a:lnTo>
                <a:lnTo>
                  <a:pt x="2640" y="1144"/>
                </a:lnTo>
                <a:lnTo>
                  <a:pt x="2772" y="1012"/>
                </a:lnTo>
                <a:lnTo>
                  <a:pt x="2904" y="924"/>
                </a:lnTo>
                <a:lnTo>
                  <a:pt x="3080" y="880"/>
                </a:lnTo>
                <a:close/>
                <a:moveTo>
                  <a:pt x="11834" y="880"/>
                </a:moveTo>
                <a:lnTo>
                  <a:pt x="12010" y="924"/>
                </a:lnTo>
                <a:lnTo>
                  <a:pt x="12142" y="1012"/>
                </a:lnTo>
                <a:lnTo>
                  <a:pt x="12230" y="1144"/>
                </a:lnTo>
                <a:lnTo>
                  <a:pt x="12274" y="1320"/>
                </a:lnTo>
                <a:lnTo>
                  <a:pt x="12230" y="1496"/>
                </a:lnTo>
                <a:lnTo>
                  <a:pt x="12142" y="1628"/>
                </a:lnTo>
                <a:lnTo>
                  <a:pt x="12010" y="1716"/>
                </a:lnTo>
                <a:lnTo>
                  <a:pt x="11834" y="1760"/>
                </a:lnTo>
                <a:lnTo>
                  <a:pt x="11658" y="1716"/>
                </a:lnTo>
                <a:lnTo>
                  <a:pt x="11526" y="1628"/>
                </a:lnTo>
                <a:lnTo>
                  <a:pt x="11438" y="1496"/>
                </a:lnTo>
                <a:lnTo>
                  <a:pt x="11394" y="1320"/>
                </a:lnTo>
                <a:lnTo>
                  <a:pt x="11438" y="1144"/>
                </a:lnTo>
                <a:lnTo>
                  <a:pt x="11526" y="1012"/>
                </a:lnTo>
                <a:lnTo>
                  <a:pt x="11658" y="924"/>
                </a:lnTo>
                <a:lnTo>
                  <a:pt x="11834" y="880"/>
                </a:lnTo>
                <a:close/>
                <a:moveTo>
                  <a:pt x="2860" y="2595"/>
                </a:moveTo>
                <a:lnTo>
                  <a:pt x="881" y="4619"/>
                </a:lnTo>
                <a:lnTo>
                  <a:pt x="881" y="2595"/>
                </a:lnTo>
                <a:close/>
                <a:moveTo>
                  <a:pt x="6379" y="2595"/>
                </a:moveTo>
                <a:lnTo>
                  <a:pt x="3740" y="5235"/>
                </a:lnTo>
                <a:lnTo>
                  <a:pt x="1496" y="5235"/>
                </a:lnTo>
                <a:lnTo>
                  <a:pt x="4092" y="2595"/>
                </a:lnTo>
                <a:close/>
                <a:moveTo>
                  <a:pt x="9898" y="2595"/>
                </a:moveTo>
                <a:lnTo>
                  <a:pt x="7259" y="5235"/>
                </a:lnTo>
                <a:lnTo>
                  <a:pt x="4972" y="5235"/>
                </a:lnTo>
                <a:lnTo>
                  <a:pt x="7611" y="2595"/>
                </a:lnTo>
                <a:close/>
                <a:moveTo>
                  <a:pt x="13373" y="2595"/>
                </a:moveTo>
                <a:lnTo>
                  <a:pt x="10778" y="5235"/>
                </a:lnTo>
                <a:lnTo>
                  <a:pt x="8491" y="5235"/>
                </a:lnTo>
                <a:lnTo>
                  <a:pt x="11130" y="2595"/>
                </a:lnTo>
                <a:close/>
                <a:moveTo>
                  <a:pt x="13989" y="3211"/>
                </a:moveTo>
                <a:lnTo>
                  <a:pt x="13989" y="5235"/>
                </a:lnTo>
                <a:lnTo>
                  <a:pt x="12010" y="5235"/>
                </a:lnTo>
                <a:lnTo>
                  <a:pt x="13989" y="3211"/>
                </a:lnTo>
                <a:close/>
                <a:moveTo>
                  <a:pt x="11394" y="6114"/>
                </a:moveTo>
                <a:lnTo>
                  <a:pt x="11394" y="8754"/>
                </a:lnTo>
                <a:lnTo>
                  <a:pt x="3476" y="8754"/>
                </a:lnTo>
                <a:lnTo>
                  <a:pt x="3476" y="6114"/>
                </a:lnTo>
                <a:close/>
                <a:moveTo>
                  <a:pt x="11394" y="9633"/>
                </a:moveTo>
                <a:lnTo>
                  <a:pt x="11394" y="10469"/>
                </a:lnTo>
                <a:lnTo>
                  <a:pt x="3476" y="10469"/>
                </a:lnTo>
                <a:lnTo>
                  <a:pt x="3476" y="9633"/>
                </a:lnTo>
                <a:close/>
                <a:moveTo>
                  <a:pt x="2596" y="6114"/>
                </a:moveTo>
                <a:lnTo>
                  <a:pt x="2596" y="13988"/>
                </a:lnTo>
                <a:lnTo>
                  <a:pt x="1760" y="13988"/>
                </a:lnTo>
                <a:lnTo>
                  <a:pt x="1760" y="6114"/>
                </a:lnTo>
                <a:close/>
                <a:moveTo>
                  <a:pt x="13109" y="6114"/>
                </a:moveTo>
                <a:lnTo>
                  <a:pt x="13109" y="13988"/>
                </a:lnTo>
                <a:lnTo>
                  <a:pt x="12274" y="13988"/>
                </a:lnTo>
                <a:lnTo>
                  <a:pt x="12274" y="6114"/>
                </a:lnTo>
                <a:close/>
                <a:moveTo>
                  <a:pt x="2860" y="0"/>
                </a:moveTo>
                <a:lnTo>
                  <a:pt x="2596" y="88"/>
                </a:lnTo>
                <a:lnTo>
                  <a:pt x="2376" y="176"/>
                </a:lnTo>
                <a:lnTo>
                  <a:pt x="2156" y="352"/>
                </a:lnTo>
                <a:lnTo>
                  <a:pt x="1980" y="572"/>
                </a:lnTo>
                <a:lnTo>
                  <a:pt x="1848" y="792"/>
                </a:lnTo>
                <a:lnTo>
                  <a:pt x="1760" y="1056"/>
                </a:lnTo>
                <a:lnTo>
                  <a:pt x="1760" y="1320"/>
                </a:lnTo>
                <a:lnTo>
                  <a:pt x="1760" y="1540"/>
                </a:lnTo>
                <a:lnTo>
                  <a:pt x="1804" y="1760"/>
                </a:lnTo>
                <a:lnTo>
                  <a:pt x="265" y="1760"/>
                </a:lnTo>
                <a:lnTo>
                  <a:pt x="133" y="1891"/>
                </a:lnTo>
                <a:lnTo>
                  <a:pt x="45" y="2023"/>
                </a:lnTo>
                <a:lnTo>
                  <a:pt x="1" y="2199"/>
                </a:lnTo>
                <a:lnTo>
                  <a:pt x="1" y="5674"/>
                </a:lnTo>
                <a:lnTo>
                  <a:pt x="1" y="5718"/>
                </a:lnTo>
                <a:lnTo>
                  <a:pt x="45" y="5850"/>
                </a:lnTo>
                <a:lnTo>
                  <a:pt x="133" y="5982"/>
                </a:lnTo>
                <a:lnTo>
                  <a:pt x="265" y="6070"/>
                </a:lnTo>
                <a:lnTo>
                  <a:pt x="441" y="6114"/>
                </a:lnTo>
                <a:lnTo>
                  <a:pt x="881" y="6114"/>
                </a:lnTo>
                <a:lnTo>
                  <a:pt x="881" y="13988"/>
                </a:lnTo>
                <a:lnTo>
                  <a:pt x="441" y="13988"/>
                </a:lnTo>
                <a:lnTo>
                  <a:pt x="309" y="14032"/>
                </a:lnTo>
                <a:lnTo>
                  <a:pt x="177" y="14076"/>
                </a:lnTo>
                <a:lnTo>
                  <a:pt x="89" y="14164"/>
                </a:lnTo>
                <a:lnTo>
                  <a:pt x="1" y="14296"/>
                </a:lnTo>
                <a:lnTo>
                  <a:pt x="1" y="14428"/>
                </a:lnTo>
                <a:lnTo>
                  <a:pt x="1" y="14516"/>
                </a:lnTo>
                <a:lnTo>
                  <a:pt x="89" y="14692"/>
                </a:lnTo>
                <a:lnTo>
                  <a:pt x="221" y="14824"/>
                </a:lnTo>
                <a:lnTo>
                  <a:pt x="441" y="14868"/>
                </a:lnTo>
                <a:lnTo>
                  <a:pt x="4048" y="14868"/>
                </a:lnTo>
                <a:lnTo>
                  <a:pt x="4180" y="14780"/>
                </a:lnTo>
                <a:lnTo>
                  <a:pt x="4268" y="14692"/>
                </a:lnTo>
                <a:lnTo>
                  <a:pt x="4356" y="14560"/>
                </a:lnTo>
                <a:lnTo>
                  <a:pt x="4356" y="14472"/>
                </a:lnTo>
                <a:lnTo>
                  <a:pt x="4356" y="14340"/>
                </a:lnTo>
                <a:lnTo>
                  <a:pt x="4268" y="14164"/>
                </a:lnTo>
                <a:lnTo>
                  <a:pt x="4136" y="14032"/>
                </a:lnTo>
                <a:lnTo>
                  <a:pt x="3916" y="13988"/>
                </a:lnTo>
                <a:lnTo>
                  <a:pt x="3476" y="13988"/>
                </a:lnTo>
                <a:lnTo>
                  <a:pt x="3476" y="11349"/>
                </a:lnTo>
                <a:lnTo>
                  <a:pt x="11394" y="11349"/>
                </a:lnTo>
                <a:lnTo>
                  <a:pt x="11394" y="13988"/>
                </a:lnTo>
                <a:lnTo>
                  <a:pt x="10954" y="13988"/>
                </a:lnTo>
                <a:lnTo>
                  <a:pt x="10822" y="14032"/>
                </a:lnTo>
                <a:lnTo>
                  <a:pt x="10690" y="14076"/>
                </a:lnTo>
                <a:lnTo>
                  <a:pt x="10602" y="14164"/>
                </a:lnTo>
                <a:lnTo>
                  <a:pt x="10514" y="14296"/>
                </a:lnTo>
                <a:lnTo>
                  <a:pt x="10514" y="14428"/>
                </a:lnTo>
                <a:lnTo>
                  <a:pt x="10514" y="14516"/>
                </a:lnTo>
                <a:lnTo>
                  <a:pt x="10602" y="14692"/>
                </a:lnTo>
                <a:lnTo>
                  <a:pt x="10734" y="14824"/>
                </a:lnTo>
                <a:lnTo>
                  <a:pt x="10954" y="14868"/>
                </a:lnTo>
                <a:lnTo>
                  <a:pt x="14561" y="14868"/>
                </a:lnTo>
                <a:lnTo>
                  <a:pt x="14693" y="14780"/>
                </a:lnTo>
                <a:lnTo>
                  <a:pt x="14781" y="14692"/>
                </a:lnTo>
                <a:lnTo>
                  <a:pt x="14825" y="14560"/>
                </a:lnTo>
                <a:lnTo>
                  <a:pt x="14869" y="14472"/>
                </a:lnTo>
                <a:lnTo>
                  <a:pt x="14869" y="14340"/>
                </a:lnTo>
                <a:lnTo>
                  <a:pt x="14781" y="14164"/>
                </a:lnTo>
                <a:lnTo>
                  <a:pt x="14649" y="14032"/>
                </a:lnTo>
                <a:lnTo>
                  <a:pt x="14429" y="13988"/>
                </a:lnTo>
                <a:lnTo>
                  <a:pt x="13989" y="13988"/>
                </a:lnTo>
                <a:lnTo>
                  <a:pt x="13989" y="6114"/>
                </a:lnTo>
                <a:lnTo>
                  <a:pt x="14429" y="6114"/>
                </a:lnTo>
                <a:lnTo>
                  <a:pt x="14605" y="6070"/>
                </a:lnTo>
                <a:lnTo>
                  <a:pt x="14737" y="5982"/>
                </a:lnTo>
                <a:lnTo>
                  <a:pt x="14825" y="5850"/>
                </a:lnTo>
                <a:lnTo>
                  <a:pt x="14869" y="5674"/>
                </a:lnTo>
                <a:lnTo>
                  <a:pt x="14869" y="2199"/>
                </a:lnTo>
                <a:lnTo>
                  <a:pt x="14825" y="2023"/>
                </a:lnTo>
                <a:lnTo>
                  <a:pt x="14737" y="1891"/>
                </a:lnTo>
                <a:lnTo>
                  <a:pt x="14605" y="1760"/>
                </a:lnTo>
                <a:lnTo>
                  <a:pt x="13065" y="1760"/>
                </a:lnTo>
                <a:lnTo>
                  <a:pt x="13109" y="1452"/>
                </a:lnTo>
                <a:lnTo>
                  <a:pt x="13109" y="1188"/>
                </a:lnTo>
                <a:lnTo>
                  <a:pt x="13065" y="924"/>
                </a:lnTo>
                <a:lnTo>
                  <a:pt x="12977" y="748"/>
                </a:lnTo>
                <a:lnTo>
                  <a:pt x="12889" y="528"/>
                </a:lnTo>
                <a:lnTo>
                  <a:pt x="12714" y="352"/>
                </a:lnTo>
                <a:lnTo>
                  <a:pt x="12538" y="220"/>
                </a:lnTo>
                <a:lnTo>
                  <a:pt x="12362" y="132"/>
                </a:lnTo>
                <a:lnTo>
                  <a:pt x="12142" y="44"/>
                </a:lnTo>
                <a:lnTo>
                  <a:pt x="11922" y="0"/>
                </a:lnTo>
                <a:lnTo>
                  <a:pt x="11614" y="0"/>
                </a:lnTo>
                <a:lnTo>
                  <a:pt x="11350" y="88"/>
                </a:lnTo>
                <a:lnTo>
                  <a:pt x="11130" y="176"/>
                </a:lnTo>
                <a:lnTo>
                  <a:pt x="10910" y="352"/>
                </a:lnTo>
                <a:lnTo>
                  <a:pt x="10734" y="572"/>
                </a:lnTo>
                <a:lnTo>
                  <a:pt x="10602" y="792"/>
                </a:lnTo>
                <a:lnTo>
                  <a:pt x="10558" y="1056"/>
                </a:lnTo>
                <a:lnTo>
                  <a:pt x="10514" y="1320"/>
                </a:lnTo>
                <a:lnTo>
                  <a:pt x="10514" y="1540"/>
                </a:lnTo>
                <a:lnTo>
                  <a:pt x="10602" y="1760"/>
                </a:lnTo>
                <a:lnTo>
                  <a:pt x="4268" y="1760"/>
                </a:lnTo>
                <a:lnTo>
                  <a:pt x="4356" y="1452"/>
                </a:lnTo>
                <a:lnTo>
                  <a:pt x="4356" y="1188"/>
                </a:lnTo>
                <a:lnTo>
                  <a:pt x="4312" y="924"/>
                </a:lnTo>
                <a:lnTo>
                  <a:pt x="4224" y="748"/>
                </a:lnTo>
                <a:lnTo>
                  <a:pt x="4092" y="528"/>
                </a:lnTo>
                <a:lnTo>
                  <a:pt x="3960" y="352"/>
                </a:lnTo>
                <a:lnTo>
                  <a:pt x="3784" y="220"/>
                </a:lnTo>
                <a:lnTo>
                  <a:pt x="3608" y="132"/>
                </a:lnTo>
                <a:lnTo>
                  <a:pt x="3388" y="44"/>
                </a:lnTo>
                <a:lnTo>
                  <a:pt x="312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669" name="Google Shape;669;p50"/>
          <p:cNvGraphicFramePr/>
          <p:nvPr/>
        </p:nvGraphicFramePr>
        <p:xfrm>
          <a:off x="3802743" y="230939"/>
          <a:ext cx="4745275" cy="1532720"/>
        </p:xfrm>
        <a:graphic>
          <a:graphicData uri="http://schemas.openxmlformats.org/drawingml/2006/table">
            <a:tbl>
              <a:tblPr firstRow="1" firstCol="1" bandRow="1">
                <a:noFill/>
                <a:tableStyleId>{A62BFD42-FEC9-462F-A87F-D70136A35D4C}</a:tableStyleId>
              </a:tblPr>
              <a:tblGrid>
                <a:gridCol w="862675">
                  <a:extLst>
                    <a:ext uri="{9D8B030D-6E8A-4147-A177-3AD203B41FA5}">
                      <a16:colId xmlns:a16="http://schemas.microsoft.com/office/drawing/2014/main" val="20000"/>
                    </a:ext>
                  </a:extLst>
                </a:gridCol>
                <a:gridCol w="1294200">
                  <a:extLst>
                    <a:ext uri="{9D8B030D-6E8A-4147-A177-3AD203B41FA5}">
                      <a16:colId xmlns:a16="http://schemas.microsoft.com/office/drawing/2014/main" val="20001"/>
                    </a:ext>
                  </a:extLst>
                </a:gridCol>
                <a:gridCol w="1294200">
                  <a:extLst>
                    <a:ext uri="{9D8B030D-6E8A-4147-A177-3AD203B41FA5}">
                      <a16:colId xmlns:a16="http://schemas.microsoft.com/office/drawing/2014/main" val="20002"/>
                    </a:ext>
                  </a:extLst>
                </a:gridCol>
                <a:gridCol w="1294200">
                  <a:extLst>
                    <a:ext uri="{9D8B030D-6E8A-4147-A177-3AD203B41FA5}">
                      <a16:colId xmlns:a16="http://schemas.microsoft.com/office/drawing/2014/main" val="20003"/>
                    </a:ext>
                  </a:extLst>
                </a:gridCol>
              </a:tblGrid>
              <a:tr h="291175">
                <a:tc>
                  <a:txBody>
                    <a:bodyPr/>
                    <a:lstStyle/>
                    <a:p>
                      <a:pPr marL="0" marR="0" lvl="0" indent="0" algn="just" rtl="0">
                        <a:lnSpc>
                          <a:spcPct val="200000"/>
                        </a:lnSpc>
                        <a:spcBef>
                          <a:spcPts val="0"/>
                        </a:spcBef>
                        <a:spcAft>
                          <a:spcPts val="0"/>
                        </a:spcAft>
                        <a:buNone/>
                      </a:pPr>
                      <a:r>
                        <a:rPr lang="en" sz="1200" u="none" strike="noStrike" cap="none"/>
                        <a:t> </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 </a:t>
                      </a:r>
                      <a:endParaRPr sz="1100" u="none" strike="noStrike" cap="none">
                        <a:latin typeface="Calibri"/>
                        <a:ea typeface="Calibri"/>
                        <a:cs typeface="Calibri"/>
                        <a:sym typeface="Calibri"/>
                      </a:endParaRPr>
                    </a:p>
                  </a:txBody>
                  <a:tcPr marL="68575" marR="68575" marT="0" marB="0"/>
                </a:tc>
                <a:tc gridSpan="2">
                  <a:txBody>
                    <a:bodyPr/>
                    <a:lstStyle/>
                    <a:p>
                      <a:pPr marL="0" marR="0" lvl="0" indent="0" algn="ctr" rtl="0">
                        <a:lnSpc>
                          <a:spcPct val="200000"/>
                        </a:lnSpc>
                        <a:spcBef>
                          <a:spcPts val="0"/>
                        </a:spcBef>
                        <a:spcAft>
                          <a:spcPts val="0"/>
                        </a:spcAft>
                        <a:buNone/>
                      </a:pPr>
                      <a:r>
                        <a:rPr lang="en" sz="1200" u="none" strike="noStrike" cap="none"/>
                        <a:t>Actual</a:t>
                      </a:r>
                      <a:endParaRPr sz="1100" u="none" strike="noStrike" cap="none">
                        <a:latin typeface="Calibri"/>
                        <a:ea typeface="Calibri"/>
                        <a:cs typeface="Calibri"/>
                        <a:sym typeface="Calibri"/>
                      </a:endParaRPr>
                    </a:p>
                  </a:txBody>
                  <a:tcPr marL="68575" marR="68575" marT="0" marB="0"/>
                </a:tc>
                <a:tc hMerge="1">
                  <a:txBody>
                    <a:bodyPr/>
                    <a:lstStyle/>
                    <a:p>
                      <a:endParaRPr lang="en-US"/>
                    </a:p>
                  </a:txBody>
                  <a:tcPr/>
                </a:tc>
                <a:extLst>
                  <a:ext uri="{0D108BD9-81ED-4DB2-BD59-A6C34878D82A}">
                    <a16:rowId xmlns:a16="http://schemas.microsoft.com/office/drawing/2014/main" val="10000"/>
                  </a:ext>
                </a:extLst>
              </a:tr>
              <a:tr h="291175">
                <a:tc>
                  <a:txBody>
                    <a:bodyPr/>
                    <a:lstStyle/>
                    <a:p>
                      <a:pPr marL="0" marR="0" lvl="0" indent="0" algn="just" rtl="0">
                        <a:lnSpc>
                          <a:spcPct val="200000"/>
                        </a:lnSpc>
                        <a:spcBef>
                          <a:spcPts val="0"/>
                        </a:spcBef>
                        <a:spcAft>
                          <a:spcPts val="0"/>
                        </a:spcAft>
                        <a:buNone/>
                      </a:pPr>
                      <a:r>
                        <a:rPr lang="en" sz="1200" u="none" strike="noStrike" cap="none"/>
                        <a:t> </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Class</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Positive</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Negative</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400600">
                <a:tc rowSpan="2">
                  <a:txBody>
                    <a:bodyPr/>
                    <a:lstStyle/>
                    <a:p>
                      <a:pPr marL="0" marR="0" lvl="0" indent="0" algn="just" rtl="0">
                        <a:lnSpc>
                          <a:spcPct val="200000"/>
                        </a:lnSpc>
                        <a:spcBef>
                          <a:spcPts val="0"/>
                        </a:spcBef>
                        <a:spcAft>
                          <a:spcPts val="0"/>
                        </a:spcAft>
                        <a:buNone/>
                      </a:pPr>
                      <a:r>
                        <a:rPr lang="en" sz="900" u="none" strike="noStrike" cap="none"/>
                        <a:t> </a:t>
                      </a:r>
                      <a:endParaRPr sz="1100" u="none" strike="noStrike" cap="none"/>
                    </a:p>
                    <a:p>
                      <a:pPr marL="0" marR="0" lvl="0" indent="0" algn="just" rtl="0">
                        <a:lnSpc>
                          <a:spcPct val="200000"/>
                        </a:lnSpc>
                        <a:spcBef>
                          <a:spcPts val="0"/>
                        </a:spcBef>
                        <a:spcAft>
                          <a:spcPts val="0"/>
                        </a:spcAft>
                        <a:buNone/>
                      </a:pPr>
                      <a:r>
                        <a:rPr lang="en" sz="1200" u="none" strike="noStrike" cap="none"/>
                        <a:t>Predicted</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Positive</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200000"/>
                        </a:lnSpc>
                        <a:spcBef>
                          <a:spcPts val="0"/>
                        </a:spcBef>
                        <a:spcAft>
                          <a:spcPts val="0"/>
                        </a:spcAft>
                        <a:buNone/>
                      </a:pPr>
                      <a:r>
                        <a:rPr lang="en" sz="1200" u="none" strike="noStrike" cap="none"/>
                        <a:t>True Positive</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200000"/>
                        </a:lnSpc>
                        <a:spcBef>
                          <a:spcPts val="0"/>
                        </a:spcBef>
                        <a:spcAft>
                          <a:spcPts val="0"/>
                        </a:spcAft>
                        <a:buNone/>
                      </a:pPr>
                      <a:r>
                        <a:rPr lang="en" sz="1200" u="none" strike="noStrike" cap="none"/>
                        <a:t>False </a:t>
                      </a:r>
                      <a:r>
                        <a:rPr lang="en" sz="1200"/>
                        <a:t>Positive</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400600">
                <a:tc vMerge="1">
                  <a:txBody>
                    <a:bodyPr/>
                    <a:lstStyle/>
                    <a:p>
                      <a:endParaRPr lang="en-US"/>
                    </a:p>
                  </a:txBody>
                  <a:tcPr/>
                </a:tc>
                <a:tc>
                  <a:txBody>
                    <a:bodyPr/>
                    <a:lstStyle/>
                    <a:p>
                      <a:pPr marL="0" marR="0" lvl="0" indent="0" algn="ctr" rtl="0">
                        <a:lnSpc>
                          <a:spcPct val="200000"/>
                        </a:lnSpc>
                        <a:spcBef>
                          <a:spcPts val="0"/>
                        </a:spcBef>
                        <a:spcAft>
                          <a:spcPts val="0"/>
                        </a:spcAft>
                        <a:buNone/>
                      </a:pPr>
                      <a:r>
                        <a:rPr lang="en" sz="1200" u="none" strike="noStrike" cap="none"/>
                        <a:t>Negative</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200000"/>
                        </a:lnSpc>
                        <a:spcBef>
                          <a:spcPts val="0"/>
                        </a:spcBef>
                        <a:spcAft>
                          <a:spcPts val="0"/>
                        </a:spcAft>
                        <a:buNone/>
                      </a:pPr>
                      <a:r>
                        <a:rPr lang="en" sz="1200" u="none" strike="noStrike" cap="none"/>
                        <a:t>False </a:t>
                      </a:r>
                      <a:r>
                        <a:rPr lang="en" sz="1200"/>
                        <a:t>Negative</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200000"/>
                        </a:lnSpc>
                        <a:spcBef>
                          <a:spcPts val="0"/>
                        </a:spcBef>
                        <a:spcAft>
                          <a:spcPts val="0"/>
                        </a:spcAft>
                        <a:buNone/>
                      </a:pPr>
                      <a:r>
                        <a:rPr lang="en" sz="1200" u="none" strike="noStrike" cap="none"/>
                        <a:t>True Negative</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bl>
          </a:graphicData>
        </a:graphic>
      </p:graphicFrame>
      <p:sp>
        <p:nvSpPr>
          <p:cNvPr id="670" name="Google Shape;670;p50"/>
          <p:cNvSpPr txBox="1"/>
          <p:nvPr/>
        </p:nvSpPr>
        <p:spPr>
          <a:xfrm>
            <a:off x="2135959" y="3938298"/>
            <a:ext cx="4703232" cy="499239"/>
          </a:xfrm>
          <a:prstGeom prst="rect">
            <a:avLst/>
          </a:prstGeom>
          <a:blipFill rotWithShape="1">
            <a:blip r:embed="rId3">
              <a:alphaModFix/>
            </a:blip>
            <a:stretch>
              <a:fillRect b="-121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a:p>
        </p:txBody>
      </p:sp>
      <p:sp>
        <p:nvSpPr>
          <p:cNvPr id="671" name="Google Shape;671;p50"/>
          <p:cNvSpPr txBox="1"/>
          <p:nvPr/>
        </p:nvSpPr>
        <p:spPr>
          <a:xfrm>
            <a:off x="4490211" y="3883553"/>
            <a:ext cx="4703232" cy="499239"/>
          </a:xfrm>
          <a:prstGeom prst="rect">
            <a:avLst/>
          </a:prstGeom>
          <a:blipFill rotWithShape="1">
            <a:blip r:embed="rId4">
              <a:alphaModFix/>
            </a:blip>
            <a:stretch>
              <a:fillRect b="-121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latin typeface="Arial"/>
                <a:ea typeface="Arial"/>
                <a:cs typeface="Arial"/>
                <a:sym typeface="Arial"/>
              </a:rPr>
              <a:t> </a:t>
            </a:r>
            <a:endParaRPr/>
          </a:p>
        </p:txBody>
      </p:sp>
      <p:pic>
        <p:nvPicPr>
          <p:cNvPr id="672" name="Google Shape;672;p50"/>
          <p:cNvPicPr preferRelativeResize="0"/>
          <p:nvPr/>
        </p:nvPicPr>
        <p:blipFill>
          <a:blip r:embed="rId5">
            <a:alphaModFix/>
          </a:blip>
          <a:stretch>
            <a:fillRect/>
          </a:stretch>
        </p:blipFill>
        <p:spPr>
          <a:xfrm>
            <a:off x="719150" y="4017609"/>
            <a:ext cx="2395075" cy="4199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54"/>
                                        </p:tgtEl>
                                        <p:attrNameLst>
                                          <p:attrName>style.visibility</p:attrName>
                                        </p:attrNameLst>
                                      </p:cBhvr>
                                      <p:to>
                                        <p:strVal val="visible"/>
                                      </p:to>
                                    </p:set>
                                    <p:animEffect transition="in" filter="fade">
                                      <p:cBhvr>
                                        <p:cTn id="7" dur="500"/>
                                        <p:tgtEl>
                                          <p:spTgt spid="65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57"/>
                                        </p:tgtEl>
                                        <p:attrNameLst>
                                          <p:attrName>style.visibility</p:attrName>
                                        </p:attrNameLst>
                                      </p:cBhvr>
                                      <p:to>
                                        <p:strVal val="visible"/>
                                      </p:to>
                                    </p:set>
                                    <p:animEffect transition="in" filter="fade">
                                      <p:cBhvr>
                                        <p:cTn id="11" dur="500"/>
                                        <p:tgtEl>
                                          <p:spTgt spid="65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56"/>
                                        </p:tgtEl>
                                        <p:attrNameLst>
                                          <p:attrName>style.visibility</p:attrName>
                                        </p:attrNameLst>
                                      </p:cBhvr>
                                      <p:to>
                                        <p:strVal val="visible"/>
                                      </p:to>
                                    </p:set>
                                    <p:animEffect transition="in" filter="fade">
                                      <p:cBhvr>
                                        <p:cTn id="15" dur="500"/>
                                        <p:tgtEl>
                                          <p:spTgt spid="65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55"/>
                                        </p:tgtEl>
                                        <p:attrNameLst>
                                          <p:attrName>style.visibility</p:attrName>
                                        </p:attrNameLst>
                                      </p:cBhvr>
                                      <p:to>
                                        <p:strVal val="visible"/>
                                      </p:to>
                                    </p:set>
                                    <p:animEffect transition="in" filter="fade">
                                      <p:cBhvr>
                                        <p:cTn id="19" dur="500"/>
                                        <p:tgtEl>
                                          <p:spTgt spid="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grpSp>
        <p:nvGrpSpPr>
          <p:cNvPr id="677" name="Google Shape;677;p54"/>
          <p:cNvGrpSpPr/>
          <p:nvPr/>
        </p:nvGrpSpPr>
        <p:grpSpPr>
          <a:xfrm>
            <a:off x="3949390" y="4491534"/>
            <a:ext cx="1245220" cy="185854"/>
            <a:chOff x="1836563" y="443835"/>
            <a:chExt cx="1245220" cy="185854"/>
          </a:xfrm>
        </p:grpSpPr>
        <p:sp>
          <p:nvSpPr>
            <p:cNvPr id="678" name="Google Shape;678;p54"/>
            <p:cNvSpPr/>
            <p:nvPr/>
          </p:nvSpPr>
          <p:spPr>
            <a:xfrm>
              <a:off x="1836563"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79" name="Google Shape;679;p54"/>
            <p:cNvSpPr/>
            <p:nvPr/>
          </p:nvSpPr>
          <p:spPr>
            <a:xfrm>
              <a:off x="2189685"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80" name="Google Shape;680;p54"/>
            <p:cNvSpPr/>
            <p:nvPr/>
          </p:nvSpPr>
          <p:spPr>
            <a:xfrm>
              <a:off x="2542807"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81" name="Google Shape;681;p54"/>
            <p:cNvSpPr/>
            <p:nvPr/>
          </p:nvSpPr>
          <p:spPr>
            <a:xfrm>
              <a:off x="2895929" y="443835"/>
              <a:ext cx="185854" cy="185854"/>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682" name="Google Shape;682;p54"/>
          <p:cNvSpPr/>
          <p:nvPr/>
        </p:nvSpPr>
        <p:spPr>
          <a:xfrm>
            <a:off x="-412131" y="-1720336"/>
            <a:ext cx="2995961" cy="2995961"/>
          </a:xfrm>
          <a:prstGeom prst="flowChartConnector">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83" name="Google Shape;683;p54"/>
          <p:cNvSpPr/>
          <p:nvPr/>
        </p:nvSpPr>
        <p:spPr>
          <a:xfrm rot="5400000">
            <a:off x="7859990" y="1248051"/>
            <a:ext cx="2011760" cy="556260"/>
          </a:xfrm>
          <a:prstGeom prst="flowChartProcess">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84" name="Google Shape;684;p54"/>
          <p:cNvSpPr/>
          <p:nvPr/>
        </p:nvSpPr>
        <p:spPr>
          <a:xfrm rot="5400000">
            <a:off x="7859990" y="3259813"/>
            <a:ext cx="2011760" cy="556260"/>
          </a:xfrm>
          <a:prstGeom prst="flowChartProcess">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85" name="Google Shape;685;p54"/>
          <p:cNvSpPr txBox="1">
            <a:spLocks noGrp="1"/>
          </p:cNvSpPr>
          <p:nvPr>
            <p:ph type="title"/>
          </p:nvPr>
        </p:nvSpPr>
        <p:spPr>
          <a:xfrm>
            <a:off x="723900" y="1446072"/>
            <a:ext cx="7696200" cy="12192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7500"/>
              <a:buNone/>
            </a:pPr>
            <a:r>
              <a:rPr lang="en"/>
              <a:t>Metodologi penelitian</a:t>
            </a:r>
            <a:endParaRPr/>
          </a:p>
        </p:txBody>
      </p:sp>
      <p:sp>
        <p:nvSpPr>
          <p:cNvPr id="686" name="Google Shape;686;p54"/>
          <p:cNvSpPr txBox="1">
            <a:spLocks noGrp="1"/>
          </p:cNvSpPr>
          <p:nvPr>
            <p:ph type="body" idx="2"/>
          </p:nvPr>
        </p:nvSpPr>
        <p:spPr>
          <a:xfrm>
            <a:off x="723900" y="589825"/>
            <a:ext cx="7696200" cy="8334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9600"/>
              <a:buNone/>
            </a:pPr>
            <a:r>
              <a:rPr lang="en"/>
              <a:t>Bab iii</a:t>
            </a:r>
            <a:endParaRPr/>
          </a:p>
        </p:txBody>
      </p:sp>
      <p:sp>
        <p:nvSpPr>
          <p:cNvPr id="687" name="Google Shape;687;p54"/>
          <p:cNvSpPr txBox="1"/>
          <p:nvPr/>
        </p:nvSpPr>
        <p:spPr>
          <a:xfrm>
            <a:off x="729967" y="2835715"/>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688" name="Google Shape;688;p54"/>
          <p:cNvSpPr txBox="1"/>
          <p:nvPr/>
        </p:nvSpPr>
        <p:spPr>
          <a:xfrm>
            <a:off x="414601" y="3395094"/>
            <a:ext cx="20550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b="0" i="0" u="none" strike="noStrike" cap="none">
                <a:solidFill>
                  <a:srgbClr val="1D0D00"/>
                </a:solidFill>
                <a:latin typeface="DM Sans Medium"/>
                <a:ea typeface="DM Sans Medium"/>
                <a:cs typeface="DM Sans Medium"/>
                <a:sym typeface="DM Sans Medium"/>
              </a:rPr>
              <a:t>Sumber Data</a:t>
            </a:r>
            <a:endParaRPr/>
          </a:p>
        </p:txBody>
      </p:sp>
      <p:sp>
        <p:nvSpPr>
          <p:cNvPr id="689" name="Google Shape;689;p54"/>
          <p:cNvSpPr txBox="1"/>
          <p:nvPr/>
        </p:nvSpPr>
        <p:spPr>
          <a:xfrm>
            <a:off x="2607825" y="284295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02</a:t>
            </a:r>
            <a:endParaRPr/>
          </a:p>
        </p:txBody>
      </p:sp>
      <p:sp>
        <p:nvSpPr>
          <p:cNvPr id="690" name="Google Shape;690;p54"/>
          <p:cNvSpPr txBox="1"/>
          <p:nvPr/>
        </p:nvSpPr>
        <p:spPr>
          <a:xfrm>
            <a:off x="2432561" y="3739071"/>
            <a:ext cx="20550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b="0" i="0" u="none" strike="noStrike" cap="none">
                <a:solidFill>
                  <a:srgbClr val="1D0D00"/>
                </a:solidFill>
                <a:latin typeface="DM Sans Medium"/>
                <a:ea typeface="DM Sans Medium"/>
                <a:cs typeface="DM Sans Medium"/>
                <a:sym typeface="DM Sans Medium"/>
              </a:rPr>
              <a:t>Gambaran Umum Penelitian</a:t>
            </a:r>
            <a:endParaRPr sz="1800" b="0" i="0" u="none" strike="noStrike" cap="none">
              <a:solidFill>
                <a:srgbClr val="1D0D00"/>
              </a:solidFill>
              <a:latin typeface="DM Sans Medium"/>
              <a:ea typeface="DM Sans Medium"/>
              <a:cs typeface="DM Sans Medium"/>
              <a:sym typeface="DM Sans Medium"/>
            </a:endParaRPr>
          </a:p>
        </p:txBody>
      </p:sp>
      <p:sp>
        <p:nvSpPr>
          <p:cNvPr id="691" name="Google Shape;691;p54"/>
          <p:cNvSpPr txBox="1"/>
          <p:nvPr/>
        </p:nvSpPr>
        <p:spPr>
          <a:xfrm>
            <a:off x="6619967" y="294236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04</a:t>
            </a:r>
            <a:endParaRPr/>
          </a:p>
        </p:txBody>
      </p:sp>
      <p:sp>
        <p:nvSpPr>
          <p:cNvPr id="692" name="Google Shape;692;p54"/>
          <p:cNvSpPr txBox="1"/>
          <p:nvPr/>
        </p:nvSpPr>
        <p:spPr>
          <a:xfrm>
            <a:off x="4594875" y="289882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3</a:t>
            </a:r>
            <a:endParaRPr/>
          </a:p>
        </p:txBody>
      </p:sp>
      <p:sp>
        <p:nvSpPr>
          <p:cNvPr id="693" name="Google Shape;693;p54"/>
          <p:cNvSpPr txBox="1"/>
          <p:nvPr/>
        </p:nvSpPr>
        <p:spPr>
          <a:xfrm>
            <a:off x="6416100" y="3738975"/>
            <a:ext cx="2055000" cy="9141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b="0" i="0" u="none" strike="noStrike" cap="none">
                <a:solidFill>
                  <a:srgbClr val="1D0D00"/>
                </a:solidFill>
                <a:latin typeface="DM Sans Medium"/>
                <a:ea typeface="DM Sans Medium"/>
                <a:cs typeface="DM Sans Medium"/>
                <a:sym typeface="DM Sans Medium"/>
              </a:rPr>
              <a:t>Kebutuhan Hardware dan Software</a:t>
            </a:r>
            <a:endParaRPr sz="1800" b="0" i="0" u="none" strike="noStrike" cap="none">
              <a:solidFill>
                <a:srgbClr val="1D0D00"/>
              </a:solidFill>
              <a:latin typeface="DM Sans Medium"/>
              <a:ea typeface="DM Sans Medium"/>
              <a:cs typeface="DM Sans Medium"/>
              <a:sym typeface="DM Sans Medium"/>
            </a:endParaRPr>
          </a:p>
        </p:txBody>
      </p:sp>
      <p:sp>
        <p:nvSpPr>
          <p:cNvPr id="694" name="Google Shape;694;p54"/>
          <p:cNvSpPr txBox="1"/>
          <p:nvPr/>
        </p:nvSpPr>
        <p:spPr>
          <a:xfrm>
            <a:off x="4419611" y="3738969"/>
            <a:ext cx="20550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Tahap Penelitian</a:t>
            </a:r>
            <a:endParaRPr sz="1800">
              <a:solidFill>
                <a:srgbClr val="1D0D00"/>
              </a:solidFill>
              <a:latin typeface="DM Sans Medium"/>
              <a:ea typeface="DM Sans Medium"/>
              <a:cs typeface="DM Sans Medium"/>
              <a:sym typeface="DM Sans Medium"/>
            </a:endParaRPr>
          </a:p>
          <a:p>
            <a:pPr marL="0" marR="0" lvl="0" indent="0" algn="ctr" rtl="0">
              <a:lnSpc>
                <a:spcPct val="115000"/>
              </a:lnSpc>
              <a:spcBef>
                <a:spcPts val="0"/>
              </a:spcBef>
              <a:spcAft>
                <a:spcPts val="0"/>
              </a:spcAft>
              <a:buClr>
                <a:srgbClr val="1D0D00"/>
              </a:buClr>
              <a:buSzPts val="2400"/>
              <a:buFont typeface="Bebas Neue"/>
              <a:buNone/>
            </a:pPr>
            <a:endParaRPr sz="1800">
              <a:solidFill>
                <a:srgbClr val="1D0D00"/>
              </a:solidFill>
              <a:latin typeface="DM Sans Medium"/>
              <a:ea typeface="DM Sans Medium"/>
              <a:cs typeface="DM Sans Medium"/>
              <a:sym typeface="DM Sans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82"/>
                                        </p:tgtEl>
                                        <p:attrNameLst>
                                          <p:attrName>style.visibility</p:attrName>
                                        </p:attrNameLst>
                                      </p:cBhvr>
                                      <p:to>
                                        <p:strVal val="visible"/>
                                      </p:to>
                                    </p:set>
                                    <p:animEffect transition="in" filter="fade">
                                      <p:cBhvr>
                                        <p:cTn id="7" dur="1000"/>
                                        <p:tgtEl>
                                          <p:spTgt spid="682"/>
                                        </p:tgtEl>
                                      </p:cBhvr>
                                    </p:animEffect>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677"/>
                                        </p:tgtEl>
                                        <p:attrNameLst>
                                          <p:attrName>style.visibility</p:attrName>
                                        </p:attrNameLst>
                                      </p:cBhvr>
                                      <p:to>
                                        <p:strVal val="visible"/>
                                      </p:to>
                                    </p:set>
                                    <p:anim calcmode="lin" valueType="num">
                                      <p:cBhvr additive="base">
                                        <p:cTn id="11" dur="500"/>
                                        <p:tgtEl>
                                          <p:spTgt spid="677"/>
                                        </p:tgtEl>
                                        <p:attrNameLst>
                                          <p:attrName>ppt_w</p:attrName>
                                        </p:attrNameLst>
                                      </p:cBhvr>
                                      <p:tavLst>
                                        <p:tav tm="0">
                                          <p:val>
                                            <p:strVal val="0"/>
                                          </p:val>
                                        </p:tav>
                                        <p:tav tm="100000">
                                          <p:val>
                                            <p:strVal val="#ppt_w"/>
                                          </p:val>
                                        </p:tav>
                                      </p:tavLst>
                                    </p:anim>
                                    <p:anim calcmode="lin" valueType="num">
                                      <p:cBhvr additive="base">
                                        <p:cTn id="12" dur="500"/>
                                        <p:tgtEl>
                                          <p:spTgt spid="67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81"/>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00" name="Google Shape;700;p81"/>
          <p:cNvSpPr txBox="1">
            <a:spLocks noGrp="1"/>
          </p:cNvSpPr>
          <p:nvPr>
            <p:ph type="title"/>
          </p:nvPr>
        </p:nvSpPr>
        <p:spPr>
          <a:xfrm>
            <a:off x="719138" y="632474"/>
            <a:ext cx="2222986"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Sumber data</a:t>
            </a:r>
            <a:endParaRPr/>
          </a:p>
        </p:txBody>
      </p:sp>
      <p:sp>
        <p:nvSpPr>
          <p:cNvPr id="701" name="Google Shape;701;p81"/>
          <p:cNvSpPr/>
          <p:nvPr/>
        </p:nvSpPr>
        <p:spPr>
          <a:xfrm>
            <a:off x="1470660" y="4222550"/>
            <a:ext cx="2758068" cy="2758068"/>
          </a:xfrm>
          <a:prstGeom prst="ellipse">
            <a:avLst/>
          </a:prstGeom>
          <a:solidFill>
            <a:srgbClr val="FAF2B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02" name="Google Shape;702;p81"/>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03" name="Google Shape;703;p81"/>
          <p:cNvSpPr/>
          <p:nvPr/>
        </p:nvSpPr>
        <p:spPr>
          <a:xfrm>
            <a:off x="3614047" y="4157047"/>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704" name="Google Shape;704;p81"/>
          <p:cNvGrpSpPr/>
          <p:nvPr/>
        </p:nvGrpSpPr>
        <p:grpSpPr>
          <a:xfrm>
            <a:off x="8420100" y="-257225"/>
            <a:ext cx="914556" cy="718263"/>
            <a:chOff x="388620" y="1420922"/>
            <a:chExt cx="679997" cy="534048"/>
          </a:xfrm>
        </p:grpSpPr>
        <p:sp>
          <p:nvSpPr>
            <p:cNvPr id="705" name="Google Shape;705;p81"/>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06" name="Google Shape;706;p81"/>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07" name="Google Shape;707;p81"/>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08" name="Google Shape;708;p81"/>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09" name="Google Shape;709;p81"/>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0" name="Google Shape;710;p81"/>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1" name="Google Shape;711;p81"/>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2" name="Google Shape;712;p81"/>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3" name="Google Shape;713;p81"/>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4" name="Google Shape;714;p81"/>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5" name="Google Shape;715;p81"/>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6" name="Google Shape;716;p81"/>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7" name="Google Shape;717;p81"/>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8" name="Google Shape;718;p81"/>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9" name="Google Shape;719;p81"/>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0" name="Google Shape;720;p81"/>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1" name="Google Shape;721;p81"/>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2" name="Google Shape;722;p81"/>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3" name="Google Shape;723;p81"/>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4" name="Google Shape;724;p81"/>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pSp>
        <p:nvGrpSpPr>
          <p:cNvPr id="725" name="Google Shape;725;p81"/>
          <p:cNvGrpSpPr/>
          <p:nvPr/>
        </p:nvGrpSpPr>
        <p:grpSpPr>
          <a:xfrm>
            <a:off x="838341" y="2420147"/>
            <a:ext cx="3486732" cy="1304997"/>
            <a:chOff x="15174" y="39067"/>
            <a:chExt cx="3486732" cy="1304997"/>
          </a:xfrm>
        </p:grpSpPr>
        <p:sp>
          <p:nvSpPr>
            <p:cNvPr id="726" name="Google Shape;726;p81"/>
            <p:cNvSpPr/>
            <p:nvPr/>
          </p:nvSpPr>
          <p:spPr>
            <a:xfrm>
              <a:off x="89865" y="507527"/>
              <a:ext cx="1314557" cy="4332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81"/>
            <p:cNvSpPr txBox="1"/>
            <p:nvPr/>
          </p:nvSpPr>
          <p:spPr>
            <a:xfrm>
              <a:off x="89865" y="507527"/>
              <a:ext cx="1314557" cy="433206"/>
            </a:xfrm>
            <a:prstGeom prst="rect">
              <a:avLst/>
            </a:prstGeom>
            <a:no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Clr>
                  <a:srgbClr val="000000"/>
                </a:buClr>
                <a:buSzPts val="800"/>
                <a:buFont typeface="Arial"/>
                <a:buNone/>
              </a:pPr>
              <a:r>
                <a:rPr lang="en" sz="800" b="0" i="0" u="none" strike="noStrike" cap="none">
                  <a:solidFill>
                    <a:srgbClr val="000000"/>
                  </a:solidFill>
                  <a:latin typeface="Arial"/>
                  <a:ea typeface="Arial"/>
                  <a:cs typeface="Arial"/>
                  <a:sym typeface="Arial"/>
                </a:rPr>
                <a:t>Ulasan Aplikasi Kalender Bali Berbahasa Indonesia di Google Play Store </a:t>
              </a:r>
              <a:endParaRPr sz="800" b="0" i="0" u="none" strike="noStrike" cap="none">
                <a:solidFill>
                  <a:srgbClr val="000000"/>
                </a:solidFill>
                <a:latin typeface="Arial"/>
                <a:ea typeface="Arial"/>
                <a:cs typeface="Arial"/>
                <a:sym typeface="Arial"/>
              </a:endParaRPr>
            </a:p>
          </p:txBody>
        </p:sp>
        <p:sp>
          <p:nvSpPr>
            <p:cNvPr id="728" name="Google Shape;728;p81"/>
            <p:cNvSpPr/>
            <p:nvPr/>
          </p:nvSpPr>
          <p:spPr>
            <a:xfrm>
              <a:off x="88371" y="375773"/>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81"/>
            <p:cNvSpPr/>
            <p:nvPr/>
          </p:nvSpPr>
          <p:spPr>
            <a:xfrm>
              <a:off x="161568" y="229379"/>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81"/>
            <p:cNvSpPr/>
            <p:nvPr/>
          </p:nvSpPr>
          <p:spPr>
            <a:xfrm>
              <a:off x="337241" y="258658"/>
              <a:ext cx="164319" cy="164319"/>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81"/>
            <p:cNvSpPr/>
            <p:nvPr/>
          </p:nvSpPr>
          <p:spPr>
            <a:xfrm>
              <a:off x="483635" y="97625"/>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81"/>
            <p:cNvSpPr/>
            <p:nvPr/>
          </p:nvSpPr>
          <p:spPr>
            <a:xfrm>
              <a:off x="673947" y="39067"/>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1"/>
            <p:cNvSpPr/>
            <p:nvPr/>
          </p:nvSpPr>
          <p:spPr>
            <a:xfrm>
              <a:off x="908177" y="141543"/>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81"/>
            <p:cNvSpPr/>
            <p:nvPr/>
          </p:nvSpPr>
          <p:spPr>
            <a:xfrm>
              <a:off x="1054571" y="214740"/>
              <a:ext cx="164319" cy="164319"/>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81"/>
            <p:cNvSpPr/>
            <p:nvPr/>
          </p:nvSpPr>
          <p:spPr>
            <a:xfrm>
              <a:off x="1259522" y="375773"/>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81"/>
            <p:cNvSpPr/>
            <p:nvPr/>
          </p:nvSpPr>
          <p:spPr>
            <a:xfrm>
              <a:off x="1347358" y="536806"/>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81"/>
            <p:cNvSpPr/>
            <p:nvPr/>
          </p:nvSpPr>
          <p:spPr>
            <a:xfrm>
              <a:off x="586110" y="229379"/>
              <a:ext cx="268886" cy="268886"/>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81"/>
            <p:cNvSpPr/>
            <p:nvPr/>
          </p:nvSpPr>
          <p:spPr>
            <a:xfrm>
              <a:off x="15174" y="785676"/>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81"/>
            <p:cNvSpPr/>
            <p:nvPr/>
          </p:nvSpPr>
          <p:spPr>
            <a:xfrm>
              <a:off x="103010" y="917430"/>
              <a:ext cx="164319" cy="164319"/>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81"/>
            <p:cNvSpPr/>
            <p:nvPr/>
          </p:nvSpPr>
          <p:spPr>
            <a:xfrm>
              <a:off x="322601" y="1034545"/>
              <a:ext cx="239010" cy="23901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81"/>
            <p:cNvSpPr/>
            <p:nvPr/>
          </p:nvSpPr>
          <p:spPr>
            <a:xfrm>
              <a:off x="630028" y="1224857"/>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81"/>
            <p:cNvSpPr/>
            <p:nvPr/>
          </p:nvSpPr>
          <p:spPr>
            <a:xfrm>
              <a:off x="688586" y="1034545"/>
              <a:ext cx="164319" cy="164319"/>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81"/>
            <p:cNvSpPr/>
            <p:nvPr/>
          </p:nvSpPr>
          <p:spPr>
            <a:xfrm>
              <a:off x="834980" y="1239497"/>
              <a:ext cx="104567" cy="104567"/>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81"/>
            <p:cNvSpPr/>
            <p:nvPr/>
          </p:nvSpPr>
          <p:spPr>
            <a:xfrm>
              <a:off x="954758" y="1038604"/>
              <a:ext cx="239010" cy="23901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81"/>
            <p:cNvSpPr/>
            <p:nvPr/>
          </p:nvSpPr>
          <p:spPr>
            <a:xfrm>
              <a:off x="1288801" y="946709"/>
              <a:ext cx="164319" cy="164319"/>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81"/>
            <p:cNvSpPr/>
            <p:nvPr/>
          </p:nvSpPr>
          <p:spPr>
            <a:xfrm>
              <a:off x="1453120" y="258414"/>
              <a:ext cx="482583" cy="921304"/>
            </a:xfrm>
            <a:prstGeom prst="chevron">
              <a:avLst>
                <a:gd name="adj" fmla="val 62310"/>
              </a:avLst>
            </a:prstGeom>
            <a:solidFill>
              <a:srgbClr val="FFB2A7"/>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81"/>
            <p:cNvSpPr/>
            <p:nvPr/>
          </p:nvSpPr>
          <p:spPr>
            <a:xfrm>
              <a:off x="1847961" y="258414"/>
              <a:ext cx="482583" cy="921304"/>
            </a:xfrm>
            <a:prstGeom prst="chevron">
              <a:avLst>
                <a:gd name="adj" fmla="val 62310"/>
              </a:avLst>
            </a:prstGeom>
            <a:solidFill>
              <a:srgbClr val="FFB2A7"/>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81"/>
            <p:cNvSpPr/>
            <p:nvPr/>
          </p:nvSpPr>
          <p:spPr>
            <a:xfrm>
              <a:off x="2383190" y="182276"/>
              <a:ext cx="1118716" cy="1118716"/>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81"/>
            <p:cNvSpPr txBox="1"/>
            <p:nvPr/>
          </p:nvSpPr>
          <p:spPr>
            <a:xfrm>
              <a:off x="2547022" y="346108"/>
              <a:ext cx="791052" cy="79105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800"/>
                <a:buFont typeface="Arial"/>
                <a:buNone/>
              </a:pPr>
              <a:r>
                <a:rPr lang="en" sz="800" b="0" i="0" u="none" strike="noStrike" cap="none" dirty="0">
                  <a:solidFill>
                    <a:schemeClr val="lt1"/>
                  </a:solidFill>
                  <a:latin typeface="Arial"/>
                  <a:ea typeface="Arial"/>
                  <a:cs typeface="Arial"/>
                  <a:sym typeface="Arial"/>
                </a:rPr>
                <a:t>Web scrapping dengan package google-play-scrapper di Python</a:t>
              </a:r>
              <a:endParaRPr sz="800" b="0" i="0" u="none" strike="noStrike" cap="none" dirty="0">
                <a:solidFill>
                  <a:schemeClr val="lt1"/>
                </a:solidFill>
                <a:latin typeface="Arial"/>
                <a:ea typeface="Arial"/>
                <a:cs typeface="Arial"/>
                <a:sym typeface="Arial"/>
              </a:endParaRPr>
            </a:p>
          </p:txBody>
        </p:sp>
      </p:grpSp>
      <p:pic>
        <p:nvPicPr>
          <p:cNvPr id="750" name="Google Shape;750;p81"/>
          <p:cNvPicPr preferRelativeResize="0"/>
          <p:nvPr/>
        </p:nvPicPr>
        <p:blipFill rotWithShape="1">
          <a:blip r:embed="rId3">
            <a:alphaModFix/>
          </a:blip>
          <a:srcRect/>
          <a:stretch/>
        </p:blipFill>
        <p:spPr>
          <a:xfrm>
            <a:off x="2900261" y="924562"/>
            <a:ext cx="1011498" cy="1060852"/>
          </a:xfrm>
          <a:prstGeom prst="rect">
            <a:avLst/>
          </a:prstGeom>
          <a:noFill/>
          <a:ln>
            <a:noFill/>
          </a:ln>
        </p:spPr>
      </p:pic>
      <p:pic>
        <p:nvPicPr>
          <p:cNvPr id="751" name="Google Shape;751;p81"/>
          <p:cNvPicPr preferRelativeResize="0"/>
          <p:nvPr/>
        </p:nvPicPr>
        <p:blipFill rotWithShape="1">
          <a:blip r:embed="rId4">
            <a:alphaModFix/>
          </a:blip>
          <a:srcRect t="4189" b="3254"/>
          <a:stretch/>
        </p:blipFill>
        <p:spPr>
          <a:xfrm>
            <a:off x="5285388" y="109052"/>
            <a:ext cx="2394660" cy="4925392"/>
          </a:xfrm>
          <a:prstGeom prst="rect">
            <a:avLst/>
          </a:prstGeom>
          <a:noFill/>
          <a:ln>
            <a:noFill/>
          </a:ln>
          <a:effectLst>
            <a:outerShdw blurRad="292100" dist="139700" dir="2700000" algn="tl" rotWithShape="0">
              <a:srgbClr val="333333">
                <a:alpha val="64705"/>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02"/>
                                        </p:tgtEl>
                                        <p:attrNameLst>
                                          <p:attrName>style.visibility</p:attrName>
                                        </p:attrNameLst>
                                      </p:cBhvr>
                                      <p:to>
                                        <p:strVal val="visible"/>
                                      </p:to>
                                    </p:set>
                                    <p:animEffect transition="in" filter="fade">
                                      <p:cBhvr>
                                        <p:cTn id="7" dur="500"/>
                                        <p:tgtEl>
                                          <p:spTgt spid="70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01"/>
                                        </p:tgtEl>
                                        <p:attrNameLst>
                                          <p:attrName>style.visibility</p:attrName>
                                        </p:attrNameLst>
                                      </p:cBhvr>
                                      <p:to>
                                        <p:strVal val="visible"/>
                                      </p:to>
                                    </p:set>
                                    <p:anim calcmode="lin" valueType="num">
                                      <p:cBhvr additive="base">
                                        <p:cTn id="11" dur="500"/>
                                        <p:tgtEl>
                                          <p:spTgt spid="701"/>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03"/>
                                        </p:tgtEl>
                                        <p:attrNameLst>
                                          <p:attrName>style.visibility</p:attrName>
                                        </p:attrNameLst>
                                      </p:cBhvr>
                                      <p:to>
                                        <p:strVal val="visible"/>
                                      </p:to>
                                    </p:set>
                                    <p:animEffect transition="in" filter="fade">
                                      <p:cBhvr>
                                        <p:cTn id="15" dur="2000"/>
                                        <p:tgtEl>
                                          <p:spTgt spid="703"/>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704"/>
                                        </p:tgtEl>
                                        <p:attrNameLst>
                                          <p:attrName>style.visibility</p:attrName>
                                        </p:attrNameLst>
                                      </p:cBhvr>
                                      <p:to>
                                        <p:strVal val="visible"/>
                                      </p:to>
                                    </p:set>
                                    <p:anim calcmode="lin" valueType="num">
                                      <p:cBhvr additive="base">
                                        <p:cTn id="19" dur="500"/>
                                        <p:tgtEl>
                                          <p:spTgt spid="704"/>
                                        </p:tgtEl>
                                        <p:attrNameLst>
                                          <p:attrName>ppt_w</p:attrName>
                                        </p:attrNameLst>
                                      </p:cBhvr>
                                      <p:tavLst>
                                        <p:tav tm="0">
                                          <p:val>
                                            <p:strVal val="0"/>
                                          </p:val>
                                        </p:tav>
                                        <p:tav tm="100000">
                                          <p:val>
                                            <p:strVal val="#ppt_w"/>
                                          </p:val>
                                        </p:tav>
                                      </p:tavLst>
                                    </p:anim>
                                    <p:anim calcmode="lin" valueType="num">
                                      <p:cBhvr additive="base">
                                        <p:cTn id="20" dur="500"/>
                                        <p:tgtEl>
                                          <p:spTgt spid="70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82"/>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57" name="Google Shape;757;p82"/>
          <p:cNvSpPr txBox="1">
            <a:spLocks noGrp="1"/>
          </p:cNvSpPr>
          <p:nvPr>
            <p:ph type="title"/>
          </p:nvPr>
        </p:nvSpPr>
        <p:spPr>
          <a:xfrm>
            <a:off x="719125" y="327675"/>
            <a:ext cx="4810800" cy="1574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Gambaran </a:t>
            </a:r>
            <a:endParaRPr/>
          </a:p>
          <a:p>
            <a:pPr marL="0" lvl="0" indent="0" algn="l" rtl="0">
              <a:lnSpc>
                <a:spcPct val="90000"/>
              </a:lnSpc>
              <a:spcBef>
                <a:spcPts val="0"/>
              </a:spcBef>
              <a:spcAft>
                <a:spcPts val="0"/>
              </a:spcAft>
              <a:buSzPts val="4000"/>
              <a:buNone/>
            </a:pPr>
            <a:r>
              <a:rPr lang="en"/>
              <a:t>umum </a:t>
            </a:r>
            <a:endParaRPr/>
          </a:p>
          <a:p>
            <a:pPr marL="0" lvl="0" indent="0" algn="l" rtl="0">
              <a:lnSpc>
                <a:spcPct val="90000"/>
              </a:lnSpc>
              <a:spcBef>
                <a:spcPts val="0"/>
              </a:spcBef>
              <a:spcAft>
                <a:spcPts val="0"/>
              </a:spcAft>
              <a:buSzPts val="4000"/>
              <a:buNone/>
            </a:pPr>
            <a:r>
              <a:rPr lang="en"/>
              <a:t>penelitian</a:t>
            </a:r>
            <a:endParaRPr/>
          </a:p>
        </p:txBody>
      </p:sp>
      <p:sp>
        <p:nvSpPr>
          <p:cNvPr id="758" name="Google Shape;758;p82"/>
          <p:cNvSpPr/>
          <p:nvPr/>
        </p:nvSpPr>
        <p:spPr>
          <a:xfrm>
            <a:off x="0" y="232438"/>
            <a:ext cx="3549600" cy="1203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59" name="Google Shape;759;p82"/>
          <p:cNvSpPr/>
          <p:nvPr/>
        </p:nvSpPr>
        <p:spPr>
          <a:xfrm>
            <a:off x="3614047" y="4157047"/>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760" name="Google Shape;760;p82"/>
          <p:cNvGrpSpPr/>
          <p:nvPr/>
        </p:nvGrpSpPr>
        <p:grpSpPr>
          <a:xfrm>
            <a:off x="8420100" y="-257225"/>
            <a:ext cx="914556" cy="718263"/>
            <a:chOff x="388620" y="1420922"/>
            <a:chExt cx="679997" cy="534048"/>
          </a:xfrm>
        </p:grpSpPr>
        <p:sp>
          <p:nvSpPr>
            <p:cNvPr id="761" name="Google Shape;761;p82"/>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2" name="Google Shape;762;p82"/>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3" name="Google Shape;763;p82"/>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4" name="Google Shape;764;p82"/>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5" name="Google Shape;765;p82"/>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6" name="Google Shape;766;p82"/>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7" name="Google Shape;767;p82"/>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8" name="Google Shape;768;p82"/>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9" name="Google Shape;769;p82"/>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0" name="Google Shape;770;p82"/>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1" name="Google Shape;771;p82"/>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2" name="Google Shape;772;p82"/>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3" name="Google Shape;773;p82"/>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4" name="Google Shape;774;p82"/>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5" name="Google Shape;775;p82"/>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6" name="Google Shape;776;p82"/>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7" name="Google Shape;777;p82"/>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8" name="Google Shape;778;p82"/>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9" name="Google Shape;779;p82"/>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80" name="Google Shape;780;p82"/>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781" name="Google Shape;781;p82"/>
          <p:cNvSpPr/>
          <p:nvPr/>
        </p:nvSpPr>
        <p:spPr>
          <a:xfrm flipH="1">
            <a:off x="8173403" y="1708136"/>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82" name="Google Shape;782;p82"/>
          <p:cNvSpPr/>
          <p:nvPr/>
        </p:nvSpPr>
        <p:spPr>
          <a:xfrm flipH="1">
            <a:off x="8173403" y="2300949"/>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83" name="Google Shape;783;p82"/>
          <p:cNvSpPr/>
          <p:nvPr/>
        </p:nvSpPr>
        <p:spPr>
          <a:xfrm flipH="1">
            <a:off x="8173404" y="2903958"/>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784" name="Google Shape;784;p82"/>
          <p:cNvPicPr preferRelativeResize="0"/>
          <p:nvPr/>
        </p:nvPicPr>
        <p:blipFill>
          <a:blip r:embed="rId3">
            <a:alphaModFix/>
          </a:blip>
          <a:stretch>
            <a:fillRect/>
          </a:stretch>
        </p:blipFill>
        <p:spPr>
          <a:xfrm>
            <a:off x="2671925" y="409125"/>
            <a:ext cx="4975525" cy="46581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58"/>
                                        </p:tgtEl>
                                        <p:attrNameLst>
                                          <p:attrName>style.visibility</p:attrName>
                                        </p:attrNameLst>
                                      </p:cBhvr>
                                      <p:to>
                                        <p:strVal val="visible"/>
                                      </p:to>
                                    </p:set>
                                    <p:animEffect transition="in" filter="fade">
                                      <p:cBhvr>
                                        <p:cTn id="7" dur="500"/>
                                        <p:tgtEl>
                                          <p:spTgt spid="75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59"/>
                                        </p:tgtEl>
                                        <p:attrNameLst>
                                          <p:attrName>style.visibility</p:attrName>
                                        </p:attrNameLst>
                                      </p:cBhvr>
                                      <p:to>
                                        <p:strVal val="visible"/>
                                      </p:to>
                                    </p:set>
                                    <p:animEffect transition="in" filter="fade">
                                      <p:cBhvr>
                                        <p:cTn id="11" dur="2000"/>
                                        <p:tgtEl>
                                          <p:spTgt spid="759"/>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783"/>
                                        </p:tgtEl>
                                        <p:attrNameLst>
                                          <p:attrName>style.visibility</p:attrName>
                                        </p:attrNameLst>
                                      </p:cBhvr>
                                      <p:to>
                                        <p:strVal val="visible"/>
                                      </p:to>
                                    </p:set>
                                    <p:animEffect transition="in" filter="fade">
                                      <p:cBhvr>
                                        <p:cTn id="15" dur="500"/>
                                        <p:tgtEl>
                                          <p:spTgt spid="783"/>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82"/>
                                        </p:tgtEl>
                                        <p:attrNameLst>
                                          <p:attrName>style.visibility</p:attrName>
                                        </p:attrNameLst>
                                      </p:cBhvr>
                                      <p:to>
                                        <p:strVal val="visible"/>
                                      </p:to>
                                    </p:set>
                                    <p:animEffect transition="in" filter="fade">
                                      <p:cBhvr>
                                        <p:cTn id="19" dur="500"/>
                                        <p:tgtEl>
                                          <p:spTgt spid="782"/>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781"/>
                                        </p:tgtEl>
                                        <p:attrNameLst>
                                          <p:attrName>style.visibility</p:attrName>
                                        </p:attrNameLst>
                                      </p:cBhvr>
                                      <p:to>
                                        <p:strVal val="visible"/>
                                      </p:to>
                                    </p:set>
                                    <p:animEffect transition="in" filter="fade">
                                      <p:cBhvr>
                                        <p:cTn id="23" dur="500"/>
                                        <p:tgtEl>
                                          <p:spTgt spid="781"/>
                                        </p:tgtEl>
                                      </p:cBhvr>
                                    </p:animEffect>
                                  </p:childTnLst>
                                </p:cTn>
                              </p:par>
                            </p:childTnLst>
                          </p:cTn>
                        </p:par>
                        <p:par>
                          <p:cTn id="24" fill="hold">
                            <p:stCondLst>
                              <p:cond delay="4000"/>
                            </p:stCondLst>
                            <p:childTnLst>
                              <p:par>
                                <p:cTn id="25" presetID="23" presetClass="entr" presetSubtype="16" fill="hold" nodeType="afterEffect">
                                  <p:stCondLst>
                                    <p:cond delay="0"/>
                                  </p:stCondLst>
                                  <p:childTnLst>
                                    <p:set>
                                      <p:cBhvr>
                                        <p:cTn id="26" dur="1" fill="hold">
                                          <p:stCondLst>
                                            <p:cond delay="0"/>
                                          </p:stCondLst>
                                        </p:cTn>
                                        <p:tgtEl>
                                          <p:spTgt spid="760"/>
                                        </p:tgtEl>
                                        <p:attrNameLst>
                                          <p:attrName>style.visibility</p:attrName>
                                        </p:attrNameLst>
                                      </p:cBhvr>
                                      <p:to>
                                        <p:strVal val="visible"/>
                                      </p:to>
                                    </p:set>
                                    <p:anim calcmode="lin" valueType="num">
                                      <p:cBhvr additive="base">
                                        <p:cTn id="27" dur="500"/>
                                        <p:tgtEl>
                                          <p:spTgt spid="760"/>
                                        </p:tgtEl>
                                        <p:attrNameLst>
                                          <p:attrName>ppt_w</p:attrName>
                                        </p:attrNameLst>
                                      </p:cBhvr>
                                      <p:tavLst>
                                        <p:tav tm="0">
                                          <p:val>
                                            <p:strVal val="0"/>
                                          </p:val>
                                        </p:tav>
                                        <p:tav tm="100000">
                                          <p:val>
                                            <p:strVal val="#ppt_w"/>
                                          </p:val>
                                        </p:tav>
                                      </p:tavLst>
                                    </p:anim>
                                    <p:anim calcmode="lin" valueType="num">
                                      <p:cBhvr additive="base">
                                        <p:cTn id="28" dur="500"/>
                                        <p:tgtEl>
                                          <p:spTgt spid="76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83"/>
          <p:cNvSpPr/>
          <p:nvPr/>
        </p:nvSpPr>
        <p:spPr>
          <a:xfrm>
            <a:off x="-15240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0" name="Google Shape;790;p83"/>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TahapaN penelitian</a:t>
            </a:r>
            <a:endParaRPr/>
          </a:p>
        </p:txBody>
      </p:sp>
      <p:sp>
        <p:nvSpPr>
          <p:cNvPr id="791" name="Google Shape;791;p83"/>
          <p:cNvSpPr/>
          <p:nvPr/>
        </p:nvSpPr>
        <p:spPr>
          <a:xfrm>
            <a:off x="1318260" y="45273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2" name="Google Shape;792;p83"/>
          <p:cNvSpPr/>
          <p:nvPr/>
        </p:nvSpPr>
        <p:spPr>
          <a:xfrm>
            <a:off x="0" y="461038"/>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3" name="Google Shape;793;p83"/>
          <p:cNvSpPr/>
          <p:nvPr/>
        </p:nvSpPr>
        <p:spPr>
          <a:xfrm>
            <a:off x="3461647" y="4461847"/>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794" name="Google Shape;794;p83"/>
          <p:cNvGrpSpPr/>
          <p:nvPr/>
        </p:nvGrpSpPr>
        <p:grpSpPr>
          <a:xfrm>
            <a:off x="8420100" y="-257225"/>
            <a:ext cx="914556" cy="718263"/>
            <a:chOff x="388620" y="1420922"/>
            <a:chExt cx="679997" cy="534048"/>
          </a:xfrm>
        </p:grpSpPr>
        <p:sp>
          <p:nvSpPr>
            <p:cNvPr id="795" name="Google Shape;795;p83"/>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6" name="Google Shape;796;p83"/>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7" name="Google Shape;797;p83"/>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8" name="Google Shape;798;p83"/>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9" name="Google Shape;799;p83"/>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0" name="Google Shape;800;p83"/>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1" name="Google Shape;801;p83"/>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2" name="Google Shape;802;p83"/>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3" name="Google Shape;803;p83"/>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4" name="Google Shape;804;p83"/>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5" name="Google Shape;805;p83"/>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6" name="Google Shape;806;p83"/>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7" name="Google Shape;807;p83"/>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8" name="Google Shape;808;p83"/>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9" name="Google Shape;809;p83"/>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10" name="Google Shape;810;p83"/>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11" name="Google Shape;811;p83"/>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12" name="Google Shape;812;p83"/>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13" name="Google Shape;813;p83"/>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14" name="Google Shape;814;p83"/>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815" name="Google Shape;815;p83"/>
          <p:cNvSpPr/>
          <p:nvPr/>
        </p:nvSpPr>
        <p:spPr>
          <a:xfrm flipH="1">
            <a:off x="8690424" y="2211011"/>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16" name="Google Shape;816;p83"/>
          <p:cNvSpPr/>
          <p:nvPr/>
        </p:nvSpPr>
        <p:spPr>
          <a:xfrm flipH="1">
            <a:off x="8690424" y="2803824"/>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17" name="Google Shape;817;p83"/>
          <p:cNvSpPr txBox="1"/>
          <p:nvPr/>
        </p:nvSpPr>
        <p:spPr>
          <a:xfrm>
            <a:off x="415782" y="112933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818" name="Google Shape;818;p83"/>
          <p:cNvSpPr txBox="1"/>
          <p:nvPr/>
        </p:nvSpPr>
        <p:spPr>
          <a:xfrm>
            <a:off x="303004" y="1900462"/>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b="0" i="0" u="none" strike="noStrike" cap="none">
                <a:solidFill>
                  <a:srgbClr val="1D0D00"/>
                </a:solidFill>
                <a:latin typeface="DM Sans Medium"/>
                <a:ea typeface="DM Sans Medium"/>
                <a:cs typeface="DM Sans Medium"/>
                <a:sym typeface="DM Sans Medium"/>
              </a:rPr>
              <a:t>Pengumpulan Data</a:t>
            </a:r>
            <a:endParaRPr sz="1800" b="0" i="0" u="none" strike="noStrike" cap="none">
              <a:solidFill>
                <a:srgbClr val="1D0D00"/>
              </a:solidFill>
              <a:latin typeface="DM Sans Medium"/>
              <a:ea typeface="DM Sans Medium"/>
              <a:cs typeface="DM Sans Medium"/>
              <a:sym typeface="DM Sans Medium"/>
            </a:endParaRPr>
          </a:p>
        </p:txBody>
      </p:sp>
      <p:sp>
        <p:nvSpPr>
          <p:cNvPr id="819" name="Google Shape;819;p83"/>
          <p:cNvSpPr txBox="1"/>
          <p:nvPr/>
        </p:nvSpPr>
        <p:spPr>
          <a:xfrm>
            <a:off x="2182600" y="1129737"/>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02</a:t>
            </a:r>
            <a:endParaRPr/>
          </a:p>
        </p:txBody>
      </p:sp>
      <p:sp>
        <p:nvSpPr>
          <p:cNvPr id="820" name="Google Shape;820;p83"/>
          <p:cNvSpPr txBox="1"/>
          <p:nvPr/>
        </p:nvSpPr>
        <p:spPr>
          <a:xfrm>
            <a:off x="3855000" y="113658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03</a:t>
            </a:r>
            <a:endParaRPr/>
          </a:p>
        </p:txBody>
      </p:sp>
      <p:sp>
        <p:nvSpPr>
          <p:cNvPr id="821" name="Google Shape;821;p83"/>
          <p:cNvSpPr txBox="1"/>
          <p:nvPr/>
        </p:nvSpPr>
        <p:spPr>
          <a:xfrm>
            <a:off x="2025363" y="1906543"/>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b="0" i="0" u="none" strike="noStrike" cap="none">
                <a:solidFill>
                  <a:srgbClr val="1D0D00"/>
                </a:solidFill>
                <a:latin typeface="DM Sans Medium"/>
                <a:ea typeface="DM Sans Medium"/>
                <a:cs typeface="DM Sans Medium"/>
                <a:sym typeface="DM Sans Medium"/>
              </a:rPr>
              <a:t>Pre-Processing</a:t>
            </a:r>
            <a:endParaRPr/>
          </a:p>
          <a:p>
            <a:pPr marL="0" marR="0" lvl="0" indent="0" algn="ctr" rtl="0">
              <a:lnSpc>
                <a:spcPct val="115000"/>
              </a:lnSpc>
              <a:spcBef>
                <a:spcPts val="0"/>
              </a:spcBef>
              <a:spcAft>
                <a:spcPts val="0"/>
              </a:spcAft>
              <a:buClr>
                <a:srgbClr val="1D0D00"/>
              </a:buClr>
              <a:buSzPts val="2400"/>
              <a:buFont typeface="Bebas Neue"/>
              <a:buNone/>
            </a:pPr>
            <a:endParaRPr sz="1800" b="0" i="0" u="none" strike="noStrike" cap="none">
              <a:solidFill>
                <a:srgbClr val="1D0D00"/>
              </a:solidFill>
              <a:latin typeface="DM Sans Medium"/>
              <a:ea typeface="DM Sans Medium"/>
              <a:cs typeface="DM Sans Medium"/>
              <a:sym typeface="DM Sans Medium"/>
            </a:endParaRPr>
          </a:p>
        </p:txBody>
      </p:sp>
      <p:sp>
        <p:nvSpPr>
          <p:cNvPr id="822" name="Google Shape;822;p83"/>
          <p:cNvSpPr txBox="1"/>
          <p:nvPr/>
        </p:nvSpPr>
        <p:spPr>
          <a:xfrm>
            <a:off x="3747725" y="1682350"/>
            <a:ext cx="1847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Pembagian Rentang Waktu Data</a:t>
            </a:r>
            <a:endParaRPr sz="1800">
              <a:solidFill>
                <a:srgbClr val="1D0D00"/>
              </a:solidFill>
              <a:latin typeface="DM Sans Medium"/>
              <a:ea typeface="DM Sans Medium"/>
              <a:cs typeface="DM Sans Medium"/>
              <a:sym typeface="DM Sans Medium"/>
            </a:endParaRPr>
          </a:p>
        </p:txBody>
      </p:sp>
      <p:sp>
        <p:nvSpPr>
          <p:cNvPr id="823" name="Google Shape;823;p83"/>
          <p:cNvSpPr txBox="1"/>
          <p:nvPr/>
        </p:nvSpPr>
        <p:spPr>
          <a:xfrm>
            <a:off x="5513025" y="112933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4</a:t>
            </a:r>
            <a:endParaRPr/>
          </a:p>
        </p:txBody>
      </p:sp>
      <p:sp>
        <p:nvSpPr>
          <p:cNvPr id="824" name="Google Shape;824;p83"/>
          <p:cNvSpPr txBox="1"/>
          <p:nvPr/>
        </p:nvSpPr>
        <p:spPr>
          <a:xfrm>
            <a:off x="5405747" y="1885750"/>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b="0" i="0" u="none" strike="noStrike" cap="none">
                <a:solidFill>
                  <a:srgbClr val="1D0D00"/>
                </a:solidFill>
                <a:latin typeface="DM Sans Medium"/>
                <a:ea typeface="DM Sans Medium"/>
                <a:cs typeface="DM Sans Medium"/>
                <a:sym typeface="DM Sans Medium"/>
              </a:rPr>
              <a:t>Pembobotan Kata</a:t>
            </a:r>
            <a:endParaRPr/>
          </a:p>
        </p:txBody>
      </p:sp>
      <p:sp>
        <p:nvSpPr>
          <p:cNvPr id="825" name="Google Shape;825;p83"/>
          <p:cNvSpPr txBox="1"/>
          <p:nvPr/>
        </p:nvSpPr>
        <p:spPr>
          <a:xfrm>
            <a:off x="7076175" y="112933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5</a:t>
            </a:r>
            <a:endParaRPr/>
          </a:p>
        </p:txBody>
      </p:sp>
      <p:sp>
        <p:nvSpPr>
          <p:cNvPr id="826" name="Google Shape;826;p83"/>
          <p:cNvSpPr txBox="1"/>
          <p:nvPr/>
        </p:nvSpPr>
        <p:spPr>
          <a:xfrm>
            <a:off x="6968897" y="1885750"/>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Pembagian Data</a:t>
            </a:r>
            <a:endParaRPr/>
          </a:p>
        </p:txBody>
      </p:sp>
      <p:sp>
        <p:nvSpPr>
          <p:cNvPr id="827" name="Google Shape;827;p83"/>
          <p:cNvSpPr txBox="1"/>
          <p:nvPr/>
        </p:nvSpPr>
        <p:spPr>
          <a:xfrm>
            <a:off x="428132" y="2675942"/>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6</a:t>
            </a:r>
            <a:endParaRPr/>
          </a:p>
        </p:txBody>
      </p:sp>
      <p:sp>
        <p:nvSpPr>
          <p:cNvPr id="828" name="Google Shape;828;p83"/>
          <p:cNvSpPr txBox="1"/>
          <p:nvPr/>
        </p:nvSpPr>
        <p:spPr>
          <a:xfrm>
            <a:off x="315354" y="3447075"/>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Klasifikasi</a:t>
            </a:r>
            <a:endParaRPr sz="1800">
              <a:solidFill>
                <a:srgbClr val="1D0D00"/>
              </a:solidFill>
              <a:latin typeface="DM Sans Medium"/>
              <a:ea typeface="DM Sans Medium"/>
              <a:cs typeface="DM Sans Medium"/>
              <a:sym typeface="DM Sans Medium"/>
            </a:endParaRPr>
          </a:p>
          <a:p>
            <a:pPr marL="0" marR="0" lvl="0" indent="0" algn="ctr" rtl="0">
              <a:lnSpc>
                <a:spcPct val="115000"/>
              </a:lnSpc>
              <a:spcBef>
                <a:spcPts val="0"/>
              </a:spcBef>
              <a:spcAft>
                <a:spcPts val="0"/>
              </a:spcAft>
              <a:buClr>
                <a:srgbClr val="1D0D00"/>
              </a:buClr>
              <a:buSzPts val="2400"/>
              <a:buFont typeface="Bebas Neue"/>
              <a:buNone/>
            </a:pPr>
            <a:endParaRPr sz="1800">
              <a:solidFill>
                <a:srgbClr val="1D0D00"/>
              </a:solidFill>
              <a:latin typeface="DM Sans Medium"/>
              <a:ea typeface="DM Sans Medium"/>
              <a:cs typeface="DM Sans Medium"/>
              <a:sym typeface="DM Sans Medium"/>
            </a:endParaRPr>
          </a:p>
        </p:txBody>
      </p:sp>
      <p:sp>
        <p:nvSpPr>
          <p:cNvPr id="829" name="Google Shape;829;p83"/>
          <p:cNvSpPr txBox="1"/>
          <p:nvPr/>
        </p:nvSpPr>
        <p:spPr>
          <a:xfrm>
            <a:off x="2194950" y="267635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7</a:t>
            </a:r>
            <a:endParaRPr/>
          </a:p>
        </p:txBody>
      </p:sp>
      <p:sp>
        <p:nvSpPr>
          <p:cNvPr id="830" name="Google Shape;830;p83"/>
          <p:cNvSpPr txBox="1"/>
          <p:nvPr/>
        </p:nvSpPr>
        <p:spPr>
          <a:xfrm>
            <a:off x="3867350" y="2683192"/>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8</a:t>
            </a:r>
            <a:endParaRPr/>
          </a:p>
        </p:txBody>
      </p:sp>
      <p:sp>
        <p:nvSpPr>
          <p:cNvPr id="831" name="Google Shape;831;p83"/>
          <p:cNvSpPr txBox="1"/>
          <p:nvPr/>
        </p:nvSpPr>
        <p:spPr>
          <a:xfrm>
            <a:off x="2037713" y="3453156"/>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i="1">
                <a:solidFill>
                  <a:srgbClr val="1D0D00"/>
                </a:solidFill>
                <a:latin typeface="DM Sans Medium"/>
                <a:ea typeface="DM Sans Medium"/>
                <a:cs typeface="DM Sans Medium"/>
                <a:sym typeface="DM Sans Medium"/>
              </a:rPr>
              <a:t>Balancing </a:t>
            </a:r>
            <a:r>
              <a:rPr lang="en" sz="1800">
                <a:solidFill>
                  <a:srgbClr val="1D0D00"/>
                </a:solidFill>
                <a:latin typeface="DM Sans Medium"/>
                <a:ea typeface="DM Sans Medium"/>
                <a:cs typeface="DM Sans Medium"/>
                <a:sym typeface="DM Sans Medium"/>
              </a:rPr>
              <a:t>Data</a:t>
            </a:r>
            <a:endParaRPr/>
          </a:p>
          <a:p>
            <a:pPr marL="0" marR="0" lvl="0" indent="0" algn="ctr" rtl="0">
              <a:lnSpc>
                <a:spcPct val="115000"/>
              </a:lnSpc>
              <a:spcBef>
                <a:spcPts val="0"/>
              </a:spcBef>
              <a:spcAft>
                <a:spcPts val="0"/>
              </a:spcAft>
              <a:buClr>
                <a:srgbClr val="1D0D00"/>
              </a:buClr>
              <a:buSzPts val="2400"/>
              <a:buFont typeface="Bebas Neue"/>
              <a:buNone/>
            </a:pPr>
            <a:endParaRPr sz="1800" b="0" i="0" u="none" strike="noStrike" cap="none">
              <a:solidFill>
                <a:srgbClr val="1D0D00"/>
              </a:solidFill>
              <a:latin typeface="DM Sans Medium"/>
              <a:ea typeface="DM Sans Medium"/>
              <a:cs typeface="DM Sans Medium"/>
              <a:sym typeface="DM Sans Medium"/>
            </a:endParaRPr>
          </a:p>
        </p:txBody>
      </p:sp>
      <p:sp>
        <p:nvSpPr>
          <p:cNvPr id="832" name="Google Shape;832;p83"/>
          <p:cNvSpPr txBox="1"/>
          <p:nvPr/>
        </p:nvSpPr>
        <p:spPr>
          <a:xfrm>
            <a:off x="3760075" y="3229000"/>
            <a:ext cx="1847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Klasifikasi Menggunakan </a:t>
            </a:r>
            <a:r>
              <a:rPr lang="en" sz="1800" i="1">
                <a:solidFill>
                  <a:srgbClr val="1D0D00"/>
                </a:solidFill>
                <a:latin typeface="DM Sans Medium"/>
                <a:ea typeface="DM Sans Medium"/>
                <a:cs typeface="DM Sans Medium"/>
                <a:sym typeface="DM Sans Medium"/>
              </a:rPr>
              <a:t>Balanced </a:t>
            </a:r>
            <a:r>
              <a:rPr lang="en" sz="1800">
                <a:solidFill>
                  <a:srgbClr val="1D0D00"/>
                </a:solidFill>
                <a:latin typeface="DM Sans Medium"/>
                <a:ea typeface="DM Sans Medium"/>
                <a:cs typeface="DM Sans Medium"/>
                <a:sym typeface="DM Sans Medium"/>
              </a:rPr>
              <a:t>Data</a:t>
            </a:r>
            <a:endParaRPr/>
          </a:p>
        </p:txBody>
      </p:sp>
      <p:sp>
        <p:nvSpPr>
          <p:cNvPr id="833" name="Google Shape;833;p83"/>
          <p:cNvSpPr txBox="1"/>
          <p:nvPr/>
        </p:nvSpPr>
        <p:spPr>
          <a:xfrm>
            <a:off x="5525375" y="2675942"/>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9</a:t>
            </a:r>
            <a:endParaRPr/>
          </a:p>
        </p:txBody>
      </p:sp>
      <p:sp>
        <p:nvSpPr>
          <p:cNvPr id="834" name="Google Shape;834;p83"/>
          <p:cNvSpPr txBox="1"/>
          <p:nvPr/>
        </p:nvSpPr>
        <p:spPr>
          <a:xfrm>
            <a:off x="5418097" y="3432363"/>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Evaluasi </a:t>
            </a:r>
            <a:endParaRPr sz="1800">
              <a:solidFill>
                <a:srgbClr val="1D0D00"/>
              </a:solidFill>
              <a:latin typeface="DM Sans Medium"/>
              <a:ea typeface="DM Sans Medium"/>
              <a:cs typeface="DM Sans Medium"/>
              <a:sym typeface="DM Sans Medium"/>
            </a:endParaRPr>
          </a:p>
          <a:p>
            <a:pPr marL="0" marR="0" lvl="0" indent="0" algn="ctr" rtl="0">
              <a:lnSpc>
                <a:spcPct val="115000"/>
              </a:lnSpc>
              <a:spcBef>
                <a:spcPts val="0"/>
              </a:spcBef>
              <a:spcAft>
                <a:spcPts val="0"/>
              </a:spcAft>
              <a:buClr>
                <a:srgbClr val="1D0D00"/>
              </a:buClr>
              <a:buSzPts val="2400"/>
              <a:buFont typeface="Bebas Neue"/>
              <a:buNone/>
            </a:pPr>
            <a:endParaRPr sz="1800">
              <a:solidFill>
                <a:srgbClr val="1D0D00"/>
              </a:solidFill>
              <a:latin typeface="DM Sans Medium"/>
              <a:ea typeface="DM Sans Medium"/>
              <a:cs typeface="DM Sans Medium"/>
              <a:sym typeface="DM Sans Medium"/>
            </a:endParaRPr>
          </a:p>
        </p:txBody>
      </p:sp>
      <p:sp>
        <p:nvSpPr>
          <p:cNvPr id="835" name="Google Shape;835;p83"/>
          <p:cNvSpPr txBox="1"/>
          <p:nvPr/>
        </p:nvSpPr>
        <p:spPr>
          <a:xfrm>
            <a:off x="7088525" y="2675942"/>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a:solidFill>
                  <a:srgbClr val="567AFB"/>
                </a:solidFill>
                <a:latin typeface="Urbanist"/>
                <a:ea typeface="Urbanist"/>
                <a:cs typeface="Urbanist"/>
                <a:sym typeface="Urbanist"/>
              </a:rPr>
              <a:t>1</a:t>
            </a:r>
            <a:r>
              <a:rPr lang="en" sz="2800" b="1" i="0" u="none" strike="noStrike" cap="none">
                <a:solidFill>
                  <a:srgbClr val="567AFB"/>
                </a:solidFill>
                <a:latin typeface="Urbanist"/>
                <a:ea typeface="Urbanist"/>
                <a:cs typeface="Urbanist"/>
                <a:sym typeface="Urbanist"/>
              </a:rPr>
              <a:t>0</a:t>
            </a:r>
            <a:endParaRPr/>
          </a:p>
        </p:txBody>
      </p:sp>
      <p:sp>
        <p:nvSpPr>
          <p:cNvPr id="836" name="Google Shape;836;p83"/>
          <p:cNvSpPr txBox="1"/>
          <p:nvPr/>
        </p:nvSpPr>
        <p:spPr>
          <a:xfrm>
            <a:off x="6981247" y="3432363"/>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Skenario Pengujian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92"/>
                                        </p:tgtEl>
                                        <p:attrNameLst>
                                          <p:attrName>style.visibility</p:attrName>
                                        </p:attrNameLst>
                                      </p:cBhvr>
                                      <p:to>
                                        <p:strVal val="visible"/>
                                      </p:to>
                                    </p:set>
                                    <p:animEffect transition="in" filter="fade">
                                      <p:cBhvr>
                                        <p:cTn id="7" dur="500"/>
                                        <p:tgtEl>
                                          <p:spTgt spid="79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91"/>
                                        </p:tgtEl>
                                        <p:attrNameLst>
                                          <p:attrName>style.visibility</p:attrName>
                                        </p:attrNameLst>
                                      </p:cBhvr>
                                      <p:to>
                                        <p:strVal val="visible"/>
                                      </p:to>
                                    </p:set>
                                    <p:anim calcmode="lin" valueType="num">
                                      <p:cBhvr additive="base">
                                        <p:cTn id="11" dur="500"/>
                                        <p:tgtEl>
                                          <p:spTgt spid="791"/>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93"/>
                                        </p:tgtEl>
                                        <p:attrNameLst>
                                          <p:attrName>style.visibility</p:attrName>
                                        </p:attrNameLst>
                                      </p:cBhvr>
                                      <p:to>
                                        <p:strVal val="visible"/>
                                      </p:to>
                                    </p:set>
                                    <p:animEffect transition="in" filter="fade">
                                      <p:cBhvr>
                                        <p:cTn id="15" dur="2000"/>
                                        <p:tgtEl>
                                          <p:spTgt spid="793"/>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816"/>
                                        </p:tgtEl>
                                        <p:attrNameLst>
                                          <p:attrName>style.visibility</p:attrName>
                                        </p:attrNameLst>
                                      </p:cBhvr>
                                      <p:to>
                                        <p:strVal val="visible"/>
                                      </p:to>
                                    </p:set>
                                    <p:animEffect transition="in" filter="fade">
                                      <p:cBhvr>
                                        <p:cTn id="19" dur="500"/>
                                        <p:tgtEl>
                                          <p:spTgt spid="816"/>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815"/>
                                        </p:tgtEl>
                                        <p:attrNameLst>
                                          <p:attrName>style.visibility</p:attrName>
                                        </p:attrNameLst>
                                      </p:cBhvr>
                                      <p:to>
                                        <p:strVal val="visible"/>
                                      </p:to>
                                    </p:set>
                                    <p:animEffect transition="in" filter="fade">
                                      <p:cBhvr>
                                        <p:cTn id="23" dur="500"/>
                                        <p:tgtEl>
                                          <p:spTgt spid="815"/>
                                        </p:tgtEl>
                                      </p:cBhvr>
                                    </p:animEffect>
                                  </p:childTnLst>
                                </p:cTn>
                              </p:par>
                            </p:childTnLst>
                          </p:cTn>
                        </p:par>
                        <p:par>
                          <p:cTn id="24" fill="hold">
                            <p:stCondLst>
                              <p:cond delay="4000"/>
                            </p:stCondLst>
                            <p:childTnLst>
                              <p:par>
                                <p:cTn id="25" presetID="23" presetClass="entr" presetSubtype="16" fill="hold" nodeType="afterEffect">
                                  <p:stCondLst>
                                    <p:cond delay="0"/>
                                  </p:stCondLst>
                                  <p:childTnLst>
                                    <p:set>
                                      <p:cBhvr>
                                        <p:cTn id="26" dur="1" fill="hold">
                                          <p:stCondLst>
                                            <p:cond delay="0"/>
                                          </p:stCondLst>
                                        </p:cTn>
                                        <p:tgtEl>
                                          <p:spTgt spid="794"/>
                                        </p:tgtEl>
                                        <p:attrNameLst>
                                          <p:attrName>style.visibility</p:attrName>
                                        </p:attrNameLst>
                                      </p:cBhvr>
                                      <p:to>
                                        <p:strVal val="visible"/>
                                      </p:to>
                                    </p:set>
                                    <p:anim calcmode="lin" valueType="num">
                                      <p:cBhvr additive="base">
                                        <p:cTn id="27" dur="500"/>
                                        <p:tgtEl>
                                          <p:spTgt spid="794"/>
                                        </p:tgtEl>
                                        <p:attrNameLst>
                                          <p:attrName>ppt_w</p:attrName>
                                        </p:attrNameLst>
                                      </p:cBhvr>
                                      <p:tavLst>
                                        <p:tav tm="0">
                                          <p:val>
                                            <p:strVal val="0"/>
                                          </p:val>
                                        </p:tav>
                                        <p:tav tm="100000">
                                          <p:val>
                                            <p:strVal val="#ppt_w"/>
                                          </p:val>
                                        </p:tav>
                                      </p:tavLst>
                                    </p:anim>
                                    <p:anim calcmode="lin" valueType="num">
                                      <p:cBhvr additive="base">
                                        <p:cTn id="28" dur="500"/>
                                        <p:tgtEl>
                                          <p:spTgt spid="79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84"/>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42" name="Google Shape;842;p84"/>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Pengumpulan data</a:t>
            </a:r>
            <a:endParaRPr/>
          </a:p>
        </p:txBody>
      </p:sp>
      <p:sp>
        <p:nvSpPr>
          <p:cNvPr id="843" name="Google Shape;843;p84"/>
          <p:cNvSpPr/>
          <p:nvPr/>
        </p:nvSpPr>
        <p:spPr>
          <a:xfrm>
            <a:off x="7451004" y="3764464"/>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44" name="Google Shape;844;p84"/>
          <p:cNvSpPr/>
          <p:nvPr/>
        </p:nvSpPr>
        <p:spPr>
          <a:xfrm>
            <a:off x="0" y="461038"/>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45" name="Google Shape;845;p84"/>
          <p:cNvSpPr/>
          <p:nvPr/>
        </p:nvSpPr>
        <p:spPr>
          <a:xfrm>
            <a:off x="7112730" y="4486002"/>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846" name="Google Shape;846;p84"/>
          <p:cNvGrpSpPr/>
          <p:nvPr/>
        </p:nvGrpSpPr>
        <p:grpSpPr>
          <a:xfrm>
            <a:off x="8420100" y="-257225"/>
            <a:ext cx="914556" cy="718263"/>
            <a:chOff x="388620" y="1420922"/>
            <a:chExt cx="679997" cy="534048"/>
          </a:xfrm>
        </p:grpSpPr>
        <p:sp>
          <p:nvSpPr>
            <p:cNvPr id="847" name="Google Shape;847;p84"/>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48" name="Google Shape;848;p84"/>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49" name="Google Shape;849;p84"/>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0" name="Google Shape;850;p84"/>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1" name="Google Shape;851;p84"/>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2" name="Google Shape;852;p84"/>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3" name="Google Shape;853;p84"/>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4" name="Google Shape;854;p84"/>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5" name="Google Shape;855;p84"/>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6" name="Google Shape;856;p84"/>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7" name="Google Shape;857;p84"/>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8" name="Google Shape;858;p84"/>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59" name="Google Shape;859;p84"/>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0" name="Google Shape;860;p84"/>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1" name="Google Shape;861;p84"/>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2" name="Google Shape;862;p84"/>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3" name="Google Shape;863;p84"/>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4" name="Google Shape;864;p84"/>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5" name="Google Shape;865;p84"/>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6" name="Google Shape;866;p84"/>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867" name="Google Shape;867;p84"/>
          <p:cNvPicPr preferRelativeResize="0"/>
          <p:nvPr/>
        </p:nvPicPr>
        <p:blipFill>
          <a:blip r:embed="rId3">
            <a:alphaModFix/>
          </a:blip>
          <a:stretch>
            <a:fillRect/>
          </a:stretch>
        </p:blipFill>
        <p:spPr>
          <a:xfrm>
            <a:off x="630900" y="1258575"/>
            <a:ext cx="7509150" cy="2644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44"/>
                                        </p:tgtEl>
                                        <p:attrNameLst>
                                          <p:attrName>style.visibility</p:attrName>
                                        </p:attrNameLst>
                                      </p:cBhvr>
                                      <p:to>
                                        <p:strVal val="visible"/>
                                      </p:to>
                                    </p:set>
                                    <p:animEffect transition="in" filter="fade">
                                      <p:cBhvr>
                                        <p:cTn id="7" dur="500"/>
                                        <p:tgtEl>
                                          <p:spTgt spid="84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843"/>
                                        </p:tgtEl>
                                        <p:attrNameLst>
                                          <p:attrName>style.visibility</p:attrName>
                                        </p:attrNameLst>
                                      </p:cBhvr>
                                      <p:to>
                                        <p:strVal val="visible"/>
                                      </p:to>
                                    </p:set>
                                    <p:anim calcmode="lin" valueType="num">
                                      <p:cBhvr additive="base">
                                        <p:cTn id="11" dur="500"/>
                                        <p:tgtEl>
                                          <p:spTgt spid="843"/>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45"/>
                                        </p:tgtEl>
                                        <p:attrNameLst>
                                          <p:attrName>style.visibility</p:attrName>
                                        </p:attrNameLst>
                                      </p:cBhvr>
                                      <p:to>
                                        <p:strVal val="visible"/>
                                      </p:to>
                                    </p:set>
                                    <p:animEffect transition="in" filter="fade">
                                      <p:cBhvr>
                                        <p:cTn id="15" dur="2000"/>
                                        <p:tgtEl>
                                          <p:spTgt spid="845"/>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846"/>
                                        </p:tgtEl>
                                        <p:attrNameLst>
                                          <p:attrName>style.visibility</p:attrName>
                                        </p:attrNameLst>
                                      </p:cBhvr>
                                      <p:to>
                                        <p:strVal val="visible"/>
                                      </p:to>
                                    </p:set>
                                    <p:anim calcmode="lin" valueType="num">
                                      <p:cBhvr additive="base">
                                        <p:cTn id="19" dur="500"/>
                                        <p:tgtEl>
                                          <p:spTgt spid="846"/>
                                        </p:tgtEl>
                                        <p:attrNameLst>
                                          <p:attrName>ppt_w</p:attrName>
                                        </p:attrNameLst>
                                      </p:cBhvr>
                                      <p:tavLst>
                                        <p:tav tm="0">
                                          <p:val>
                                            <p:strVal val="0"/>
                                          </p:val>
                                        </p:tav>
                                        <p:tav tm="100000">
                                          <p:val>
                                            <p:strVal val="#ppt_w"/>
                                          </p:val>
                                        </p:tav>
                                      </p:tavLst>
                                    </p:anim>
                                    <p:anim calcmode="lin" valueType="num">
                                      <p:cBhvr additive="base">
                                        <p:cTn id="20" dur="500"/>
                                        <p:tgtEl>
                                          <p:spTgt spid="84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636d3785bb_3_158"/>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73" name="Google Shape;873;g2636d3785bb_3_158"/>
          <p:cNvSpPr txBox="1">
            <a:spLocks noGrp="1"/>
          </p:cNvSpPr>
          <p:nvPr>
            <p:ph type="title"/>
          </p:nvPr>
        </p:nvSpPr>
        <p:spPr>
          <a:xfrm>
            <a:off x="719100" y="204387"/>
            <a:ext cx="38529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200" dirty="0"/>
              <a:t>Pengumpulan </a:t>
            </a:r>
            <a:r>
              <a:rPr lang="en" sz="3600" dirty="0"/>
              <a:t>data</a:t>
            </a:r>
            <a:endParaRPr sz="3200" dirty="0"/>
          </a:p>
        </p:txBody>
      </p:sp>
      <p:sp>
        <p:nvSpPr>
          <p:cNvPr id="874" name="Google Shape;874;g2636d3785bb_3_158"/>
          <p:cNvSpPr/>
          <p:nvPr/>
        </p:nvSpPr>
        <p:spPr>
          <a:xfrm>
            <a:off x="7984404" y="3916864"/>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75" name="Google Shape;875;g2636d3785bb_3_158"/>
          <p:cNvSpPr/>
          <p:nvPr/>
        </p:nvSpPr>
        <p:spPr>
          <a:xfrm>
            <a:off x="0" y="156238"/>
            <a:ext cx="3549600" cy="120300"/>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76" name="Google Shape;876;g2636d3785bb_3_158"/>
          <p:cNvSpPr/>
          <p:nvPr/>
        </p:nvSpPr>
        <p:spPr>
          <a:xfrm>
            <a:off x="7646130" y="4638402"/>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877" name="Google Shape;877;g2636d3785bb_3_158"/>
          <p:cNvGrpSpPr/>
          <p:nvPr/>
        </p:nvGrpSpPr>
        <p:grpSpPr>
          <a:xfrm>
            <a:off x="8420084" y="-257283"/>
            <a:ext cx="914666" cy="718380"/>
            <a:chOff x="388620" y="1420922"/>
            <a:chExt cx="680100" cy="534151"/>
          </a:xfrm>
        </p:grpSpPr>
        <p:sp>
          <p:nvSpPr>
            <p:cNvPr id="878" name="Google Shape;878;g2636d3785bb_3_158"/>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79" name="Google Shape;879;g2636d3785bb_3_158"/>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0" name="Google Shape;880;g2636d3785bb_3_158"/>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1" name="Google Shape;881;g2636d3785bb_3_158"/>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2" name="Google Shape;882;g2636d3785bb_3_158"/>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3" name="Google Shape;883;g2636d3785bb_3_158"/>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4" name="Google Shape;884;g2636d3785bb_3_158"/>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5" name="Google Shape;885;g2636d3785bb_3_158"/>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6" name="Google Shape;886;g2636d3785bb_3_158"/>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7" name="Google Shape;887;g2636d3785bb_3_158"/>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8" name="Google Shape;888;g2636d3785bb_3_158"/>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9" name="Google Shape;889;g2636d3785bb_3_158"/>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0" name="Google Shape;890;g2636d3785bb_3_158"/>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1" name="Google Shape;891;g2636d3785bb_3_158"/>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2" name="Google Shape;892;g2636d3785bb_3_158"/>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3" name="Google Shape;893;g2636d3785bb_3_158"/>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4" name="Google Shape;894;g2636d3785bb_3_158"/>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5" name="Google Shape;895;g2636d3785bb_3_158"/>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6" name="Google Shape;896;g2636d3785bb_3_158"/>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97" name="Google Shape;897;g2636d3785bb_3_158"/>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898" name="Google Shape;898;g2636d3785bb_3_158"/>
          <p:cNvGraphicFramePr/>
          <p:nvPr>
            <p:extLst>
              <p:ext uri="{D42A27DB-BD31-4B8C-83A1-F6EECF244321}">
                <p14:modId xmlns:p14="http://schemas.microsoft.com/office/powerpoint/2010/main" val="3732683561"/>
              </p:ext>
            </p:extLst>
          </p:nvPr>
        </p:nvGraphicFramePr>
        <p:xfrm>
          <a:off x="927730" y="734649"/>
          <a:ext cx="7056650" cy="4285822"/>
        </p:xfrm>
        <a:graphic>
          <a:graphicData uri="http://schemas.openxmlformats.org/drawingml/2006/table">
            <a:tbl>
              <a:tblPr firstRow="1" firstCol="1" bandRow="1">
                <a:noFill/>
                <a:tableStyleId>{A62BFD42-FEC9-462F-A87F-D70136A35D4C}</a:tableStyleId>
              </a:tblPr>
              <a:tblGrid>
                <a:gridCol w="1528200">
                  <a:extLst>
                    <a:ext uri="{9D8B030D-6E8A-4147-A177-3AD203B41FA5}">
                      <a16:colId xmlns:a16="http://schemas.microsoft.com/office/drawing/2014/main" val="20000"/>
                    </a:ext>
                  </a:extLst>
                </a:gridCol>
                <a:gridCol w="2746375">
                  <a:extLst>
                    <a:ext uri="{9D8B030D-6E8A-4147-A177-3AD203B41FA5}">
                      <a16:colId xmlns:a16="http://schemas.microsoft.com/office/drawing/2014/main" val="20001"/>
                    </a:ext>
                  </a:extLst>
                </a:gridCol>
                <a:gridCol w="793125">
                  <a:extLst>
                    <a:ext uri="{9D8B030D-6E8A-4147-A177-3AD203B41FA5}">
                      <a16:colId xmlns:a16="http://schemas.microsoft.com/office/drawing/2014/main" val="20002"/>
                    </a:ext>
                  </a:extLst>
                </a:gridCol>
                <a:gridCol w="1988950">
                  <a:extLst>
                    <a:ext uri="{9D8B030D-6E8A-4147-A177-3AD203B41FA5}">
                      <a16:colId xmlns:a16="http://schemas.microsoft.com/office/drawing/2014/main" val="20003"/>
                    </a:ext>
                  </a:extLst>
                </a:gridCol>
              </a:tblGrid>
              <a:tr h="366875">
                <a:tc>
                  <a:txBody>
                    <a:bodyPr/>
                    <a:lstStyle/>
                    <a:p>
                      <a:pPr marL="0" lvl="0" indent="0" algn="ctr" rtl="0">
                        <a:lnSpc>
                          <a:spcPct val="150000"/>
                        </a:lnSpc>
                        <a:spcBef>
                          <a:spcPts val="1200"/>
                        </a:spcBef>
                        <a:spcAft>
                          <a:spcPts val="0"/>
                        </a:spcAft>
                        <a:buNone/>
                      </a:pPr>
                      <a:r>
                        <a:rPr lang="en" sz="1200" b="1" i="1" dirty="0">
                          <a:latin typeface="Times New Roman"/>
                          <a:ea typeface="Times New Roman"/>
                          <a:cs typeface="Times New Roman"/>
                          <a:sym typeface="Times New Roman"/>
                        </a:rPr>
                        <a:t>userName</a:t>
                      </a:r>
                      <a:endParaRPr sz="1200" b="1" i="1" u="none" strike="noStrike" cap="none" dirty="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FDFAE1"/>
                    </a:solidFill>
                  </a:tcPr>
                </a:tc>
                <a:tc>
                  <a:txBody>
                    <a:bodyPr/>
                    <a:lstStyle/>
                    <a:p>
                      <a:pPr marL="0" lvl="0" indent="0" algn="ctr" rtl="0">
                        <a:lnSpc>
                          <a:spcPct val="150000"/>
                        </a:lnSpc>
                        <a:spcBef>
                          <a:spcPts val="1200"/>
                        </a:spcBef>
                        <a:spcAft>
                          <a:spcPts val="0"/>
                        </a:spcAft>
                        <a:buNone/>
                      </a:pPr>
                      <a:r>
                        <a:rPr lang="en" sz="1200" b="1" i="1" dirty="0">
                          <a:latin typeface="Times New Roman"/>
                          <a:ea typeface="Times New Roman"/>
                          <a:cs typeface="Times New Roman"/>
                          <a:sym typeface="Times New Roman"/>
                        </a:rPr>
                        <a:t>content</a:t>
                      </a:r>
                      <a:endParaRPr sz="1200" b="1" i="1" dirty="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FDFAE1"/>
                    </a:solidFill>
                  </a:tcPr>
                </a:tc>
                <a:tc>
                  <a:txBody>
                    <a:bodyPr/>
                    <a:lstStyle/>
                    <a:p>
                      <a:pPr marL="0" lvl="0" indent="0" algn="ctr" rtl="0">
                        <a:lnSpc>
                          <a:spcPct val="150000"/>
                        </a:lnSpc>
                        <a:spcBef>
                          <a:spcPts val="1200"/>
                        </a:spcBef>
                        <a:spcAft>
                          <a:spcPts val="0"/>
                        </a:spcAft>
                        <a:buNone/>
                      </a:pPr>
                      <a:r>
                        <a:rPr lang="en" sz="1200" b="1" i="1">
                          <a:latin typeface="Times New Roman"/>
                          <a:ea typeface="Times New Roman"/>
                          <a:cs typeface="Times New Roman"/>
                          <a:sym typeface="Times New Roman"/>
                        </a:rPr>
                        <a:t>score</a:t>
                      </a:r>
                      <a:endParaRPr sz="1200" b="1" i="1">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FDFAE1"/>
                    </a:solidFill>
                  </a:tcPr>
                </a:tc>
                <a:tc>
                  <a:txBody>
                    <a:bodyPr/>
                    <a:lstStyle/>
                    <a:p>
                      <a:pPr marL="0" lvl="0" indent="0" algn="ctr" rtl="0">
                        <a:lnSpc>
                          <a:spcPct val="150000"/>
                        </a:lnSpc>
                        <a:spcBef>
                          <a:spcPts val="1200"/>
                        </a:spcBef>
                        <a:spcAft>
                          <a:spcPts val="0"/>
                        </a:spcAft>
                        <a:buNone/>
                      </a:pPr>
                      <a:r>
                        <a:rPr lang="en" sz="1200" b="1" i="1">
                          <a:latin typeface="Times New Roman"/>
                          <a:ea typeface="Times New Roman"/>
                          <a:cs typeface="Times New Roman"/>
                          <a:sym typeface="Times New Roman"/>
                        </a:rPr>
                        <a:t>at</a:t>
                      </a:r>
                      <a:endParaRPr sz="1200" b="1" i="1">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FDFAE1"/>
                    </a:solidFill>
                  </a:tcPr>
                </a:tc>
                <a:extLst>
                  <a:ext uri="{0D108BD9-81ED-4DB2-BD59-A6C34878D82A}">
                    <a16:rowId xmlns:a16="http://schemas.microsoft.com/office/drawing/2014/main" val="10000"/>
                  </a:ext>
                </a:extLst>
              </a:tr>
              <a:tr h="366875">
                <a:tc>
                  <a:txBody>
                    <a:bodyPr/>
                    <a:lstStyle/>
                    <a:p>
                      <a:pPr marL="0" lvl="0" indent="0" algn="l" rtl="0">
                        <a:lnSpc>
                          <a:spcPct val="150000"/>
                        </a:lnSpc>
                        <a:spcBef>
                          <a:spcPts val="1200"/>
                        </a:spcBef>
                        <a:spcAft>
                          <a:spcPts val="0"/>
                        </a:spcAft>
                        <a:buNone/>
                      </a:pPr>
                      <a:r>
                        <a:rPr lang="en" sz="1200" b="0">
                          <a:latin typeface="Times New Roman"/>
                          <a:ea typeface="Times New Roman"/>
                          <a:cs typeface="Times New Roman"/>
                          <a:sym typeface="Times New Roman"/>
                        </a:rPr>
                        <a:t>Raja Rimba</a:t>
                      </a:r>
                      <a:endParaRPr sz="1200" b="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Non muslim kalender...sdh kuhapus..</a:t>
                      </a:r>
                      <a:endParaRPr sz="1200" dirty="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1</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17/6/2023 3:57:44 AM</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420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I Dewa Ketut Nova Widi Utama</a:t>
                      </a:r>
                      <a:endParaRPr sz="1200" b="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lnSpc>
                          <a:spcPct val="150000"/>
                        </a:lnSpc>
                        <a:spcBef>
                          <a:spcPts val="1200"/>
                        </a:spcBef>
                        <a:spcAft>
                          <a:spcPts val="0"/>
                        </a:spcAft>
                        <a:buNone/>
                      </a:pPr>
                      <a:r>
                        <a:rPr lang="en" sz="1200">
                          <a:latin typeface="Times New Roman"/>
                          <a:ea typeface="Times New Roman"/>
                          <a:cs typeface="Times New Roman"/>
                          <a:sym typeface="Times New Roman"/>
                        </a:rPr>
                        <a:t>Bagus dan tahu kapan tanggal merah sama ada alarm tri sandya</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30/5/2023 6:48:43 AM</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86625">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I Wayan Gunawan</a:t>
                      </a:r>
                      <a:endParaRPr sz="1200" b="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lnSpc>
                          <a:spcPct val="150000"/>
                        </a:lnSpc>
                        <a:spcBef>
                          <a:spcPts val="1200"/>
                        </a:spcBef>
                        <a:spcAft>
                          <a:spcPts val="0"/>
                        </a:spcAft>
                        <a:buNone/>
                      </a:pPr>
                      <a:r>
                        <a:rPr lang="en" sz="1200">
                          <a:latin typeface="Times New Roman"/>
                          <a:ea typeface="Times New Roman"/>
                          <a:cs typeface="Times New Roman"/>
                          <a:sym typeface="Times New Roman"/>
                        </a:rPr>
                        <a:t>Sangat bermanfaat</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7/8/2022  5:34:20 AM</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917200">
                <a:tc>
                  <a:txBody>
                    <a:bodyPr/>
                    <a:lstStyle/>
                    <a:p>
                      <a:pPr marL="0" lvl="0" indent="0" algn="l" rtl="0">
                        <a:lnSpc>
                          <a:spcPct val="150000"/>
                        </a:lnSpc>
                        <a:spcBef>
                          <a:spcPts val="1200"/>
                        </a:spcBef>
                        <a:spcAft>
                          <a:spcPts val="0"/>
                        </a:spcAft>
                        <a:buNone/>
                      </a:pPr>
                      <a:r>
                        <a:rPr lang="en" sz="1200" b="0">
                          <a:latin typeface="Times New Roman"/>
                          <a:ea typeface="Times New Roman"/>
                          <a:cs typeface="Times New Roman"/>
                          <a:sym typeface="Times New Roman"/>
                        </a:rPr>
                        <a:t>Ajik Mika</a:t>
                      </a:r>
                      <a:endParaRPr sz="1200" b="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lnSpc>
                          <a:spcPct val="150000"/>
                        </a:lnSpc>
                        <a:spcBef>
                          <a:spcPts val="1200"/>
                        </a:spcBef>
                        <a:spcAft>
                          <a:spcPts val="0"/>
                        </a:spcAft>
                        <a:buNone/>
                      </a:pPr>
                      <a:r>
                        <a:rPr lang="en" sz="1200">
                          <a:latin typeface="Times New Roman"/>
                          <a:ea typeface="Times New Roman"/>
                          <a:cs typeface="Times New Roman"/>
                          <a:sym typeface="Times New Roman"/>
                        </a:rPr>
                        <a:t>Trimakasih. Slu diingatkan dgn kewajiban trisandya Aplikasinya orang HINDU tulen</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2/5/2022  9:25:37 PM </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42050">
                <a:tc>
                  <a:txBody>
                    <a:bodyPr/>
                    <a:lstStyle/>
                    <a:p>
                      <a:pPr marL="0" lvl="0" indent="0" algn="l" rtl="0">
                        <a:lnSpc>
                          <a:spcPct val="150000"/>
                        </a:lnSpc>
                        <a:spcBef>
                          <a:spcPts val="1200"/>
                        </a:spcBef>
                        <a:spcAft>
                          <a:spcPts val="0"/>
                        </a:spcAft>
                        <a:buNone/>
                      </a:pPr>
                      <a:r>
                        <a:rPr lang="en" sz="1200" b="0">
                          <a:latin typeface="Times New Roman"/>
                          <a:ea typeface="Times New Roman"/>
                          <a:cs typeface="Times New Roman"/>
                          <a:sym typeface="Times New Roman"/>
                        </a:rPr>
                        <a:t>Kristin Nurhayati</a:t>
                      </a:r>
                      <a:endParaRPr sz="1200" b="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lnSpc>
                          <a:spcPct val="150000"/>
                        </a:lnSpc>
                        <a:spcBef>
                          <a:spcPts val="1200"/>
                        </a:spcBef>
                        <a:spcAft>
                          <a:spcPts val="0"/>
                        </a:spcAft>
                        <a:buNone/>
                      </a:pPr>
                      <a:r>
                        <a:rPr lang="en" sz="1200">
                          <a:latin typeface="Times New Roman"/>
                          <a:ea typeface="Times New Roman"/>
                          <a:cs typeface="Times New Roman"/>
                          <a:sym typeface="Times New Roman"/>
                        </a:rPr>
                        <a:t>Sangat membantu sekali ..untuk menggigat weton</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3/5/2021  8:59:42 AM</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642050">
                <a:tc>
                  <a:txBody>
                    <a:bodyPr/>
                    <a:lstStyle/>
                    <a:p>
                      <a:pPr marL="0" lvl="0" indent="0" algn="l" rtl="0">
                        <a:lnSpc>
                          <a:spcPct val="150000"/>
                        </a:lnSpc>
                        <a:spcBef>
                          <a:spcPts val="1200"/>
                        </a:spcBef>
                        <a:spcAft>
                          <a:spcPts val="0"/>
                        </a:spcAft>
                        <a:buNone/>
                      </a:pPr>
                      <a:r>
                        <a:rPr lang="en" sz="1200" b="0">
                          <a:latin typeface="Times New Roman"/>
                          <a:ea typeface="Times New Roman"/>
                          <a:cs typeface="Times New Roman"/>
                          <a:sym typeface="Times New Roman"/>
                        </a:rPr>
                        <a:t>Aditya Gen</a:t>
                      </a:r>
                      <a:endParaRPr sz="1200" b="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lnSpc>
                          <a:spcPct val="150000"/>
                        </a:lnSpc>
                        <a:spcBef>
                          <a:spcPts val="1200"/>
                        </a:spcBef>
                        <a:spcAft>
                          <a:spcPts val="0"/>
                        </a:spcAft>
                        <a:buNone/>
                      </a:pPr>
                      <a:r>
                        <a:rPr lang="en" sz="1200" dirty="0">
                          <a:latin typeface="Times New Roman"/>
                          <a:ea typeface="Times New Roman"/>
                          <a:cs typeface="Times New Roman"/>
                          <a:sym typeface="Times New Roman"/>
                        </a:rPr>
                        <a:t>Duh alarm kalender tdk berfungsi. Sudah lbh baik dihps</a:t>
                      </a:r>
                      <a:endParaRPr sz="1200" dirty="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dirty="0">
                          <a:latin typeface="Times New Roman"/>
                          <a:ea typeface="Times New Roman"/>
                          <a:cs typeface="Times New Roman"/>
                          <a:sym typeface="Times New Roman"/>
                        </a:rPr>
                        <a:t>17/12/2020  10:45:42 PM</a:t>
                      </a:r>
                      <a:endParaRPr sz="1200" dirty="0">
                        <a:latin typeface="Times New Roman"/>
                        <a:ea typeface="Times New Roman"/>
                        <a:cs typeface="Times New Roman"/>
                        <a:sym typeface="Times New Roman"/>
                      </a:endParaRPr>
                    </a:p>
                  </a:txBody>
                  <a:tcPr marL="68575" marR="6857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75"/>
                                        </p:tgtEl>
                                        <p:attrNameLst>
                                          <p:attrName>style.visibility</p:attrName>
                                        </p:attrNameLst>
                                      </p:cBhvr>
                                      <p:to>
                                        <p:strVal val="visible"/>
                                      </p:to>
                                    </p:set>
                                    <p:animEffect transition="in" filter="fade">
                                      <p:cBhvr>
                                        <p:cTn id="7" dur="500"/>
                                        <p:tgtEl>
                                          <p:spTgt spid="87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874"/>
                                        </p:tgtEl>
                                        <p:attrNameLst>
                                          <p:attrName>style.visibility</p:attrName>
                                        </p:attrNameLst>
                                      </p:cBhvr>
                                      <p:to>
                                        <p:strVal val="visible"/>
                                      </p:to>
                                    </p:set>
                                    <p:anim calcmode="lin" valueType="num">
                                      <p:cBhvr additive="base">
                                        <p:cTn id="11" dur="500"/>
                                        <p:tgtEl>
                                          <p:spTgt spid="874"/>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76"/>
                                        </p:tgtEl>
                                        <p:attrNameLst>
                                          <p:attrName>style.visibility</p:attrName>
                                        </p:attrNameLst>
                                      </p:cBhvr>
                                      <p:to>
                                        <p:strVal val="visible"/>
                                      </p:to>
                                    </p:set>
                                    <p:animEffect transition="in" filter="fade">
                                      <p:cBhvr>
                                        <p:cTn id="15" dur="2000"/>
                                        <p:tgtEl>
                                          <p:spTgt spid="876"/>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877"/>
                                        </p:tgtEl>
                                        <p:attrNameLst>
                                          <p:attrName>style.visibility</p:attrName>
                                        </p:attrNameLst>
                                      </p:cBhvr>
                                      <p:to>
                                        <p:strVal val="visible"/>
                                      </p:to>
                                    </p:set>
                                    <p:anim calcmode="lin" valueType="num">
                                      <p:cBhvr additive="base">
                                        <p:cTn id="19" dur="500"/>
                                        <p:tgtEl>
                                          <p:spTgt spid="877"/>
                                        </p:tgtEl>
                                        <p:attrNameLst>
                                          <p:attrName>ppt_w</p:attrName>
                                        </p:attrNameLst>
                                      </p:cBhvr>
                                      <p:tavLst>
                                        <p:tav tm="0">
                                          <p:val>
                                            <p:strVal val="0"/>
                                          </p:val>
                                        </p:tav>
                                        <p:tav tm="100000">
                                          <p:val>
                                            <p:strVal val="#ppt_w"/>
                                          </p:val>
                                        </p:tav>
                                      </p:tavLst>
                                    </p:anim>
                                    <p:anim calcmode="lin" valueType="num">
                                      <p:cBhvr additive="base">
                                        <p:cTn id="20" dur="500"/>
                                        <p:tgtEl>
                                          <p:spTgt spid="87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86"/>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04" name="Google Shape;904;p86"/>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Pre-processing</a:t>
            </a:r>
            <a:endParaRPr/>
          </a:p>
        </p:txBody>
      </p:sp>
      <p:sp>
        <p:nvSpPr>
          <p:cNvPr id="905" name="Google Shape;905;p86"/>
          <p:cNvSpPr/>
          <p:nvPr/>
        </p:nvSpPr>
        <p:spPr>
          <a:xfrm>
            <a:off x="7451004" y="3764464"/>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06" name="Google Shape;906;p86"/>
          <p:cNvSpPr/>
          <p:nvPr/>
        </p:nvSpPr>
        <p:spPr>
          <a:xfrm>
            <a:off x="0" y="461038"/>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07" name="Google Shape;907;p86"/>
          <p:cNvSpPr/>
          <p:nvPr/>
        </p:nvSpPr>
        <p:spPr>
          <a:xfrm>
            <a:off x="7112730" y="4486002"/>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908" name="Google Shape;908;p86"/>
          <p:cNvGrpSpPr/>
          <p:nvPr/>
        </p:nvGrpSpPr>
        <p:grpSpPr>
          <a:xfrm>
            <a:off x="8420100" y="-257225"/>
            <a:ext cx="914556" cy="718263"/>
            <a:chOff x="388620" y="1420922"/>
            <a:chExt cx="679997" cy="534048"/>
          </a:xfrm>
        </p:grpSpPr>
        <p:sp>
          <p:nvSpPr>
            <p:cNvPr id="909" name="Google Shape;909;p86"/>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0" name="Google Shape;910;p86"/>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1" name="Google Shape;911;p86"/>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2" name="Google Shape;912;p86"/>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3" name="Google Shape;913;p86"/>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4" name="Google Shape;914;p86"/>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5" name="Google Shape;915;p86"/>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6" name="Google Shape;916;p86"/>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7" name="Google Shape;917;p86"/>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8" name="Google Shape;918;p86"/>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9" name="Google Shape;919;p86"/>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0" name="Google Shape;920;p86"/>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1" name="Google Shape;921;p86"/>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2" name="Google Shape;922;p86"/>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3" name="Google Shape;923;p86"/>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4" name="Google Shape;924;p86"/>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5" name="Google Shape;925;p86"/>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6" name="Google Shape;926;p86"/>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7" name="Google Shape;927;p86"/>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28" name="Google Shape;928;p86"/>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929" name="Google Shape;929;p86"/>
          <p:cNvSpPr txBox="1"/>
          <p:nvPr/>
        </p:nvSpPr>
        <p:spPr>
          <a:xfrm>
            <a:off x="1099748" y="2502708"/>
            <a:ext cx="1350130" cy="326043"/>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800" b="1" i="0" u="none" strike="noStrike" cap="none">
                <a:solidFill>
                  <a:srgbClr val="000000"/>
                </a:solidFill>
                <a:latin typeface="Urbanist"/>
                <a:ea typeface="Urbanist"/>
                <a:cs typeface="Urbanist"/>
                <a:sym typeface="Urbanist"/>
              </a:rPr>
              <a:t>Labeling</a:t>
            </a:r>
            <a:endParaRPr/>
          </a:p>
        </p:txBody>
      </p:sp>
      <p:sp>
        <p:nvSpPr>
          <p:cNvPr id="930" name="Google Shape;930;p86"/>
          <p:cNvSpPr/>
          <p:nvPr/>
        </p:nvSpPr>
        <p:spPr>
          <a:xfrm>
            <a:off x="1333825" y="1474276"/>
            <a:ext cx="859101" cy="891912"/>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86"/>
          <p:cNvSpPr/>
          <p:nvPr/>
        </p:nvSpPr>
        <p:spPr>
          <a:xfrm flipH="1">
            <a:off x="1326150" y="1474000"/>
            <a:ext cx="863867" cy="896860"/>
          </a:xfrm>
          <a:prstGeom prst="blockArc">
            <a:avLst>
              <a:gd name="adj1" fmla="val 16305219"/>
              <a:gd name="adj2" fmla="val 16203237"/>
              <a:gd name="adj3" fmla="val 11816"/>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86"/>
          <p:cNvSpPr txBox="1"/>
          <p:nvPr/>
        </p:nvSpPr>
        <p:spPr>
          <a:xfrm>
            <a:off x="1340271" y="1830959"/>
            <a:ext cx="869085" cy="262382"/>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200" b="0" i="0" u="none" strike="noStrike" cap="none">
                <a:solidFill>
                  <a:schemeClr val="dk1"/>
                </a:solidFill>
                <a:latin typeface="Bebas Neue"/>
                <a:ea typeface="Bebas Neue"/>
                <a:cs typeface="Bebas Neue"/>
                <a:sym typeface="Bebas Neue"/>
              </a:rPr>
              <a:t>01</a:t>
            </a:r>
            <a:endParaRPr/>
          </a:p>
        </p:txBody>
      </p:sp>
      <p:sp>
        <p:nvSpPr>
          <p:cNvPr id="933" name="Google Shape;933;p86"/>
          <p:cNvSpPr/>
          <p:nvPr/>
        </p:nvSpPr>
        <p:spPr>
          <a:xfrm>
            <a:off x="3883538" y="1474275"/>
            <a:ext cx="859021" cy="891829"/>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86"/>
          <p:cNvSpPr/>
          <p:nvPr/>
        </p:nvSpPr>
        <p:spPr>
          <a:xfrm flipH="1">
            <a:off x="3884437" y="1474000"/>
            <a:ext cx="859021" cy="891829"/>
          </a:xfrm>
          <a:prstGeom prst="blockArc">
            <a:avLst>
              <a:gd name="adj1" fmla="val 16323429"/>
              <a:gd name="adj2" fmla="val 16203237"/>
              <a:gd name="adj3" fmla="val 11816"/>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86"/>
          <p:cNvSpPr/>
          <p:nvPr/>
        </p:nvSpPr>
        <p:spPr>
          <a:xfrm>
            <a:off x="6427013" y="1474275"/>
            <a:ext cx="859021" cy="891829"/>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86"/>
          <p:cNvSpPr/>
          <p:nvPr/>
        </p:nvSpPr>
        <p:spPr>
          <a:xfrm flipH="1">
            <a:off x="6427150" y="1474000"/>
            <a:ext cx="859021" cy="891829"/>
          </a:xfrm>
          <a:prstGeom prst="blockArc">
            <a:avLst>
              <a:gd name="adj1" fmla="val 16346726"/>
              <a:gd name="adj2" fmla="val 16203237"/>
              <a:gd name="adj3" fmla="val 11816"/>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86"/>
          <p:cNvSpPr txBox="1"/>
          <p:nvPr/>
        </p:nvSpPr>
        <p:spPr>
          <a:xfrm>
            <a:off x="3900867" y="1830959"/>
            <a:ext cx="869085" cy="262382"/>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200" b="0" i="0" u="none" strike="noStrike" cap="none">
                <a:solidFill>
                  <a:schemeClr val="dk1"/>
                </a:solidFill>
                <a:latin typeface="Bebas Neue"/>
                <a:ea typeface="Bebas Neue"/>
                <a:cs typeface="Bebas Neue"/>
                <a:sym typeface="Bebas Neue"/>
              </a:rPr>
              <a:t>02</a:t>
            </a:r>
            <a:endParaRPr/>
          </a:p>
        </p:txBody>
      </p:sp>
      <p:sp>
        <p:nvSpPr>
          <p:cNvPr id="938" name="Google Shape;938;p86"/>
          <p:cNvSpPr txBox="1"/>
          <p:nvPr/>
        </p:nvSpPr>
        <p:spPr>
          <a:xfrm>
            <a:off x="6433171" y="1841959"/>
            <a:ext cx="869085" cy="262382"/>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200" b="0" i="0" u="none" strike="noStrike" cap="none">
                <a:solidFill>
                  <a:schemeClr val="dk1"/>
                </a:solidFill>
                <a:latin typeface="Bebas Neue"/>
                <a:ea typeface="Bebas Neue"/>
                <a:cs typeface="Bebas Neue"/>
                <a:sym typeface="Bebas Neue"/>
              </a:rPr>
              <a:t>03</a:t>
            </a:r>
            <a:endParaRPr/>
          </a:p>
        </p:txBody>
      </p:sp>
      <p:sp>
        <p:nvSpPr>
          <p:cNvPr id="939" name="Google Shape;939;p86"/>
          <p:cNvSpPr txBox="1"/>
          <p:nvPr/>
        </p:nvSpPr>
        <p:spPr>
          <a:xfrm>
            <a:off x="3254496" y="2813559"/>
            <a:ext cx="2157971" cy="227755"/>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800" b="1" i="0" u="none" strike="noStrike" cap="none">
                <a:solidFill>
                  <a:srgbClr val="000000"/>
                </a:solidFill>
                <a:latin typeface="Urbanist"/>
                <a:ea typeface="Urbanist"/>
                <a:cs typeface="Urbanist"/>
                <a:sym typeface="Urbanist"/>
              </a:rPr>
              <a:t>Case Folding dan Cleaning</a:t>
            </a:r>
            <a:endParaRPr/>
          </a:p>
        </p:txBody>
      </p:sp>
      <p:sp>
        <p:nvSpPr>
          <p:cNvPr id="940" name="Google Shape;940;p86"/>
          <p:cNvSpPr txBox="1"/>
          <p:nvPr/>
        </p:nvSpPr>
        <p:spPr>
          <a:xfrm>
            <a:off x="6099429" y="2434078"/>
            <a:ext cx="1581726" cy="327606"/>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800" b="1" i="0" u="none" strike="noStrike" cap="none">
                <a:solidFill>
                  <a:srgbClr val="000000"/>
                </a:solidFill>
                <a:latin typeface="Urbanist"/>
                <a:ea typeface="Urbanist"/>
                <a:cs typeface="Urbanist"/>
                <a:sym typeface="Urbanist"/>
              </a:rPr>
              <a:t>Tokenizing</a:t>
            </a:r>
            <a:endParaRPr/>
          </a:p>
        </p:txBody>
      </p:sp>
      <p:sp>
        <p:nvSpPr>
          <p:cNvPr id="941" name="Google Shape;941;p86"/>
          <p:cNvSpPr txBox="1"/>
          <p:nvPr/>
        </p:nvSpPr>
        <p:spPr>
          <a:xfrm>
            <a:off x="926958" y="4147733"/>
            <a:ext cx="1722863" cy="32448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800" b="1" i="0" u="none" strike="noStrike" cap="none">
                <a:solidFill>
                  <a:srgbClr val="000000"/>
                </a:solidFill>
                <a:latin typeface="Urbanist"/>
                <a:ea typeface="Urbanist"/>
                <a:cs typeface="Urbanist"/>
                <a:sym typeface="Urbanist"/>
              </a:rPr>
              <a:t>Normalization</a:t>
            </a:r>
            <a:endParaRPr/>
          </a:p>
        </p:txBody>
      </p:sp>
      <p:sp>
        <p:nvSpPr>
          <p:cNvPr id="942" name="Google Shape;942;p86"/>
          <p:cNvSpPr/>
          <p:nvPr/>
        </p:nvSpPr>
        <p:spPr>
          <a:xfrm>
            <a:off x="1341500" y="3117738"/>
            <a:ext cx="859101" cy="891912"/>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86"/>
          <p:cNvSpPr/>
          <p:nvPr/>
        </p:nvSpPr>
        <p:spPr>
          <a:xfrm flipH="1">
            <a:off x="1333825" y="3117462"/>
            <a:ext cx="863867" cy="896860"/>
          </a:xfrm>
          <a:prstGeom prst="blockArc">
            <a:avLst>
              <a:gd name="adj1" fmla="val 16305219"/>
              <a:gd name="adj2" fmla="val 16203237"/>
              <a:gd name="adj3" fmla="val 11816"/>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86"/>
          <p:cNvSpPr txBox="1"/>
          <p:nvPr/>
        </p:nvSpPr>
        <p:spPr>
          <a:xfrm>
            <a:off x="1347946" y="3474421"/>
            <a:ext cx="869085" cy="262382"/>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200" b="0" i="0" u="none" strike="noStrike" cap="none">
                <a:solidFill>
                  <a:schemeClr val="dk1"/>
                </a:solidFill>
                <a:latin typeface="Bebas Neue"/>
                <a:ea typeface="Bebas Neue"/>
                <a:cs typeface="Bebas Neue"/>
                <a:sym typeface="Bebas Neue"/>
              </a:rPr>
              <a:t>04</a:t>
            </a:r>
            <a:endParaRPr/>
          </a:p>
        </p:txBody>
      </p:sp>
      <p:sp>
        <p:nvSpPr>
          <p:cNvPr id="945" name="Google Shape;945;p86"/>
          <p:cNvSpPr/>
          <p:nvPr/>
        </p:nvSpPr>
        <p:spPr>
          <a:xfrm>
            <a:off x="3891213" y="3117737"/>
            <a:ext cx="859021" cy="891829"/>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86"/>
          <p:cNvSpPr/>
          <p:nvPr/>
        </p:nvSpPr>
        <p:spPr>
          <a:xfrm flipH="1">
            <a:off x="3892112" y="3117462"/>
            <a:ext cx="859021" cy="891829"/>
          </a:xfrm>
          <a:prstGeom prst="blockArc">
            <a:avLst>
              <a:gd name="adj1" fmla="val 16323429"/>
              <a:gd name="adj2" fmla="val 16203237"/>
              <a:gd name="adj3" fmla="val 11816"/>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86"/>
          <p:cNvSpPr/>
          <p:nvPr/>
        </p:nvSpPr>
        <p:spPr>
          <a:xfrm>
            <a:off x="6434688" y="3117737"/>
            <a:ext cx="859021" cy="891829"/>
          </a:xfrm>
          <a:prstGeom prst="donut">
            <a:avLst>
              <a:gd name="adj" fmla="val 11930"/>
            </a:avLst>
          </a:pr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86"/>
          <p:cNvSpPr/>
          <p:nvPr/>
        </p:nvSpPr>
        <p:spPr>
          <a:xfrm flipH="1">
            <a:off x="6434825" y="3117462"/>
            <a:ext cx="859021" cy="891829"/>
          </a:xfrm>
          <a:prstGeom prst="blockArc">
            <a:avLst>
              <a:gd name="adj1" fmla="val 16346726"/>
              <a:gd name="adj2" fmla="val 16203237"/>
              <a:gd name="adj3" fmla="val 11816"/>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86"/>
          <p:cNvSpPr txBox="1"/>
          <p:nvPr/>
        </p:nvSpPr>
        <p:spPr>
          <a:xfrm>
            <a:off x="3908542" y="3474421"/>
            <a:ext cx="869085" cy="262382"/>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200" b="0" i="0" u="none" strike="noStrike" cap="none">
                <a:solidFill>
                  <a:schemeClr val="dk1"/>
                </a:solidFill>
                <a:latin typeface="Bebas Neue"/>
                <a:ea typeface="Bebas Neue"/>
                <a:cs typeface="Bebas Neue"/>
                <a:sym typeface="Bebas Neue"/>
              </a:rPr>
              <a:t>05</a:t>
            </a:r>
            <a:endParaRPr/>
          </a:p>
        </p:txBody>
      </p:sp>
      <p:sp>
        <p:nvSpPr>
          <p:cNvPr id="950" name="Google Shape;950;p86"/>
          <p:cNvSpPr txBox="1"/>
          <p:nvPr/>
        </p:nvSpPr>
        <p:spPr>
          <a:xfrm>
            <a:off x="6440846" y="3485421"/>
            <a:ext cx="869085" cy="262382"/>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dk1"/>
              </a:buClr>
              <a:buSzPts val="4000"/>
              <a:buFont typeface="DM Serif Display"/>
              <a:buNone/>
            </a:pPr>
            <a:r>
              <a:rPr lang="en" sz="3200" b="0" i="0" u="none" strike="noStrike" cap="none">
                <a:solidFill>
                  <a:schemeClr val="dk1"/>
                </a:solidFill>
                <a:latin typeface="Bebas Neue"/>
                <a:ea typeface="Bebas Neue"/>
                <a:cs typeface="Bebas Neue"/>
                <a:sym typeface="Bebas Neue"/>
              </a:rPr>
              <a:t>06</a:t>
            </a:r>
            <a:endParaRPr/>
          </a:p>
        </p:txBody>
      </p:sp>
      <p:sp>
        <p:nvSpPr>
          <p:cNvPr id="951" name="Google Shape;951;p86"/>
          <p:cNvSpPr txBox="1"/>
          <p:nvPr/>
        </p:nvSpPr>
        <p:spPr>
          <a:xfrm>
            <a:off x="3658479" y="4169897"/>
            <a:ext cx="1350000" cy="326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chemeClr val="hlink"/>
              </a:buClr>
              <a:buFont typeface="Arial"/>
              <a:buNone/>
            </a:pPr>
            <a:r>
              <a:rPr lang="en" sz="1800" b="1">
                <a:solidFill>
                  <a:schemeClr val="hlink"/>
                </a:solidFill>
                <a:latin typeface="Urbanist"/>
                <a:ea typeface="Urbanist"/>
                <a:cs typeface="Urbanist"/>
                <a:sym typeface="Urbanist"/>
              </a:rPr>
              <a:t>Stemming</a:t>
            </a:r>
            <a:endParaRPr/>
          </a:p>
        </p:txBody>
      </p:sp>
      <p:sp>
        <p:nvSpPr>
          <p:cNvPr id="952" name="Google Shape;952;p86"/>
          <p:cNvSpPr txBox="1"/>
          <p:nvPr/>
        </p:nvSpPr>
        <p:spPr>
          <a:xfrm>
            <a:off x="6175627" y="4084608"/>
            <a:ext cx="1350000" cy="326100"/>
          </a:xfrm>
          <a:prstGeom prst="rect">
            <a:avLst/>
          </a:prstGeom>
          <a:noFill/>
          <a:ln>
            <a:noFill/>
          </a:ln>
        </p:spPr>
        <p:txBody>
          <a:bodyPr spcFirstLastPara="1" wrap="square" lIns="91425" tIns="91425" rIns="91425" bIns="91425" anchor="t" anchorCtr="0">
            <a:noAutofit/>
          </a:bodyPr>
          <a:lstStyle/>
          <a:p>
            <a:pPr marL="0" lvl="0" indent="0" algn="ctr" rtl="0">
              <a:lnSpc>
                <a:spcPct val="120000"/>
              </a:lnSpc>
              <a:spcBef>
                <a:spcPts val="0"/>
              </a:spcBef>
              <a:spcAft>
                <a:spcPts val="0"/>
              </a:spcAft>
              <a:buSzPts val="1100"/>
              <a:buNone/>
            </a:pPr>
            <a:r>
              <a:rPr lang="en" sz="1800" b="1">
                <a:solidFill>
                  <a:schemeClr val="hlink"/>
                </a:solidFill>
                <a:latin typeface="Urbanist"/>
                <a:ea typeface="Urbanist"/>
                <a:cs typeface="Urbanist"/>
                <a:sym typeface="Urbanist"/>
              </a:rPr>
              <a:t>Stopword Removal</a:t>
            </a:r>
            <a:endParaRPr sz="1800" b="1">
              <a:latin typeface="Urbanist"/>
              <a:ea typeface="Urbanist"/>
              <a:cs typeface="Urbanist"/>
              <a:sym typeface="Urbani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06"/>
                                        </p:tgtEl>
                                        <p:attrNameLst>
                                          <p:attrName>style.visibility</p:attrName>
                                        </p:attrNameLst>
                                      </p:cBhvr>
                                      <p:to>
                                        <p:strVal val="visible"/>
                                      </p:to>
                                    </p:set>
                                    <p:animEffect transition="in" filter="fade">
                                      <p:cBhvr>
                                        <p:cTn id="7" dur="500"/>
                                        <p:tgtEl>
                                          <p:spTgt spid="90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05"/>
                                        </p:tgtEl>
                                        <p:attrNameLst>
                                          <p:attrName>style.visibility</p:attrName>
                                        </p:attrNameLst>
                                      </p:cBhvr>
                                      <p:to>
                                        <p:strVal val="visible"/>
                                      </p:to>
                                    </p:set>
                                    <p:anim calcmode="lin" valueType="num">
                                      <p:cBhvr additive="base">
                                        <p:cTn id="11" dur="500"/>
                                        <p:tgtEl>
                                          <p:spTgt spid="905"/>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07"/>
                                        </p:tgtEl>
                                        <p:attrNameLst>
                                          <p:attrName>style.visibility</p:attrName>
                                        </p:attrNameLst>
                                      </p:cBhvr>
                                      <p:to>
                                        <p:strVal val="visible"/>
                                      </p:to>
                                    </p:set>
                                    <p:animEffect transition="in" filter="fade">
                                      <p:cBhvr>
                                        <p:cTn id="15" dur="2000"/>
                                        <p:tgtEl>
                                          <p:spTgt spid="907"/>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908"/>
                                        </p:tgtEl>
                                        <p:attrNameLst>
                                          <p:attrName>style.visibility</p:attrName>
                                        </p:attrNameLst>
                                      </p:cBhvr>
                                      <p:to>
                                        <p:strVal val="visible"/>
                                      </p:to>
                                    </p:set>
                                    <p:anim calcmode="lin" valueType="num">
                                      <p:cBhvr additive="base">
                                        <p:cTn id="19" dur="500"/>
                                        <p:tgtEl>
                                          <p:spTgt spid="908"/>
                                        </p:tgtEl>
                                        <p:attrNameLst>
                                          <p:attrName>ppt_w</p:attrName>
                                        </p:attrNameLst>
                                      </p:cBhvr>
                                      <p:tavLst>
                                        <p:tav tm="0">
                                          <p:val>
                                            <p:strVal val="0"/>
                                          </p:val>
                                        </p:tav>
                                        <p:tav tm="100000">
                                          <p:val>
                                            <p:strVal val="#ppt_w"/>
                                          </p:val>
                                        </p:tav>
                                      </p:tavLst>
                                    </p:anim>
                                    <p:anim calcmode="lin" valueType="num">
                                      <p:cBhvr additive="base">
                                        <p:cTn id="20" dur="500"/>
                                        <p:tgtEl>
                                          <p:spTgt spid="90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87"/>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58" name="Google Shape;958;p87"/>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labelling</a:t>
            </a:r>
            <a:endParaRPr/>
          </a:p>
        </p:txBody>
      </p:sp>
      <p:sp>
        <p:nvSpPr>
          <p:cNvPr id="959" name="Google Shape;959;p87"/>
          <p:cNvSpPr/>
          <p:nvPr/>
        </p:nvSpPr>
        <p:spPr>
          <a:xfrm>
            <a:off x="7340715" y="4033568"/>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0" name="Google Shape;960;p87"/>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1" name="Google Shape;961;p87"/>
          <p:cNvSpPr/>
          <p:nvPr/>
        </p:nvSpPr>
        <p:spPr>
          <a:xfrm>
            <a:off x="6955101" y="44669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962" name="Google Shape;962;p87"/>
          <p:cNvGrpSpPr/>
          <p:nvPr/>
        </p:nvGrpSpPr>
        <p:grpSpPr>
          <a:xfrm>
            <a:off x="8420100" y="-257225"/>
            <a:ext cx="914556" cy="718263"/>
            <a:chOff x="388620" y="1420922"/>
            <a:chExt cx="679997" cy="534048"/>
          </a:xfrm>
        </p:grpSpPr>
        <p:sp>
          <p:nvSpPr>
            <p:cNvPr id="963" name="Google Shape;963;p87"/>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4" name="Google Shape;964;p87"/>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5" name="Google Shape;965;p87"/>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6" name="Google Shape;966;p87"/>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7" name="Google Shape;967;p87"/>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8" name="Google Shape;968;p87"/>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9" name="Google Shape;969;p87"/>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0" name="Google Shape;970;p87"/>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1" name="Google Shape;971;p87"/>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2" name="Google Shape;972;p87"/>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3" name="Google Shape;973;p87"/>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4" name="Google Shape;974;p87"/>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5" name="Google Shape;975;p87"/>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6" name="Google Shape;976;p87"/>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7" name="Google Shape;977;p87"/>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8" name="Google Shape;978;p87"/>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9" name="Google Shape;979;p87"/>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80" name="Google Shape;980;p87"/>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81" name="Google Shape;981;p87"/>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82" name="Google Shape;982;p87"/>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983" name="Google Shape;983;p87"/>
          <p:cNvPicPr preferRelativeResize="0"/>
          <p:nvPr/>
        </p:nvPicPr>
        <p:blipFill rotWithShape="1">
          <a:blip r:embed="rId3">
            <a:alphaModFix/>
          </a:blip>
          <a:srcRect/>
          <a:stretch/>
        </p:blipFill>
        <p:spPr>
          <a:xfrm>
            <a:off x="719150" y="1252124"/>
            <a:ext cx="8105751" cy="222566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60"/>
                                        </p:tgtEl>
                                        <p:attrNameLst>
                                          <p:attrName>style.visibility</p:attrName>
                                        </p:attrNameLst>
                                      </p:cBhvr>
                                      <p:to>
                                        <p:strVal val="visible"/>
                                      </p:to>
                                    </p:set>
                                    <p:animEffect transition="in" filter="fade">
                                      <p:cBhvr>
                                        <p:cTn id="7" dur="500"/>
                                        <p:tgtEl>
                                          <p:spTgt spid="96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59"/>
                                        </p:tgtEl>
                                        <p:attrNameLst>
                                          <p:attrName>style.visibility</p:attrName>
                                        </p:attrNameLst>
                                      </p:cBhvr>
                                      <p:to>
                                        <p:strVal val="visible"/>
                                      </p:to>
                                    </p:set>
                                    <p:anim calcmode="lin" valueType="num">
                                      <p:cBhvr additive="base">
                                        <p:cTn id="11" dur="500"/>
                                        <p:tgtEl>
                                          <p:spTgt spid="959"/>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61"/>
                                        </p:tgtEl>
                                        <p:attrNameLst>
                                          <p:attrName>style.visibility</p:attrName>
                                        </p:attrNameLst>
                                      </p:cBhvr>
                                      <p:to>
                                        <p:strVal val="visible"/>
                                      </p:to>
                                    </p:set>
                                    <p:animEffect transition="in" filter="fade">
                                      <p:cBhvr>
                                        <p:cTn id="15" dur="800"/>
                                        <p:tgtEl>
                                          <p:spTgt spid="961"/>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962"/>
                                        </p:tgtEl>
                                        <p:attrNameLst>
                                          <p:attrName>style.visibility</p:attrName>
                                        </p:attrNameLst>
                                      </p:cBhvr>
                                      <p:to>
                                        <p:strVal val="visible"/>
                                      </p:to>
                                    </p:set>
                                    <p:animEffect transition="in" filter="fade">
                                      <p:cBhvr>
                                        <p:cTn id="19" dur="500"/>
                                        <p:tgtEl>
                                          <p:spTgt spid="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88"/>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89" name="Google Shape;989;p88"/>
          <p:cNvSpPr txBox="1">
            <a:spLocks noGrp="1"/>
          </p:cNvSpPr>
          <p:nvPr>
            <p:ph type="title"/>
          </p:nvPr>
        </p:nvSpPr>
        <p:spPr>
          <a:xfrm>
            <a:off x="608807" y="451512"/>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dirty="0"/>
              <a:t>labelling</a:t>
            </a:r>
            <a:endParaRPr dirty="0"/>
          </a:p>
        </p:txBody>
      </p:sp>
      <p:sp>
        <p:nvSpPr>
          <p:cNvPr id="990" name="Google Shape;990;p88"/>
          <p:cNvSpPr/>
          <p:nvPr/>
        </p:nvSpPr>
        <p:spPr>
          <a:xfrm>
            <a:off x="7340715" y="4033568"/>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1" name="Google Shape;991;p88"/>
          <p:cNvSpPr/>
          <p:nvPr/>
        </p:nvSpPr>
        <p:spPr>
          <a:xfrm>
            <a:off x="0" y="35350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2" name="Google Shape;992;p88"/>
          <p:cNvSpPr/>
          <p:nvPr/>
        </p:nvSpPr>
        <p:spPr>
          <a:xfrm>
            <a:off x="6955101" y="44669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993" name="Google Shape;993;p88"/>
          <p:cNvGrpSpPr/>
          <p:nvPr/>
        </p:nvGrpSpPr>
        <p:grpSpPr>
          <a:xfrm>
            <a:off x="8420100" y="-257225"/>
            <a:ext cx="914556" cy="718263"/>
            <a:chOff x="388620" y="1420922"/>
            <a:chExt cx="679997" cy="534048"/>
          </a:xfrm>
        </p:grpSpPr>
        <p:sp>
          <p:nvSpPr>
            <p:cNvPr id="994" name="Google Shape;994;p88"/>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5" name="Google Shape;995;p88"/>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6" name="Google Shape;996;p88"/>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7" name="Google Shape;997;p88"/>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8" name="Google Shape;998;p88"/>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9" name="Google Shape;999;p88"/>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0" name="Google Shape;1000;p88"/>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1" name="Google Shape;1001;p88"/>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2" name="Google Shape;1002;p88"/>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3" name="Google Shape;1003;p88"/>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4" name="Google Shape;1004;p88"/>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5" name="Google Shape;1005;p88"/>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6" name="Google Shape;1006;p88"/>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7" name="Google Shape;1007;p88"/>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8" name="Google Shape;1008;p88"/>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9" name="Google Shape;1009;p88"/>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0" name="Google Shape;1010;p88"/>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1" name="Google Shape;1011;p88"/>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2" name="Google Shape;1012;p88"/>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3" name="Google Shape;1013;p88"/>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014" name="Google Shape;1014;p88"/>
          <p:cNvGraphicFramePr/>
          <p:nvPr>
            <p:extLst>
              <p:ext uri="{D42A27DB-BD31-4B8C-83A1-F6EECF244321}">
                <p14:modId xmlns:p14="http://schemas.microsoft.com/office/powerpoint/2010/main" val="307452206"/>
              </p:ext>
            </p:extLst>
          </p:nvPr>
        </p:nvGraphicFramePr>
        <p:xfrm>
          <a:off x="1994537" y="975781"/>
          <a:ext cx="5154925" cy="4056417"/>
        </p:xfrm>
        <a:graphic>
          <a:graphicData uri="http://schemas.openxmlformats.org/drawingml/2006/table">
            <a:tbl>
              <a:tblPr firstRow="1" firstCol="1" bandRow="1">
                <a:noFill/>
                <a:tableStyleId>{A62BFD42-FEC9-462F-A87F-D70136A35D4C}</a:tableStyleId>
              </a:tblPr>
              <a:tblGrid>
                <a:gridCol w="2926075">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413475">
                <a:tc>
                  <a:txBody>
                    <a:bodyPr/>
                    <a:lstStyle/>
                    <a:p>
                      <a:pPr marL="0" marR="0" lvl="0" indent="0" algn="ctr" rtl="0">
                        <a:lnSpc>
                          <a:spcPct val="200000"/>
                        </a:lnSpc>
                        <a:spcBef>
                          <a:spcPts val="0"/>
                        </a:spcBef>
                        <a:spcAft>
                          <a:spcPts val="0"/>
                        </a:spcAft>
                        <a:buNone/>
                      </a:pPr>
                      <a:r>
                        <a:rPr lang="en" sz="1200" u="none" strike="noStrike" cap="none" dirty="0"/>
                        <a:t>Data Ulasan Mentah</a:t>
                      </a:r>
                      <a:endParaRPr sz="1200" u="none" strike="noStrike" cap="none" dirty="0">
                        <a:latin typeface="Calibri"/>
                        <a:ea typeface="Calibri"/>
                        <a:cs typeface="Calibri"/>
                        <a:sym typeface="Calibri"/>
                      </a:endParaRPr>
                    </a:p>
                  </a:txBody>
                  <a:tcPr marL="68575" marR="6857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Score</a:t>
                      </a:r>
                      <a:endParaRPr sz="1200" u="none" strike="noStrike" cap="none">
                        <a:latin typeface="Calibri"/>
                        <a:ea typeface="Calibri"/>
                        <a:cs typeface="Calibri"/>
                        <a:sym typeface="Calibri"/>
                      </a:endParaRPr>
                    </a:p>
                  </a:txBody>
                  <a:tcPr marL="68575" marR="6857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Sentimen</a:t>
                      </a:r>
                      <a:endParaRPr sz="1200" u="none" strike="noStrike" cap="none">
                        <a:latin typeface="Calibri"/>
                        <a:ea typeface="Calibri"/>
                        <a:cs typeface="Calibri"/>
                        <a:sym typeface="Calibri"/>
                      </a:endParaRPr>
                    </a:p>
                  </a:txBody>
                  <a:tcPr marL="68575" marR="6857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Non muslim kalender...sdh kuhapus..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1</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Negatif</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Bagus dan tahu kapan tanggal merah sama ada alarm tri sandya</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Positif</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Sangat bermanfaat</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Positif</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Trimakasih. Slu diingatkan dgn kewajiban trisandya Aplikasinya orang HINDU tulen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Positif</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Sangat membantu sekali ..untuk menggigat weton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Positif</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Duh alarm kalender tdk berfungsi. Sudah lbh baik dihps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dirty="0">
                          <a:latin typeface="Times New Roman"/>
                          <a:ea typeface="Times New Roman"/>
                          <a:cs typeface="Times New Roman"/>
                          <a:sym typeface="Times New Roman"/>
                        </a:rPr>
                        <a:t>2</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dirty="0">
                          <a:latin typeface="Times New Roman"/>
                          <a:ea typeface="Times New Roman"/>
                          <a:cs typeface="Times New Roman"/>
                          <a:sym typeface="Times New Roman"/>
                        </a:rPr>
                        <a:t>Negatif</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91"/>
                                        </p:tgtEl>
                                        <p:attrNameLst>
                                          <p:attrName>style.visibility</p:attrName>
                                        </p:attrNameLst>
                                      </p:cBhvr>
                                      <p:to>
                                        <p:strVal val="visible"/>
                                      </p:to>
                                    </p:set>
                                    <p:animEffect transition="in" filter="fade">
                                      <p:cBhvr>
                                        <p:cTn id="7" dur="500"/>
                                        <p:tgtEl>
                                          <p:spTgt spid="99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90"/>
                                        </p:tgtEl>
                                        <p:attrNameLst>
                                          <p:attrName>style.visibility</p:attrName>
                                        </p:attrNameLst>
                                      </p:cBhvr>
                                      <p:to>
                                        <p:strVal val="visible"/>
                                      </p:to>
                                    </p:set>
                                    <p:anim calcmode="lin" valueType="num">
                                      <p:cBhvr additive="base">
                                        <p:cTn id="11" dur="500"/>
                                        <p:tgtEl>
                                          <p:spTgt spid="990"/>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92"/>
                                        </p:tgtEl>
                                        <p:attrNameLst>
                                          <p:attrName>style.visibility</p:attrName>
                                        </p:attrNameLst>
                                      </p:cBhvr>
                                      <p:to>
                                        <p:strVal val="visible"/>
                                      </p:to>
                                    </p:set>
                                    <p:animEffect transition="in" filter="fade">
                                      <p:cBhvr>
                                        <p:cTn id="15" dur="800"/>
                                        <p:tgtEl>
                                          <p:spTgt spid="992"/>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993"/>
                                        </p:tgtEl>
                                        <p:attrNameLst>
                                          <p:attrName>style.visibility</p:attrName>
                                        </p:attrNameLst>
                                      </p:cBhvr>
                                      <p:to>
                                        <p:strVal val="visible"/>
                                      </p:to>
                                    </p:set>
                                    <p:animEffect transition="in" filter="fade">
                                      <p:cBhvr>
                                        <p:cTn id="19" dur="500"/>
                                        <p:tgtEl>
                                          <p:spTgt spid="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89"/>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0" name="Google Shape;1020;p89"/>
          <p:cNvSpPr txBox="1">
            <a:spLocks noGrp="1"/>
          </p:cNvSpPr>
          <p:nvPr>
            <p:ph type="title"/>
          </p:nvPr>
        </p:nvSpPr>
        <p:spPr>
          <a:xfrm>
            <a:off x="719137" y="632474"/>
            <a:ext cx="4535033"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Case Folding dan Cleaning</a:t>
            </a:r>
            <a:endParaRPr/>
          </a:p>
        </p:txBody>
      </p:sp>
      <p:sp>
        <p:nvSpPr>
          <p:cNvPr id="1021" name="Google Shape;1021;p89"/>
          <p:cNvSpPr/>
          <p:nvPr/>
        </p:nvSpPr>
        <p:spPr>
          <a:xfrm>
            <a:off x="7293375" y="3764464"/>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2" name="Google Shape;1022;p89"/>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3" name="Google Shape;1023;p89"/>
          <p:cNvSpPr/>
          <p:nvPr/>
        </p:nvSpPr>
        <p:spPr>
          <a:xfrm>
            <a:off x="6955101" y="44669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024" name="Google Shape;1024;p89"/>
          <p:cNvGrpSpPr/>
          <p:nvPr/>
        </p:nvGrpSpPr>
        <p:grpSpPr>
          <a:xfrm>
            <a:off x="8420100" y="-257225"/>
            <a:ext cx="914556" cy="718263"/>
            <a:chOff x="388620" y="1420922"/>
            <a:chExt cx="679997" cy="534048"/>
          </a:xfrm>
        </p:grpSpPr>
        <p:sp>
          <p:nvSpPr>
            <p:cNvPr id="1025" name="Google Shape;1025;p89"/>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6" name="Google Shape;1026;p89"/>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7" name="Google Shape;1027;p89"/>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8" name="Google Shape;1028;p89"/>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9" name="Google Shape;1029;p89"/>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0" name="Google Shape;1030;p89"/>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1" name="Google Shape;1031;p89"/>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2" name="Google Shape;1032;p89"/>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3" name="Google Shape;1033;p89"/>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4" name="Google Shape;1034;p89"/>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5" name="Google Shape;1035;p89"/>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6" name="Google Shape;1036;p89"/>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7" name="Google Shape;1037;p89"/>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8" name="Google Shape;1038;p89"/>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9" name="Google Shape;1039;p89"/>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0" name="Google Shape;1040;p89"/>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1" name="Google Shape;1041;p89"/>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2" name="Google Shape;1042;p89"/>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3" name="Google Shape;1043;p89"/>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4" name="Google Shape;1044;p89"/>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045" name="Google Shape;1045;p89"/>
          <p:cNvPicPr preferRelativeResize="0"/>
          <p:nvPr/>
        </p:nvPicPr>
        <p:blipFill rotWithShape="1">
          <a:blip r:embed="rId3">
            <a:alphaModFix/>
          </a:blip>
          <a:srcRect t="4443" b="2232"/>
          <a:stretch/>
        </p:blipFill>
        <p:spPr>
          <a:xfrm>
            <a:off x="719124" y="1258575"/>
            <a:ext cx="7162637" cy="2758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2"/>
                                        </p:tgtEl>
                                        <p:attrNameLst>
                                          <p:attrName>style.visibility</p:attrName>
                                        </p:attrNameLst>
                                      </p:cBhvr>
                                      <p:to>
                                        <p:strVal val="visible"/>
                                      </p:to>
                                    </p:set>
                                    <p:animEffect transition="in" filter="fade">
                                      <p:cBhvr>
                                        <p:cTn id="7" dur="500"/>
                                        <p:tgtEl>
                                          <p:spTgt spid="102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021"/>
                                        </p:tgtEl>
                                        <p:attrNameLst>
                                          <p:attrName>style.visibility</p:attrName>
                                        </p:attrNameLst>
                                      </p:cBhvr>
                                      <p:to>
                                        <p:strVal val="visible"/>
                                      </p:to>
                                    </p:set>
                                    <p:anim calcmode="lin" valueType="num">
                                      <p:cBhvr additive="base">
                                        <p:cTn id="11" dur="500"/>
                                        <p:tgtEl>
                                          <p:spTgt spid="1021"/>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23"/>
                                        </p:tgtEl>
                                        <p:attrNameLst>
                                          <p:attrName>style.visibility</p:attrName>
                                        </p:attrNameLst>
                                      </p:cBhvr>
                                      <p:to>
                                        <p:strVal val="visible"/>
                                      </p:to>
                                    </p:set>
                                    <p:animEffect transition="in" filter="fade">
                                      <p:cBhvr>
                                        <p:cTn id="15" dur="800"/>
                                        <p:tgtEl>
                                          <p:spTgt spid="1023"/>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024"/>
                                        </p:tgtEl>
                                        <p:attrNameLst>
                                          <p:attrName>style.visibility</p:attrName>
                                        </p:attrNameLst>
                                      </p:cBhvr>
                                      <p:to>
                                        <p:strVal val="visible"/>
                                      </p:to>
                                    </p:set>
                                    <p:animEffect transition="in" filter="fade">
                                      <p:cBhvr>
                                        <p:cTn id="19" dur="500"/>
                                        <p:tgtEl>
                                          <p:spTgt spid="1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90"/>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1" name="Google Shape;1051;p90"/>
          <p:cNvSpPr txBox="1">
            <a:spLocks noGrp="1"/>
          </p:cNvSpPr>
          <p:nvPr>
            <p:ph type="title"/>
          </p:nvPr>
        </p:nvSpPr>
        <p:spPr>
          <a:xfrm>
            <a:off x="670957" y="514741"/>
            <a:ext cx="4535033"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dirty="0"/>
              <a:t>Case Folding dan Cleaning</a:t>
            </a:r>
            <a:endParaRPr sz="3600" dirty="0"/>
          </a:p>
        </p:txBody>
      </p:sp>
      <p:sp>
        <p:nvSpPr>
          <p:cNvPr id="1052" name="Google Shape;1052;p90"/>
          <p:cNvSpPr/>
          <p:nvPr/>
        </p:nvSpPr>
        <p:spPr>
          <a:xfrm>
            <a:off x="8241201" y="3992950"/>
            <a:ext cx="2758200" cy="2758200"/>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3" name="Google Shape;1053;p90"/>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4" name="Google Shape;1054;p90"/>
          <p:cNvSpPr/>
          <p:nvPr/>
        </p:nvSpPr>
        <p:spPr>
          <a:xfrm>
            <a:off x="8043249" y="4616532"/>
            <a:ext cx="676500" cy="676500"/>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055" name="Google Shape;1055;p90"/>
          <p:cNvGrpSpPr/>
          <p:nvPr/>
        </p:nvGrpSpPr>
        <p:grpSpPr>
          <a:xfrm>
            <a:off x="8420100" y="-257225"/>
            <a:ext cx="914556" cy="718263"/>
            <a:chOff x="388620" y="1420922"/>
            <a:chExt cx="679997" cy="534048"/>
          </a:xfrm>
        </p:grpSpPr>
        <p:sp>
          <p:nvSpPr>
            <p:cNvPr id="1056" name="Google Shape;1056;p90"/>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7" name="Google Shape;1057;p90"/>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8" name="Google Shape;1058;p90"/>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9" name="Google Shape;1059;p90"/>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0" name="Google Shape;1060;p90"/>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1" name="Google Shape;1061;p90"/>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2" name="Google Shape;1062;p90"/>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3" name="Google Shape;1063;p90"/>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4" name="Google Shape;1064;p90"/>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5" name="Google Shape;1065;p90"/>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6" name="Google Shape;1066;p90"/>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7" name="Google Shape;1067;p90"/>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8" name="Google Shape;1068;p90"/>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9" name="Google Shape;1069;p90"/>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0" name="Google Shape;1070;p90"/>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1" name="Google Shape;1071;p90"/>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2" name="Google Shape;1072;p90"/>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3" name="Google Shape;1073;p90"/>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4" name="Google Shape;1074;p90"/>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5" name="Google Shape;1075;p90"/>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076" name="Google Shape;1076;p90"/>
          <p:cNvGraphicFramePr/>
          <p:nvPr>
            <p:extLst>
              <p:ext uri="{D42A27DB-BD31-4B8C-83A1-F6EECF244321}">
                <p14:modId xmlns:p14="http://schemas.microsoft.com/office/powerpoint/2010/main" val="2300956235"/>
              </p:ext>
            </p:extLst>
          </p:nvPr>
        </p:nvGraphicFramePr>
        <p:xfrm>
          <a:off x="945863" y="1120320"/>
          <a:ext cx="7441550" cy="3773435"/>
        </p:xfrm>
        <a:graphic>
          <a:graphicData uri="http://schemas.openxmlformats.org/drawingml/2006/table">
            <a:tbl>
              <a:tblPr firstRow="1" firstCol="1" bandRow="1">
                <a:noFill/>
                <a:tableStyleId>{A62BFD42-FEC9-462F-A87F-D70136A35D4C}</a:tableStyleId>
              </a:tblPr>
              <a:tblGrid>
                <a:gridCol w="3593475">
                  <a:extLst>
                    <a:ext uri="{9D8B030D-6E8A-4147-A177-3AD203B41FA5}">
                      <a16:colId xmlns:a16="http://schemas.microsoft.com/office/drawing/2014/main" val="20000"/>
                    </a:ext>
                  </a:extLst>
                </a:gridCol>
                <a:gridCol w="3848075">
                  <a:extLst>
                    <a:ext uri="{9D8B030D-6E8A-4147-A177-3AD203B41FA5}">
                      <a16:colId xmlns:a16="http://schemas.microsoft.com/office/drawing/2014/main" val="20001"/>
                    </a:ext>
                  </a:extLst>
                </a:gridCol>
              </a:tblGrid>
              <a:tr h="589750">
                <a:tc>
                  <a:txBody>
                    <a:bodyPr/>
                    <a:lstStyle/>
                    <a:p>
                      <a:pPr marL="0" marR="0" lvl="0" indent="0" algn="ctr" rtl="0">
                        <a:lnSpc>
                          <a:spcPct val="200000"/>
                        </a:lnSpc>
                        <a:spcBef>
                          <a:spcPts val="0"/>
                        </a:spcBef>
                        <a:spcAft>
                          <a:spcPts val="0"/>
                        </a:spcAft>
                        <a:buNone/>
                      </a:pPr>
                      <a:r>
                        <a:rPr lang="en" sz="1200" u="none" strike="noStrike" cap="none" dirty="0"/>
                        <a:t>Data Ulasan (Mentah)</a:t>
                      </a:r>
                      <a:endParaRPr sz="1200" u="none" strike="noStrike" cap="none" dirty="0">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Hasil Proses </a:t>
                      </a:r>
                      <a:endParaRPr sz="1200" u="none" strike="noStrike" cap="none"/>
                    </a:p>
                    <a:p>
                      <a:pPr marL="0" marR="0" lvl="0" indent="0" algn="ctr" rtl="0">
                        <a:lnSpc>
                          <a:spcPct val="200000"/>
                        </a:lnSpc>
                        <a:spcBef>
                          <a:spcPts val="0"/>
                        </a:spcBef>
                        <a:spcAft>
                          <a:spcPts val="0"/>
                        </a:spcAft>
                        <a:buNone/>
                      </a:pPr>
                      <a:r>
                        <a:rPr lang="en" sz="1200" u="none" strike="noStrike" cap="none"/>
                        <a:t>Case Folding dan Cleaning</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2722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Non muslim kalender...sdh kuhapus..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non muslim kalender sdh kuhapus</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897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Bagus dan tahu kapan tanggal merah sama ada alarm tri sandya</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bagus dan tahu kapan tanggal merah sama ada alarm tri sandya</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722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Sangat bermanfaat</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sangat bermanfaat</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33275">
                <a:tc>
                  <a:txBody>
                    <a:bodyPr/>
                    <a:lstStyle/>
                    <a:p>
                      <a:pPr marL="0" lvl="0" indent="0" algn="just" rtl="0">
                        <a:lnSpc>
                          <a:spcPct val="150000"/>
                        </a:lnSpc>
                        <a:spcBef>
                          <a:spcPts val="1200"/>
                        </a:spcBef>
                        <a:spcAft>
                          <a:spcPts val="0"/>
                        </a:spcAft>
                        <a:buNone/>
                      </a:pPr>
                      <a:r>
                        <a:rPr lang="en" sz="1200" b="0" dirty="0">
                          <a:latin typeface="Times New Roman"/>
                          <a:ea typeface="Times New Roman"/>
                          <a:cs typeface="Times New Roman"/>
                          <a:sym typeface="Times New Roman"/>
                        </a:rPr>
                        <a:t>Trimakasih. Slu diingatkan dgn kewajiban trisandya Aplikasinya orang HINDU tulen</a:t>
                      </a:r>
                      <a:endParaRPr sz="1200" b="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trimakasih slu diingatkan dgn kewajiban trisandya aplikasinya orang hindu tulen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525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Sangat membantu sekali ..untuk menggigat weton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sangat membantu sekali untuk menggigat weton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3152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Duh alarm kalender tdk berfungsi. Sudah lbh baik dihps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duh alarm kalender tdk berfungsi sudah lbh baik dihps</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53"/>
                                        </p:tgtEl>
                                        <p:attrNameLst>
                                          <p:attrName>style.visibility</p:attrName>
                                        </p:attrNameLst>
                                      </p:cBhvr>
                                      <p:to>
                                        <p:strVal val="visible"/>
                                      </p:to>
                                    </p:set>
                                    <p:animEffect transition="in" filter="fade">
                                      <p:cBhvr>
                                        <p:cTn id="7" dur="500"/>
                                        <p:tgtEl>
                                          <p:spTgt spid="105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052"/>
                                        </p:tgtEl>
                                        <p:attrNameLst>
                                          <p:attrName>style.visibility</p:attrName>
                                        </p:attrNameLst>
                                      </p:cBhvr>
                                      <p:to>
                                        <p:strVal val="visible"/>
                                      </p:to>
                                    </p:set>
                                    <p:anim calcmode="lin" valueType="num">
                                      <p:cBhvr additive="base">
                                        <p:cTn id="11" dur="500"/>
                                        <p:tgtEl>
                                          <p:spTgt spid="1052"/>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54"/>
                                        </p:tgtEl>
                                        <p:attrNameLst>
                                          <p:attrName>style.visibility</p:attrName>
                                        </p:attrNameLst>
                                      </p:cBhvr>
                                      <p:to>
                                        <p:strVal val="visible"/>
                                      </p:to>
                                    </p:set>
                                    <p:animEffect transition="in" filter="fade">
                                      <p:cBhvr>
                                        <p:cTn id="15" dur="800"/>
                                        <p:tgtEl>
                                          <p:spTgt spid="1054"/>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055"/>
                                        </p:tgtEl>
                                        <p:attrNameLst>
                                          <p:attrName>style.visibility</p:attrName>
                                        </p:attrNameLst>
                                      </p:cBhvr>
                                      <p:to>
                                        <p:strVal val="visible"/>
                                      </p:to>
                                    </p:set>
                                    <p:animEffect transition="in" filter="fade">
                                      <p:cBhvr>
                                        <p:cTn id="19" dur="500"/>
                                        <p:tgtEl>
                                          <p:spTgt spid="1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91"/>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2" name="Google Shape;1082;p91"/>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Tokenizing</a:t>
            </a:r>
            <a:endParaRPr/>
          </a:p>
        </p:txBody>
      </p:sp>
      <p:sp>
        <p:nvSpPr>
          <p:cNvPr id="1083" name="Google Shape;1083;p91"/>
          <p:cNvSpPr/>
          <p:nvPr/>
        </p:nvSpPr>
        <p:spPr>
          <a:xfrm>
            <a:off x="7293375" y="3764464"/>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4" name="Google Shape;1084;p91"/>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5" name="Google Shape;1085;p91"/>
          <p:cNvSpPr/>
          <p:nvPr/>
        </p:nvSpPr>
        <p:spPr>
          <a:xfrm>
            <a:off x="6955101" y="44669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086" name="Google Shape;1086;p91"/>
          <p:cNvGrpSpPr/>
          <p:nvPr/>
        </p:nvGrpSpPr>
        <p:grpSpPr>
          <a:xfrm>
            <a:off x="8420100" y="-257225"/>
            <a:ext cx="914556" cy="718263"/>
            <a:chOff x="388620" y="1420922"/>
            <a:chExt cx="679997" cy="534048"/>
          </a:xfrm>
        </p:grpSpPr>
        <p:sp>
          <p:nvSpPr>
            <p:cNvPr id="1087" name="Google Shape;1087;p91"/>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8" name="Google Shape;1088;p91"/>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9" name="Google Shape;1089;p91"/>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0" name="Google Shape;1090;p91"/>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1" name="Google Shape;1091;p91"/>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2" name="Google Shape;1092;p91"/>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3" name="Google Shape;1093;p91"/>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4" name="Google Shape;1094;p91"/>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5" name="Google Shape;1095;p91"/>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6" name="Google Shape;1096;p91"/>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7" name="Google Shape;1097;p91"/>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8" name="Google Shape;1098;p91"/>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9" name="Google Shape;1099;p91"/>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0" name="Google Shape;1100;p91"/>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1" name="Google Shape;1101;p91"/>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2" name="Google Shape;1102;p91"/>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3" name="Google Shape;1103;p91"/>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4" name="Google Shape;1104;p91"/>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5" name="Google Shape;1105;p91"/>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6" name="Google Shape;1106;p91"/>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107" name="Google Shape;1107;p91"/>
          <p:cNvPicPr preferRelativeResize="0"/>
          <p:nvPr/>
        </p:nvPicPr>
        <p:blipFill rotWithShape="1">
          <a:blip r:embed="rId3">
            <a:alphaModFix/>
          </a:blip>
          <a:srcRect/>
          <a:stretch/>
        </p:blipFill>
        <p:spPr>
          <a:xfrm>
            <a:off x="719154" y="1309624"/>
            <a:ext cx="8254169" cy="2309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84"/>
                                        </p:tgtEl>
                                        <p:attrNameLst>
                                          <p:attrName>style.visibility</p:attrName>
                                        </p:attrNameLst>
                                      </p:cBhvr>
                                      <p:to>
                                        <p:strVal val="visible"/>
                                      </p:to>
                                    </p:set>
                                    <p:animEffect transition="in" filter="fade">
                                      <p:cBhvr>
                                        <p:cTn id="7" dur="500"/>
                                        <p:tgtEl>
                                          <p:spTgt spid="108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083"/>
                                        </p:tgtEl>
                                        <p:attrNameLst>
                                          <p:attrName>style.visibility</p:attrName>
                                        </p:attrNameLst>
                                      </p:cBhvr>
                                      <p:to>
                                        <p:strVal val="visible"/>
                                      </p:to>
                                    </p:set>
                                    <p:anim calcmode="lin" valueType="num">
                                      <p:cBhvr additive="base">
                                        <p:cTn id="11" dur="500"/>
                                        <p:tgtEl>
                                          <p:spTgt spid="1083"/>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85"/>
                                        </p:tgtEl>
                                        <p:attrNameLst>
                                          <p:attrName>style.visibility</p:attrName>
                                        </p:attrNameLst>
                                      </p:cBhvr>
                                      <p:to>
                                        <p:strVal val="visible"/>
                                      </p:to>
                                    </p:set>
                                    <p:animEffect transition="in" filter="fade">
                                      <p:cBhvr>
                                        <p:cTn id="15" dur="800"/>
                                        <p:tgtEl>
                                          <p:spTgt spid="1085"/>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086"/>
                                        </p:tgtEl>
                                        <p:attrNameLst>
                                          <p:attrName>style.visibility</p:attrName>
                                        </p:attrNameLst>
                                      </p:cBhvr>
                                      <p:to>
                                        <p:strVal val="visible"/>
                                      </p:to>
                                    </p:set>
                                    <p:animEffect transition="in" filter="fade">
                                      <p:cBhvr>
                                        <p:cTn id="19" dur="500"/>
                                        <p:tgtEl>
                                          <p:spTgt spid="1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92"/>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13" name="Google Shape;1113;p92"/>
          <p:cNvSpPr txBox="1">
            <a:spLocks noGrp="1"/>
          </p:cNvSpPr>
          <p:nvPr>
            <p:ph type="title"/>
          </p:nvPr>
        </p:nvSpPr>
        <p:spPr>
          <a:xfrm>
            <a:off x="589506" y="366357"/>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dirty="0"/>
              <a:t>Tokenizing</a:t>
            </a:r>
            <a:endParaRPr sz="3600" dirty="0"/>
          </a:p>
        </p:txBody>
      </p:sp>
      <p:sp>
        <p:nvSpPr>
          <p:cNvPr id="1114" name="Google Shape;1114;p92"/>
          <p:cNvSpPr/>
          <p:nvPr/>
        </p:nvSpPr>
        <p:spPr>
          <a:xfrm>
            <a:off x="8625069" y="4069150"/>
            <a:ext cx="2758200" cy="2758200"/>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15" name="Google Shape;1115;p92"/>
          <p:cNvSpPr/>
          <p:nvPr/>
        </p:nvSpPr>
        <p:spPr>
          <a:xfrm>
            <a:off x="0" y="293319"/>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16" name="Google Shape;1116;p92"/>
          <p:cNvSpPr/>
          <p:nvPr/>
        </p:nvSpPr>
        <p:spPr>
          <a:xfrm>
            <a:off x="8381499" y="4771750"/>
            <a:ext cx="676500" cy="676500"/>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117" name="Google Shape;1117;p92"/>
          <p:cNvGrpSpPr/>
          <p:nvPr/>
        </p:nvGrpSpPr>
        <p:grpSpPr>
          <a:xfrm>
            <a:off x="8420100" y="-257225"/>
            <a:ext cx="914556" cy="718263"/>
            <a:chOff x="388620" y="1420922"/>
            <a:chExt cx="679997" cy="534048"/>
          </a:xfrm>
        </p:grpSpPr>
        <p:sp>
          <p:nvSpPr>
            <p:cNvPr id="1118" name="Google Shape;1118;p92"/>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19" name="Google Shape;1119;p92"/>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0" name="Google Shape;1120;p92"/>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1" name="Google Shape;1121;p92"/>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2" name="Google Shape;1122;p92"/>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3" name="Google Shape;1123;p92"/>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4" name="Google Shape;1124;p92"/>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5" name="Google Shape;1125;p92"/>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6" name="Google Shape;1126;p92"/>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7" name="Google Shape;1127;p92"/>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8" name="Google Shape;1128;p92"/>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9" name="Google Shape;1129;p92"/>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0" name="Google Shape;1130;p92"/>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1" name="Google Shape;1131;p92"/>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2" name="Google Shape;1132;p92"/>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3" name="Google Shape;1133;p92"/>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4" name="Google Shape;1134;p92"/>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5" name="Google Shape;1135;p92"/>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6" name="Google Shape;1136;p92"/>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37" name="Google Shape;1137;p92"/>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138" name="Google Shape;1138;p92"/>
          <p:cNvGraphicFramePr/>
          <p:nvPr>
            <p:extLst>
              <p:ext uri="{D42A27DB-BD31-4B8C-83A1-F6EECF244321}">
                <p14:modId xmlns:p14="http://schemas.microsoft.com/office/powerpoint/2010/main" val="1280167282"/>
              </p:ext>
            </p:extLst>
          </p:nvPr>
        </p:nvGraphicFramePr>
        <p:xfrm>
          <a:off x="817722" y="874575"/>
          <a:ext cx="7492863" cy="4047755"/>
        </p:xfrm>
        <a:graphic>
          <a:graphicData uri="http://schemas.openxmlformats.org/drawingml/2006/table">
            <a:tbl>
              <a:tblPr firstRow="1" firstCol="1" bandRow="1">
                <a:noFill/>
                <a:tableStyleId>{A62BFD42-FEC9-462F-A87F-D70136A35D4C}</a:tableStyleId>
              </a:tblPr>
              <a:tblGrid>
                <a:gridCol w="3625713">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tblGrid>
              <a:tr h="589750">
                <a:tc>
                  <a:txBody>
                    <a:bodyPr/>
                    <a:lstStyle/>
                    <a:p>
                      <a:pPr marL="0" marR="0" lvl="0" indent="0" algn="ctr" rtl="0">
                        <a:lnSpc>
                          <a:spcPct val="200000"/>
                        </a:lnSpc>
                        <a:spcBef>
                          <a:spcPts val="0"/>
                        </a:spcBef>
                        <a:spcAft>
                          <a:spcPts val="0"/>
                        </a:spcAft>
                        <a:buNone/>
                      </a:pPr>
                      <a:r>
                        <a:rPr lang="en" sz="1200" u="none" strike="noStrike" cap="none" dirty="0"/>
                        <a:t>Hasil Proses Sebelumnya</a:t>
                      </a:r>
                      <a:endParaRPr sz="1200" u="none" strike="noStrike" cap="none" dirty="0"/>
                    </a:p>
                    <a:p>
                      <a:pPr marL="0" marR="0" lvl="0" indent="0" algn="ctr" rtl="0">
                        <a:lnSpc>
                          <a:spcPct val="200000"/>
                        </a:lnSpc>
                        <a:spcBef>
                          <a:spcPts val="0"/>
                        </a:spcBef>
                        <a:spcAft>
                          <a:spcPts val="0"/>
                        </a:spcAft>
                        <a:buNone/>
                      </a:pPr>
                      <a:r>
                        <a:rPr lang="en" sz="1200" u="none" strike="noStrike" cap="none" dirty="0"/>
                        <a:t>(Case Folding dan Cleaning)</a:t>
                      </a:r>
                      <a:endParaRPr sz="1200" u="none" strike="noStrike" cap="none" dirty="0">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Hasil Proses Tokenizing</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2722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non muslim kalendersdh kuhapus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[non, muslim, kalender, sdh, kuhapus]</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897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bagus dan tahu kapan tanggal merah sama ada alarm tri sandya</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[bagus, dan, tahu, kapan, tanggal, merah, sama, ada, alarm, tri, sandya]</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72250">
                <a:tc>
                  <a:txBody>
                    <a:bodyPr/>
                    <a:lstStyle/>
                    <a:p>
                      <a:pPr marL="0" lvl="0" indent="0" algn="just" rtl="0">
                        <a:lnSpc>
                          <a:spcPct val="150000"/>
                        </a:lnSpc>
                        <a:spcBef>
                          <a:spcPts val="1200"/>
                        </a:spcBef>
                        <a:spcAft>
                          <a:spcPts val="0"/>
                        </a:spcAft>
                        <a:buNone/>
                      </a:pPr>
                      <a:r>
                        <a:rPr lang="en" sz="1200" b="0" dirty="0">
                          <a:latin typeface="Times New Roman"/>
                          <a:ea typeface="Times New Roman"/>
                          <a:cs typeface="Times New Roman"/>
                          <a:sym typeface="Times New Roman"/>
                        </a:rPr>
                        <a:t>sangat bermanfaat</a:t>
                      </a:r>
                      <a:endParaRPr sz="1200" b="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[sangat, bermanfaat]</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444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trimakasih slu diingatkan dgn kewajiban trisandya aplikasinya orang hindu tulen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[trimakasih, slu, diingatkan, dgn, kewajiban, trisandya, aplikasinya, orang, hindu, tulen]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39650">
                <a:tc>
                  <a:txBody>
                    <a:bodyPr/>
                    <a:lstStyle/>
                    <a:p>
                      <a:pPr marL="0" lvl="0" indent="0" algn="just" rtl="0">
                        <a:lnSpc>
                          <a:spcPct val="150000"/>
                        </a:lnSpc>
                        <a:spcBef>
                          <a:spcPts val="1200"/>
                        </a:spcBef>
                        <a:spcAft>
                          <a:spcPts val="0"/>
                        </a:spcAft>
                        <a:buNone/>
                      </a:pPr>
                      <a:r>
                        <a:rPr lang="en" sz="1200" b="0" dirty="0">
                          <a:latin typeface="Times New Roman"/>
                          <a:ea typeface="Times New Roman"/>
                          <a:cs typeface="Times New Roman"/>
                          <a:sym typeface="Times New Roman"/>
                        </a:rPr>
                        <a:t>sangat membantu sekali untuk menggigat weton</a:t>
                      </a:r>
                      <a:endParaRPr sz="1200" b="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[sangat, membantu, sekali, untuk, menggigat, weton]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duh alarm kalender tdk berfungsi sudah lbh baik dihps</a:t>
                      </a:r>
                      <a:endParaRPr sz="1200" b="0" u="none" strike="noStrike" cap="none">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[duh, alarm, kalender, tdk, berfungsi, sudah, lbh, baik, dihps]</a:t>
                      </a:r>
                      <a:endParaRPr sz="1200" u="none" strike="noStrike" cap="none"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15"/>
                                        </p:tgtEl>
                                        <p:attrNameLst>
                                          <p:attrName>style.visibility</p:attrName>
                                        </p:attrNameLst>
                                      </p:cBhvr>
                                      <p:to>
                                        <p:strVal val="visible"/>
                                      </p:to>
                                    </p:set>
                                    <p:animEffect transition="in" filter="fade">
                                      <p:cBhvr>
                                        <p:cTn id="7" dur="500"/>
                                        <p:tgtEl>
                                          <p:spTgt spid="111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114"/>
                                        </p:tgtEl>
                                        <p:attrNameLst>
                                          <p:attrName>style.visibility</p:attrName>
                                        </p:attrNameLst>
                                      </p:cBhvr>
                                      <p:to>
                                        <p:strVal val="visible"/>
                                      </p:to>
                                    </p:set>
                                    <p:anim calcmode="lin" valueType="num">
                                      <p:cBhvr additive="base">
                                        <p:cTn id="11" dur="500"/>
                                        <p:tgtEl>
                                          <p:spTgt spid="1114"/>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16"/>
                                        </p:tgtEl>
                                        <p:attrNameLst>
                                          <p:attrName>style.visibility</p:attrName>
                                        </p:attrNameLst>
                                      </p:cBhvr>
                                      <p:to>
                                        <p:strVal val="visible"/>
                                      </p:to>
                                    </p:set>
                                    <p:animEffect transition="in" filter="fade">
                                      <p:cBhvr>
                                        <p:cTn id="15" dur="800"/>
                                        <p:tgtEl>
                                          <p:spTgt spid="1116"/>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117"/>
                                        </p:tgtEl>
                                        <p:attrNameLst>
                                          <p:attrName>style.visibility</p:attrName>
                                        </p:attrNameLst>
                                      </p:cBhvr>
                                      <p:to>
                                        <p:strVal val="visible"/>
                                      </p:to>
                                    </p:set>
                                    <p:animEffect transition="in" filter="fade">
                                      <p:cBhvr>
                                        <p:cTn id="19" dur="500"/>
                                        <p:tgtEl>
                                          <p:spTgt spid="1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93"/>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44" name="Google Shape;1144;p93"/>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Normalization</a:t>
            </a:r>
            <a:endParaRPr/>
          </a:p>
        </p:txBody>
      </p:sp>
      <p:sp>
        <p:nvSpPr>
          <p:cNvPr id="1145" name="Google Shape;1145;p93"/>
          <p:cNvSpPr/>
          <p:nvPr/>
        </p:nvSpPr>
        <p:spPr>
          <a:xfrm>
            <a:off x="7293375" y="3764464"/>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46" name="Google Shape;1146;p93"/>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47" name="Google Shape;1147;p93"/>
          <p:cNvSpPr/>
          <p:nvPr/>
        </p:nvSpPr>
        <p:spPr>
          <a:xfrm>
            <a:off x="6955101" y="44669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148" name="Google Shape;1148;p93"/>
          <p:cNvGrpSpPr/>
          <p:nvPr/>
        </p:nvGrpSpPr>
        <p:grpSpPr>
          <a:xfrm>
            <a:off x="8420100" y="-257225"/>
            <a:ext cx="914556" cy="718263"/>
            <a:chOff x="388620" y="1420922"/>
            <a:chExt cx="679997" cy="534048"/>
          </a:xfrm>
        </p:grpSpPr>
        <p:sp>
          <p:nvSpPr>
            <p:cNvPr id="1149" name="Google Shape;1149;p93"/>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0" name="Google Shape;1150;p93"/>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1" name="Google Shape;1151;p93"/>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2" name="Google Shape;1152;p93"/>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3" name="Google Shape;1153;p93"/>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4" name="Google Shape;1154;p93"/>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5" name="Google Shape;1155;p93"/>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6" name="Google Shape;1156;p93"/>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7" name="Google Shape;1157;p93"/>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8" name="Google Shape;1158;p93"/>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9" name="Google Shape;1159;p93"/>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0" name="Google Shape;1160;p93"/>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1" name="Google Shape;1161;p93"/>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2" name="Google Shape;1162;p93"/>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3" name="Google Shape;1163;p93"/>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4" name="Google Shape;1164;p93"/>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5" name="Google Shape;1165;p93"/>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6" name="Google Shape;1166;p93"/>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7" name="Google Shape;1167;p93"/>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68" name="Google Shape;1168;p93"/>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169" name="Google Shape;1169;p93" descr="Sebuah gambar berisi teks, diagram, lingkaran, Font&#10;&#10;Deskripsi dibuat secara otomatis"/>
          <p:cNvPicPr preferRelativeResize="0"/>
          <p:nvPr/>
        </p:nvPicPr>
        <p:blipFill rotWithShape="1">
          <a:blip r:embed="rId3">
            <a:alphaModFix/>
          </a:blip>
          <a:srcRect/>
          <a:stretch/>
        </p:blipFill>
        <p:spPr>
          <a:xfrm>
            <a:off x="719121" y="1258577"/>
            <a:ext cx="8118908" cy="2413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46"/>
                                        </p:tgtEl>
                                        <p:attrNameLst>
                                          <p:attrName>style.visibility</p:attrName>
                                        </p:attrNameLst>
                                      </p:cBhvr>
                                      <p:to>
                                        <p:strVal val="visible"/>
                                      </p:to>
                                    </p:set>
                                    <p:animEffect transition="in" filter="fade">
                                      <p:cBhvr>
                                        <p:cTn id="7" dur="500"/>
                                        <p:tgtEl>
                                          <p:spTgt spid="114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145"/>
                                        </p:tgtEl>
                                        <p:attrNameLst>
                                          <p:attrName>style.visibility</p:attrName>
                                        </p:attrNameLst>
                                      </p:cBhvr>
                                      <p:to>
                                        <p:strVal val="visible"/>
                                      </p:to>
                                    </p:set>
                                    <p:anim calcmode="lin" valueType="num">
                                      <p:cBhvr additive="base">
                                        <p:cTn id="11" dur="500"/>
                                        <p:tgtEl>
                                          <p:spTgt spid="1145"/>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47"/>
                                        </p:tgtEl>
                                        <p:attrNameLst>
                                          <p:attrName>style.visibility</p:attrName>
                                        </p:attrNameLst>
                                      </p:cBhvr>
                                      <p:to>
                                        <p:strVal val="visible"/>
                                      </p:to>
                                    </p:set>
                                    <p:animEffect transition="in" filter="fade">
                                      <p:cBhvr>
                                        <p:cTn id="15" dur="800"/>
                                        <p:tgtEl>
                                          <p:spTgt spid="1147"/>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148"/>
                                        </p:tgtEl>
                                        <p:attrNameLst>
                                          <p:attrName>style.visibility</p:attrName>
                                        </p:attrNameLst>
                                      </p:cBhvr>
                                      <p:to>
                                        <p:strVal val="visible"/>
                                      </p:to>
                                    </p:set>
                                    <p:animEffect transition="in" filter="fade">
                                      <p:cBhvr>
                                        <p:cTn id="19" dur="500"/>
                                        <p:tgtEl>
                                          <p:spTgt spid="1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94"/>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75" name="Google Shape;1175;p94"/>
          <p:cNvSpPr txBox="1">
            <a:spLocks noGrp="1"/>
          </p:cNvSpPr>
          <p:nvPr>
            <p:ph type="title"/>
          </p:nvPr>
        </p:nvSpPr>
        <p:spPr>
          <a:xfrm>
            <a:off x="720726" y="429585"/>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dirty="0"/>
              <a:t>Normalization</a:t>
            </a:r>
            <a:endParaRPr sz="3600" dirty="0"/>
          </a:p>
        </p:txBody>
      </p:sp>
      <p:sp>
        <p:nvSpPr>
          <p:cNvPr id="1176" name="Google Shape;1176;p94"/>
          <p:cNvSpPr/>
          <p:nvPr/>
        </p:nvSpPr>
        <p:spPr>
          <a:xfrm>
            <a:off x="8055375" y="4297864"/>
            <a:ext cx="2758200" cy="2758200"/>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77" name="Google Shape;1177;p94"/>
          <p:cNvSpPr/>
          <p:nvPr/>
        </p:nvSpPr>
        <p:spPr>
          <a:xfrm>
            <a:off x="0" y="366357"/>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78" name="Google Shape;1178;p94"/>
          <p:cNvSpPr/>
          <p:nvPr/>
        </p:nvSpPr>
        <p:spPr>
          <a:xfrm>
            <a:off x="7717101" y="4847950"/>
            <a:ext cx="676500" cy="676500"/>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179" name="Google Shape;1179;p94"/>
          <p:cNvGrpSpPr/>
          <p:nvPr/>
        </p:nvGrpSpPr>
        <p:grpSpPr>
          <a:xfrm>
            <a:off x="8420100" y="-257225"/>
            <a:ext cx="914556" cy="718263"/>
            <a:chOff x="388620" y="1420922"/>
            <a:chExt cx="679997" cy="534048"/>
          </a:xfrm>
        </p:grpSpPr>
        <p:sp>
          <p:nvSpPr>
            <p:cNvPr id="1180" name="Google Shape;1180;p94"/>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1" name="Google Shape;1181;p94"/>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2" name="Google Shape;1182;p94"/>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3" name="Google Shape;1183;p94"/>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4" name="Google Shape;1184;p94"/>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5" name="Google Shape;1185;p94"/>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6" name="Google Shape;1186;p94"/>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7" name="Google Shape;1187;p94"/>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8" name="Google Shape;1188;p94"/>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9" name="Google Shape;1189;p94"/>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0" name="Google Shape;1190;p94"/>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1" name="Google Shape;1191;p94"/>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2" name="Google Shape;1192;p94"/>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3" name="Google Shape;1193;p94"/>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4" name="Google Shape;1194;p94"/>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5" name="Google Shape;1195;p94"/>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6" name="Google Shape;1196;p94"/>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7" name="Google Shape;1197;p94"/>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8" name="Google Shape;1198;p94"/>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9" name="Google Shape;1199;p94"/>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200" name="Google Shape;1200;p94"/>
          <p:cNvGraphicFramePr/>
          <p:nvPr>
            <p:extLst>
              <p:ext uri="{D42A27DB-BD31-4B8C-83A1-F6EECF244321}">
                <p14:modId xmlns:p14="http://schemas.microsoft.com/office/powerpoint/2010/main" val="669554829"/>
              </p:ext>
            </p:extLst>
          </p:nvPr>
        </p:nvGraphicFramePr>
        <p:xfrm>
          <a:off x="886200" y="946083"/>
          <a:ext cx="7644000" cy="3958372"/>
        </p:xfrm>
        <a:graphic>
          <a:graphicData uri="http://schemas.openxmlformats.org/drawingml/2006/table">
            <a:tbl>
              <a:tblPr firstRow="1" firstCol="1" bandRow="1">
                <a:noFill/>
                <a:tableStyleId>{A62BFD42-FEC9-462F-A87F-D70136A35D4C}</a:tableStyleId>
              </a:tblPr>
              <a:tblGrid>
                <a:gridCol w="3651925">
                  <a:extLst>
                    <a:ext uri="{9D8B030D-6E8A-4147-A177-3AD203B41FA5}">
                      <a16:colId xmlns:a16="http://schemas.microsoft.com/office/drawing/2014/main" val="20000"/>
                    </a:ext>
                  </a:extLst>
                </a:gridCol>
                <a:gridCol w="3992075">
                  <a:extLst>
                    <a:ext uri="{9D8B030D-6E8A-4147-A177-3AD203B41FA5}">
                      <a16:colId xmlns:a16="http://schemas.microsoft.com/office/drawing/2014/main" val="20001"/>
                    </a:ext>
                  </a:extLst>
                </a:gridCol>
              </a:tblGrid>
              <a:tr h="589750">
                <a:tc>
                  <a:txBody>
                    <a:bodyPr/>
                    <a:lstStyle/>
                    <a:p>
                      <a:pPr marL="0" marR="0" lvl="0" indent="0" algn="ctr" rtl="0">
                        <a:lnSpc>
                          <a:spcPct val="200000"/>
                        </a:lnSpc>
                        <a:spcBef>
                          <a:spcPts val="0"/>
                        </a:spcBef>
                        <a:spcAft>
                          <a:spcPts val="0"/>
                        </a:spcAft>
                        <a:buNone/>
                      </a:pPr>
                      <a:r>
                        <a:rPr lang="en" sz="1200" u="none" strike="noStrike" cap="none"/>
                        <a:t>Hasil Proses Sebelumnya (Tokenizing)</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Hasil Proses Normalization</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2722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[non, muslim, kalendersdh, kuhapus]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[non, muslim, kalender, sudah, kuhapus]</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897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[bagus, dan, tahu, kapan, tanggal, merah, sama, ada, alarm, tri, sandya]</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[bagus, dan, tahu, kapan, tanggal, merah, sama, ada, alarm, trisandia]</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722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[sangat, bermanfaat]</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[sangat, bermanfaat]</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54975">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[trimakasih, slu, diingatkan, dgn, kewajiban, trisandya, aplikasinya, orang, hindu, tulen]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[terima, kasih, selalu, diingatkan, dengan, kewajiban, trisandia, aplikasinya, orang, hindu, tulen]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859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[sangat, membantu, sekali, untuk, menggigat, weton]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[sangat, membantu, sekali, untuk, mengingat, weton]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2486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[duh, alarm, kalender, tdk, berfungsi, sudah, lbh, baik, dihps]</a:t>
                      </a:r>
                      <a:endParaRPr sz="1200" b="0" u="none" strike="noStrike" cap="none">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[duh, alarm, kalender, tidak, berfungsi, sudah, lebih, baik, dihapus]</a:t>
                      </a:r>
                      <a:endParaRPr sz="1200" u="none" strike="noStrike" cap="none"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77"/>
                                        </p:tgtEl>
                                        <p:attrNameLst>
                                          <p:attrName>style.visibility</p:attrName>
                                        </p:attrNameLst>
                                      </p:cBhvr>
                                      <p:to>
                                        <p:strVal val="visible"/>
                                      </p:to>
                                    </p:set>
                                    <p:animEffect transition="in" filter="fade">
                                      <p:cBhvr>
                                        <p:cTn id="7" dur="500"/>
                                        <p:tgtEl>
                                          <p:spTgt spid="1177"/>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176"/>
                                        </p:tgtEl>
                                        <p:attrNameLst>
                                          <p:attrName>style.visibility</p:attrName>
                                        </p:attrNameLst>
                                      </p:cBhvr>
                                      <p:to>
                                        <p:strVal val="visible"/>
                                      </p:to>
                                    </p:set>
                                    <p:anim calcmode="lin" valueType="num">
                                      <p:cBhvr additive="base">
                                        <p:cTn id="11" dur="500"/>
                                        <p:tgtEl>
                                          <p:spTgt spid="1176"/>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78"/>
                                        </p:tgtEl>
                                        <p:attrNameLst>
                                          <p:attrName>style.visibility</p:attrName>
                                        </p:attrNameLst>
                                      </p:cBhvr>
                                      <p:to>
                                        <p:strVal val="visible"/>
                                      </p:to>
                                    </p:set>
                                    <p:animEffect transition="in" filter="fade">
                                      <p:cBhvr>
                                        <p:cTn id="15" dur="800"/>
                                        <p:tgtEl>
                                          <p:spTgt spid="1178"/>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179"/>
                                        </p:tgtEl>
                                        <p:attrNameLst>
                                          <p:attrName>style.visibility</p:attrName>
                                        </p:attrNameLst>
                                      </p:cBhvr>
                                      <p:to>
                                        <p:strVal val="visible"/>
                                      </p:to>
                                    </p:set>
                                    <p:animEffect transition="in" filter="fade">
                                      <p:cBhvr>
                                        <p:cTn id="19" dur="500"/>
                                        <p:tgtEl>
                                          <p:spTgt spid="1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sp>
        <p:nvSpPr>
          <p:cNvPr id="1205" name="Google Shape;1205;p97"/>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06" name="Google Shape;1206;p97"/>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Stemming</a:t>
            </a:r>
            <a:endParaRPr/>
          </a:p>
        </p:txBody>
      </p:sp>
      <p:sp>
        <p:nvSpPr>
          <p:cNvPr id="1207" name="Google Shape;1207;p97"/>
          <p:cNvSpPr/>
          <p:nvPr/>
        </p:nvSpPr>
        <p:spPr>
          <a:xfrm>
            <a:off x="7293375" y="3764464"/>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08" name="Google Shape;1208;p97"/>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09" name="Google Shape;1209;p97"/>
          <p:cNvSpPr/>
          <p:nvPr/>
        </p:nvSpPr>
        <p:spPr>
          <a:xfrm>
            <a:off x="6955101" y="44669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210" name="Google Shape;1210;p97"/>
          <p:cNvGrpSpPr/>
          <p:nvPr/>
        </p:nvGrpSpPr>
        <p:grpSpPr>
          <a:xfrm>
            <a:off x="8420100" y="-257225"/>
            <a:ext cx="914556" cy="718263"/>
            <a:chOff x="388620" y="1420922"/>
            <a:chExt cx="679997" cy="534048"/>
          </a:xfrm>
        </p:grpSpPr>
        <p:sp>
          <p:nvSpPr>
            <p:cNvPr id="1211" name="Google Shape;1211;p97"/>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2" name="Google Shape;1212;p97"/>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3" name="Google Shape;1213;p97"/>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4" name="Google Shape;1214;p97"/>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5" name="Google Shape;1215;p97"/>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6" name="Google Shape;1216;p97"/>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7" name="Google Shape;1217;p97"/>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8" name="Google Shape;1218;p97"/>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9" name="Google Shape;1219;p97"/>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0" name="Google Shape;1220;p97"/>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1" name="Google Shape;1221;p97"/>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2" name="Google Shape;1222;p97"/>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3" name="Google Shape;1223;p97"/>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4" name="Google Shape;1224;p97"/>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5" name="Google Shape;1225;p97"/>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6" name="Google Shape;1226;p97"/>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7" name="Google Shape;1227;p97"/>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8" name="Google Shape;1228;p97"/>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9" name="Google Shape;1229;p97"/>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30" name="Google Shape;1230;p97"/>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231" name="Google Shape;1231;p97" descr="Sebuah gambar berisi teks, diagram, lingkaran, cuplikan layar&#10;&#10;Deskripsi dibuat secara otomatis"/>
          <p:cNvPicPr preferRelativeResize="0"/>
          <p:nvPr/>
        </p:nvPicPr>
        <p:blipFill rotWithShape="1">
          <a:blip r:embed="rId3">
            <a:alphaModFix/>
          </a:blip>
          <a:srcRect/>
          <a:stretch/>
        </p:blipFill>
        <p:spPr>
          <a:xfrm>
            <a:off x="719122" y="1258576"/>
            <a:ext cx="8085300" cy="2231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08"/>
                                        </p:tgtEl>
                                        <p:attrNameLst>
                                          <p:attrName>style.visibility</p:attrName>
                                        </p:attrNameLst>
                                      </p:cBhvr>
                                      <p:to>
                                        <p:strVal val="visible"/>
                                      </p:to>
                                    </p:set>
                                    <p:animEffect transition="in" filter="fade">
                                      <p:cBhvr>
                                        <p:cTn id="7" dur="500"/>
                                        <p:tgtEl>
                                          <p:spTgt spid="120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207"/>
                                        </p:tgtEl>
                                        <p:attrNameLst>
                                          <p:attrName>style.visibility</p:attrName>
                                        </p:attrNameLst>
                                      </p:cBhvr>
                                      <p:to>
                                        <p:strVal val="visible"/>
                                      </p:to>
                                    </p:set>
                                    <p:anim calcmode="lin" valueType="num">
                                      <p:cBhvr additive="base">
                                        <p:cTn id="11" dur="500"/>
                                        <p:tgtEl>
                                          <p:spTgt spid="1207"/>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09"/>
                                        </p:tgtEl>
                                        <p:attrNameLst>
                                          <p:attrName>style.visibility</p:attrName>
                                        </p:attrNameLst>
                                      </p:cBhvr>
                                      <p:to>
                                        <p:strVal val="visible"/>
                                      </p:to>
                                    </p:set>
                                    <p:animEffect transition="in" filter="fade">
                                      <p:cBhvr>
                                        <p:cTn id="15" dur="800"/>
                                        <p:tgtEl>
                                          <p:spTgt spid="1209"/>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210"/>
                                        </p:tgtEl>
                                        <p:attrNameLst>
                                          <p:attrName>style.visibility</p:attrName>
                                        </p:attrNameLst>
                                      </p:cBhvr>
                                      <p:to>
                                        <p:strVal val="visible"/>
                                      </p:to>
                                    </p:set>
                                    <p:animEffect transition="in" filter="fade">
                                      <p:cBhvr>
                                        <p:cTn id="19" dur="500"/>
                                        <p:tgtEl>
                                          <p:spTgt spid="1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sp>
        <p:nvSpPr>
          <p:cNvPr id="1236" name="Google Shape;1236;p98"/>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37" name="Google Shape;1237;p98"/>
          <p:cNvSpPr txBox="1">
            <a:spLocks noGrp="1"/>
          </p:cNvSpPr>
          <p:nvPr>
            <p:ph type="title"/>
          </p:nvPr>
        </p:nvSpPr>
        <p:spPr>
          <a:xfrm>
            <a:off x="719138" y="632474"/>
            <a:ext cx="38529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Stemming</a:t>
            </a:r>
            <a:endParaRPr/>
          </a:p>
        </p:txBody>
      </p:sp>
      <p:sp>
        <p:nvSpPr>
          <p:cNvPr id="1238" name="Google Shape;1238;p98"/>
          <p:cNvSpPr/>
          <p:nvPr/>
        </p:nvSpPr>
        <p:spPr>
          <a:xfrm>
            <a:off x="7860942" y="3764466"/>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39" name="Google Shape;1239;p98"/>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0" name="Google Shape;1240;p98"/>
          <p:cNvSpPr/>
          <p:nvPr/>
        </p:nvSpPr>
        <p:spPr>
          <a:xfrm>
            <a:off x="7522668" y="45910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241" name="Google Shape;1241;p98"/>
          <p:cNvGrpSpPr/>
          <p:nvPr/>
        </p:nvGrpSpPr>
        <p:grpSpPr>
          <a:xfrm>
            <a:off x="8420100" y="-257225"/>
            <a:ext cx="914556" cy="718263"/>
            <a:chOff x="388620" y="1420922"/>
            <a:chExt cx="679997" cy="534048"/>
          </a:xfrm>
        </p:grpSpPr>
        <p:sp>
          <p:nvSpPr>
            <p:cNvPr id="1242" name="Google Shape;1242;p98"/>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3" name="Google Shape;1243;p98"/>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4" name="Google Shape;1244;p98"/>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5" name="Google Shape;1245;p98"/>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6" name="Google Shape;1246;p98"/>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7" name="Google Shape;1247;p98"/>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8" name="Google Shape;1248;p98"/>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9" name="Google Shape;1249;p98"/>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0" name="Google Shape;1250;p98"/>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1" name="Google Shape;1251;p98"/>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2" name="Google Shape;1252;p98"/>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3" name="Google Shape;1253;p98"/>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4" name="Google Shape;1254;p98"/>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5" name="Google Shape;1255;p98"/>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6" name="Google Shape;1256;p98"/>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7" name="Google Shape;1257;p98"/>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8" name="Google Shape;1258;p98"/>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9" name="Google Shape;1259;p98"/>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60" name="Google Shape;1260;p98"/>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61" name="Google Shape;1261;p98"/>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262" name="Google Shape;1262;p98"/>
          <p:cNvGraphicFramePr/>
          <p:nvPr/>
        </p:nvGraphicFramePr>
        <p:xfrm>
          <a:off x="1197065" y="1344319"/>
          <a:ext cx="6338575" cy="3479552"/>
        </p:xfrm>
        <a:graphic>
          <a:graphicData uri="http://schemas.openxmlformats.org/drawingml/2006/table">
            <a:tbl>
              <a:tblPr firstRow="1" firstCol="1" bandRow="1">
                <a:noFill/>
                <a:tableStyleId>{A62BFD42-FEC9-462F-A87F-D70136A35D4C}</a:tableStyleId>
              </a:tblPr>
              <a:tblGrid>
                <a:gridCol w="3146325">
                  <a:extLst>
                    <a:ext uri="{9D8B030D-6E8A-4147-A177-3AD203B41FA5}">
                      <a16:colId xmlns:a16="http://schemas.microsoft.com/office/drawing/2014/main" val="20000"/>
                    </a:ext>
                  </a:extLst>
                </a:gridCol>
                <a:gridCol w="3192250">
                  <a:extLst>
                    <a:ext uri="{9D8B030D-6E8A-4147-A177-3AD203B41FA5}">
                      <a16:colId xmlns:a16="http://schemas.microsoft.com/office/drawing/2014/main" val="20001"/>
                    </a:ext>
                  </a:extLst>
                </a:gridCol>
              </a:tblGrid>
              <a:tr h="385250">
                <a:tc>
                  <a:txBody>
                    <a:bodyPr/>
                    <a:lstStyle/>
                    <a:p>
                      <a:pPr marL="0" marR="0" lvl="0" indent="0" algn="ctr" rtl="0">
                        <a:lnSpc>
                          <a:spcPct val="200000"/>
                        </a:lnSpc>
                        <a:spcBef>
                          <a:spcPts val="0"/>
                        </a:spcBef>
                        <a:spcAft>
                          <a:spcPts val="0"/>
                        </a:spcAft>
                        <a:buNone/>
                      </a:pPr>
                      <a:r>
                        <a:rPr lang="en" sz="1200"/>
                        <a:t>Hasil Proses Sebelumnya</a:t>
                      </a:r>
                      <a:endParaRPr sz="1100" u="none" strike="noStrike" cap="none">
                        <a:latin typeface="Calibri"/>
                        <a:ea typeface="Calibri"/>
                        <a:cs typeface="Calibri"/>
                        <a:sym typeface="Calibri"/>
                      </a:endParaRPr>
                    </a:p>
                  </a:txBody>
                  <a:tcPr marL="68575" marR="6857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Hasil Proses Stemming</a:t>
                      </a:r>
                      <a:endParaRPr sz="1100" u="none" strike="noStrike" cap="none">
                        <a:latin typeface="Calibri"/>
                        <a:ea typeface="Calibri"/>
                        <a:cs typeface="Calibri"/>
                        <a:sym typeface="Calibri"/>
                      </a:endParaRPr>
                    </a:p>
                  </a:txBody>
                  <a:tcPr marL="68575" marR="6857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924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[non, muslim, kalender, sudah, kuhapus]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[non, muslim, kalender, sudah, hapus] </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924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[bagus, tanggal, merah, alarm, trisandia]</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[bagus, tanggal, merah, alarm, trisandia]</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924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[bermanfaat]</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[manfaat]</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74025">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[terima, kasih, kewajiban, trisandia aplikasinya, orang, hindu, tulen]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[terima, kasih, wajib, trisandia, aplikasi, orang, hindu, tulen]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924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[membantu, weton]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[bantu, weton]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674025">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[duh, alarm, kalender, tidak, berfungsi, lebih, baik, hapus]</a:t>
                      </a:r>
                      <a:endParaRPr sz="1200" b="0" u="none" strike="noStrike" cap="none">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[duh, alarm, kalender, tidak, fungsi, sudah, lebih, baik, hapus]</a:t>
                      </a:r>
                      <a:endParaRPr sz="1200" u="none" strike="noStrike" cap="none"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39"/>
                                        </p:tgtEl>
                                        <p:attrNameLst>
                                          <p:attrName>style.visibility</p:attrName>
                                        </p:attrNameLst>
                                      </p:cBhvr>
                                      <p:to>
                                        <p:strVal val="visible"/>
                                      </p:to>
                                    </p:set>
                                    <p:animEffect transition="in" filter="fade">
                                      <p:cBhvr>
                                        <p:cTn id="7" dur="500"/>
                                        <p:tgtEl>
                                          <p:spTgt spid="123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238"/>
                                        </p:tgtEl>
                                        <p:attrNameLst>
                                          <p:attrName>style.visibility</p:attrName>
                                        </p:attrNameLst>
                                      </p:cBhvr>
                                      <p:to>
                                        <p:strVal val="visible"/>
                                      </p:to>
                                    </p:set>
                                    <p:anim calcmode="lin" valueType="num">
                                      <p:cBhvr additive="base">
                                        <p:cTn id="11" dur="500"/>
                                        <p:tgtEl>
                                          <p:spTgt spid="1238"/>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40"/>
                                        </p:tgtEl>
                                        <p:attrNameLst>
                                          <p:attrName>style.visibility</p:attrName>
                                        </p:attrNameLst>
                                      </p:cBhvr>
                                      <p:to>
                                        <p:strVal val="visible"/>
                                      </p:to>
                                    </p:set>
                                    <p:animEffect transition="in" filter="fade">
                                      <p:cBhvr>
                                        <p:cTn id="15" dur="800"/>
                                        <p:tgtEl>
                                          <p:spTgt spid="1240"/>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241"/>
                                        </p:tgtEl>
                                        <p:attrNameLst>
                                          <p:attrName>style.visibility</p:attrName>
                                        </p:attrNameLst>
                                      </p:cBhvr>
                                      <p:to>
                                        <p:strVal val="visible"/>
                                      </p:to>
                                    </p:set>
                                    <p:animEffect transition="in" filter="fade">
                                      <p:cBhvr>
                                        <p:cTn id="19" dur="500"/>
                                        <p:tgtEl>
                                          <p:spTgt spid="1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sp>
        <p:nvSpPr>
          <p:cNvPr id="1267" name="Google Shape;1267;p95"/>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68" name="Google Shape;1268;p95"/>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Stopword Removal</a:t>
            </a:r>
            <a:endParaRPr/>
          </a:p>
        </p:txBody>
      </p:sp>
      <p:sp>
        <p:nvSpPr>
          <p:cNvPr id="1269" name="Google Shape;1269;p95"/>
          <p:cNvSpPr/>
          <p:nvPr/>
        </p:nvSpPr>
        <p:spPr>
          <a:xfrm>
            <a:off x="7293375" y="3764464"/>
            <a:ext cx="2758068" cy="2758068"/>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0" name="Google Shape;1270;p95"/>
          <p:cNvSpPr/>
          <p:nvPr/>
        </p:nvSpPr>
        <p:spPr>
          <a:xfrm>
            <a:off x="0" y="461038"/>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1" name="Google Shape;1271;p95"/>
          <p:cNvSpPr/>
          <p:nvPr/>
        </p:nvSpPr>
        <p:spPr>
          <a:xfrm>
            <a:off x="6955101" y="4466950"/>
            <a:ext cx="676548" cy="676548"/>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272" name="Google Shape;1272;p95"/>
          <p:cNvGrpSpPr/>
          <p:nvPr/>
        </p:nvGrpSpPr>
        <p:grpSpPr>
          <a:xfrm>
            <a:off x="8420100" y="-257225"/>
            <a:ext cx="914556" cy="718263"/>
            <a:chOff x="388620" y="1420922"/>
            <a:chExt cx="679997" cy="534048"/>
          </a:xfrm>
        </p:grpSpPr>
        <p:sp>
          <p:nvSpPr>
            <p:cNvPr id="1273" name="Google Shape;1273;p95"/>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4" name="Google Shape;1274;p95"/>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5" name="Google Shape;1275;p95"/>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6" name="Google Shape;1276;p95"/>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7" name="Google Shape;1277;p95"/>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8" name="Google Shape;1278;p95"/>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79" name="Google Shape;1279;p95"/>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0" name="Google Shape;1280;p95"/>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1" name="Google Shape;1281;p95"/>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2" name="Google Shape;1282;p95"/>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3" name="Google Shape;1283;p95"/>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4" name="Google Shape;1284;p95"/>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5" name="Google Shape;1285;p95"/>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6" name="Google Shape;1286;p95"/>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7" name="Google Shape;1287;p95"/>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8" name="Google Shape;1288;p95"/>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9" name="Google Shape;1289;p95"/>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90" name="Google Shape;1290;p95"/>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91" name="Google Shape;1291;p95"/>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92" name="Google Shape;1292;p95"/>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293" name="Google Shape;1293;p95"/>
          <p:cNvPicPr preferRelativeResize="0"/>
          <p:nvPr/>
        </p:nvPicPr>
        <p:blipFill rotWithShape="1">
          <a:blip r:embed="rId3">
            <a:alphaModFix/>
          </a:blip>
          <a:srcRect t="3422" b="4189"/>
          <a:stretch/>
        </p:blipFill>
        <p:spPr>
          <a:xfrm>
            <a:off x="719150" y="1309625"/>
            <a:ext cx="8131949" cy="2307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70"/>
                                        </p:tgtEl>
                                        <p:attrNameLst>
                                          <p:attrName>style.visibility</p:attrName>
                                        </p:attrNameLst>
                                      </p:cBhvr>
                                      <p:to>
                                        <p:strVal val="visible"/>
                                      </p:to>
                                    </p:set>
                                    <p:animEffect transition="in" filter="fade">
                                      <p:cBhvr>
                                        <p:cTn id="7" dur="500"/>
                                        <p:tgtEl>
                                          <p:spTgt spid="127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269"/>
                                        </p:tgtEl>
                                        <p:attrNameLst>
                                          <p:attrName>style.visibility</p:attrName>
                                        </p:attrNameLst>
                                      </p:cBhvr>
                                      <p:to>
                                        <p:strVal val="visible"/>
                                      </p:to>
                                    </p:set>
                                    <p:anim calcmode="lin" valueType="num">
                                      <p:cBhvr additive="base">
                                        <p:cTn id="11" dur="500"/>
                                        <p:tgtEl>
                                          <p:spTgt spid="1269"/>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71"/>
                                        </p:tgtEl>
                                        <p:attrNameLst>
                                          <p:attrName>style.visibility</p:attrName>
                                        </p:attrNameLst>
                                      </p:cBhvr>
                                      <p:to>
                                        <p:strVal val="visible"/>
                                      </p:to>
                                    </p:set>
                                    <p:animEffect transition="in" filter="fade">
                                      <p:cBhvr>
                                        <p:cTn id="15" dur="800"/>
                                        <p:tgtEl>
                                          <p:spTgt spid="1271"/>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272"/>
                                        </p:tgtEl>
                                        <p:attrNameLst>
                                          <p:attrName>style.visibility</p:attrName>
                                        </p:attrNameLst>
                                      </p:cBhvr>
                                      <p:to>
                                        <p:strVal val="visible"/>
                                      </p:to>
                                    </p:set>
                                    <p:animEffect transition="in" filter="fade">
                                      <p:cBhvr>
                                        <p:cTn id="19" dur="500"/>
                                        <p:tgtEl>
                                          <p:spTgt spid="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97"/>
        <p:cNvGrpSpPr/>
        <p:nvPr/>
      </p:nvGrpSpPr>
      <p:grpSpPr>
        <a:xfrm>
          <a:off x="0" y="0"/>
          <a:ext cx="0" cy="0"/>
          <a:chOff x="0" y="0"/>
          <a:chExt cx="0" cy="0"/>
        </a:xfrm>
      </p:grpSpPr>
      <p:sp>
        <p:nvSpPr>
          <p:cNvPr id="1298" name="Google Shape;1298;p96"/>
          <p:cNvSpPr/>
          <p:nvPr/>
        </p:nvSpPr>
        <p:spPr>
          <a:xfrm>
            <a:off x="0" y="-2"/>
            <a:ext cx="503238" cy="5143500"/>
          </a:xfrm>
          <a:prstGeom prst="flowChartProcess">
            <a:avLst/>
          </a:prstGeom>
          <a:solidFill>
            <a:srgbClr val="9092F2"/>
          </a:solidFill>
          <a:ln w="9525" cap="flat" cmpd="sng">
            <a:solidFill>
              <a:srgbClr val="909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99" name="Google Shape;1299;p96"/>
          <p:cNvSpPr txBox="1">
            <a:spLocks noGrp="1"/>
          </p:cNvSpPr>
          <p:nvPr>
            <p:ph type="title"/>
          </p:nvPr>
        </p:nvSpPr>
        <p:spPr>
          <a:xfrm>
            <a:off x="719138" y="455121"/>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dirty="0"/>
              <a:t>Stopword Removal</a:t>
            </a:r>
            <a:endParaRPr sz="3600" dirty="0"/>
          </a:p>
        </p:txBody>
      </p:sp>
      <p:sp>
        <p:nvSpPr>
          <p:cNvPr id="1300" name="Google Shape;1300;p96"/>
          <p:cNvSpPr/>
          <p:nvPr/>
        </p:nvSpPr>
        <p:spPr>
          <a:xfrm>
            <a:off x="7750575" y="4069264"/>
            <a:ext cx="2758200" cy="2758200"/>
          </a:xfrm>
          <a:prstGeom prst="ellipse">
            <a:avLst/>
          </a:prstGeom>
          <a:solidFill>
            <a:srgbClr val="FFBFC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1" name="Google Shape;1301;p96"/>
          <p:cNvSpPr/>
          <p:nvPr/>
        </p:nvSpPr>
        <p:spPr>
          <a:xfrm>
            <a:off x="0" y="394932"/>
            <a:ext cx="3549628" cy="120378"/>
          </a:xfrm>
          <a:prstGeom prst="rect">
            <a:avLst/>
          </a:prstGeom>
          <a:solidFill>
            <a:srgbClr val="FEE1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2" name="Google Shape;1302;p96"/>
          <p:cNvSpPr/>
          <p:nvPr/>
        </p:nvSpPr>
        <p:spPr>
          <a:xfrm>
            <a:off x="7412301" y="4771750"/>
            <a:ext cx="676500" cy="676500"/>
          </a:xfrm>
          <a:prstGeom prst="ellipse">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303" name="Google Shape;1303;p96"/>
          <p:cNvGrpSpPr/>
          <p:nvPr/>
        </p:nvGrpSpPr>
        <p:grpSpPr>
          <a:xfrm>
            <a:off x="8420100" y="-257225"/>
            <a:ext cx="914556" cy="718263"/>
            <a:chOff x="388620" y="1420922"/>
            <a:chExt cx="679997" cy="534048"/>
          </a:xfrm>
        </p:grpSpPr>
        <p:sp>
          <p:nvSpPr>
            <p:cNvPr id="1304" name="Google Shape;1304;p96"/>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5" name="Google Shape;1305;p96"/>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6" name="Google Shape;1306;p96"/>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7" name="Google Shape;1307;p96"/>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8" name="Google Shape;1308;p96"/>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9" name="Google Shape;1309;p96"/>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0" name="Google Shape;1310;p96"/>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1" name="Google Shape;1311;p96"/>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2" name="Google Shape;1312;p96"/>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3" name="Google Shape;1313;p96"/>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4" name="Google Shape;1314;p96"/>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5" name="Google Shape;1315;p96"/>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6" name="Google Shape;1316;p96"/>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7" name="Google Shape;1317;p96"/>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8" name="Google Shape;1318;p96"/>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19" name="Google Shape;1319;p96"/>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20" name="Google Shape;1320;p96"/>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21" name="Google Shape;1321;p96"/>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22" name="Google Shape;1322;p96"/>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23" name="Google Shape;1323;p96"/>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324" name="Google Shape;1324;p96"/>
          <p:cNvGraphicFramePr/>
          <p:nvPr>
            <p:extLst>
              <p:ext uri="{D42A27DB-BD31-4B8C-83A1-F6EECF244321}">
                <p14:modId xmlns:p14="http://schemas.microsoft.com/office/powerpoint/2010/main" val="3515860971"/>
              </p:ext>
            </p:extLst>
          </p:nvPr>
        </p:nvGraphicFramePr>
        <p:xfrm>
          <a:off x="834766" y="1010413"/>
          <a:ext cx="7458775" cy="4020281"/>
        </p:xfrm>
        <a:graphic>
          <a:graphicData uri="http://schemas.openxmlformats.org/drawingml/2006/table">
            <a:tbl>
              <a:tblPr firstRow="1" firstCol="1" bandRow="1">
                <a:noFill/>
                <a:tableStyleId>{A62BFD42-FEC9-462F-A87F-D70136A35D4C}</a:tableStyleId>
              </a:tblPr>
              <a:tblGrid>
                <a:gridCol w="3746300">
                  <a:extLst>
                    <a:ext uri="{9D8B030D-6E8A-4147-A177-3AD203B41FA5}">
                      <a16:colId xmlns:a16="http://schemas.microsoft.com/office/drawing/2014/main" val="20000"/>
                    </a:ext>
                  </a:extLst>
                </a:gridCol>
                <a:gridCol w="3712475">
                  <a:extLst>
                    <a:ext uri="{9D8B030D-6E8A-4147-A177-3AD203B41FA5}">
                      <a16:colId xmlns:a16="http://schemas.microsoft.com/office/drawing/2014/main" val="20001"/>
                    </a:ext>
                  </a:extLst>
                </a:gridCol>
              </a:tblGrid>
              <a:tr h="547700">
                <a:tc>
                  <a:txBody>
                    <a:bodyPr/>
                    <a:lstStyle/>
                    <a:p>
                      <a:pPr marL="0" marR="0" lvl="0" indent="0" algn="ctr" rtl="0">
                        <a:lnSpc>
                          <a:spcPct val="200000"/>
                        </a:lnSpc>
                        <a:spcBef>
                          <a:spcPts val="0"/>
                        </a:spcBef>
                        <a:spcAft>
                          <a:spcPts val="0"/>
                        </a:spcAft>
                        <a:buNone/>
                      </a:pPr>
                      <a:r>
                        <a:rPr lang="en" sz="1200" u="none" strike="noStrike" cap="none"/>
                        <a:t>Hasil Proses Sebelumnya</a:t>
                      </a:r>
                      <a:endParaRPr sz="1200" u="none" strike="noStrike" cap="none"/>
                    </a:p>
                    <a:p>
                      <a:pPr marL="0" marR="0" lvl="0" indent="0" algn="ctr" rtl="0">
                        <a:lnSpc>
                          <a:spcPct val="200000"/>
                        </a:lnSpc>
                        <a:spcBef>
                          <a:spcPts val="0"/>
                        </a:spcBef>
                        <a:spcAft>
                          <a:spcPts val="0"/>
                        </a:spcAft>
                        <a:buNone/>
                      </a:pPr>
                      <a:r>
                        <a:rPr lang="en" sz="1200" u="none" strike="noStrike" cap="none"/>
                        <a:t>(Normalization)</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Hasil Proses Stopword Removal</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113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[non, muslim, kalender, sudah, hapus]</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[non, muslim, kalender, hapus]</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77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[bagus, tanggal, merah, alarm, trisandia]</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[bagus, tanggal, merah, alarm, trisandia]</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113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[manfaat]</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[manfaat]</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337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[terima, kasih, wajib, trisandia, aplikasi, orang, hindu, tulen]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[terima, kasih, kewajiban, trisandia, aplikasinya, orang, hindu, tulen]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477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[bantu, weton]</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[bantu, weton]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48075">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[duh, alarm, kalender, tidak, fungsi, sudah, lebih, baik, hapus]</a:t>
                      </a:r>
                      <a:endParaRPr sz="1200" b="0" u="none" strike="noStrike" cap="none">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[alarm, kalender, fungsi, baik, hapus]</a:t>
                      </a:r>
                      <a:endParaRPr sz="1200" u="none" strike="noStrike" cap="none"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01"/>
                                        </p:tgtEl>
                                        <p:attrNameLst>
                                          <p:attrName>style.visibility</p:attrName>
                                        </p:attrNameLst>
                                      </p:cBhvr>
                                      <p:to>
                                        <p:strVal val="visible"/>
                                      </p:to>
                                    </p:set>
                                    <p:animEffect transition="in" filter="fade">
                                      <p:cBhvr>
                                        <p:cTn id="7" dur="500"/>
                                        <p:tgtEl>
                                          <p:spTgt spid="130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300"/>
                                        </p:tgtEl>
                                        <p:attrNameLst>
                                          <p:attrName>style.visibility</p:attrName>
                                        </p:attrNameLst>
                                      </p:cBhvr>
                                      <p:to>
                                        <p:strVal val="visible"/>
                                      </p:to>
                                    </p:set>
                                    <p:anim calcmode="lin" valueType="num">
                                      <p:cBhvr additive="base">
                                        <p:cTn id="11" dur="500"/>
                                        <p:tgtEl>
                                          <p:spTgt spid="1300"/>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02"/>
                                        </p:tgtEl>
                                        <p:attrNameLst>
                                          <p:attrName>style.visibility</p:attrName>
                                        </p:attrNameLst>
                                      </p:cBhvr>
                                      <p:to>
                                        <p:strVal val="visible"/>
                                      </p:to>
                                    </p:set>
                                    <p:animEffect transition="in" filter="fade">
                                      <p:cBhvr>
                                        <p:cTn id="15" dur="800"/>
                                        <p:tgtEl>
                                          <p:spTgt spid="1302"/>
                                        </p:tgtEl>
                                      </p:cBhvr>
                                    </p:animEffect>
                                  </p:childTnLst>
                                </p:cTn>
                              </p:par>
                            </p:childTnLst>
                          </p:cTn>
                        </p:par>
                        <p:par>
                          <p:cTn id="16" fill="hold">
                            <p:stCondLst>
                              <p:cond delay="1800"/>
                            </p:stCondLst>
                            <p:childTnLst>
                              <p:par>
                                <p:cTn id="17" presetID="10" presetClass="entr" presetSubtype="0" fill="hold" nodeType="afterEffect">
                                  <p:stCondLst>
                                    <p:cond delay="0"/>
                                  </p:stCondLst>
                                  <p:childTnLst>
                                    <p:set>
                                      <p:cBhvr>
                                        <p:cTn id="18" dur="1" fill="hold">
                                          <p:stCondLst>
                                            <p:cond delay="0"/>
                                          </p:stCondLst>
                                        </p:cTn>
                                        <p:tgtEl>
                                          <p:spTgt spid="1303"/>
                                        </p:tgtEl>
                                        <p:attrNameLst>
                                          <p:attrName>style.visibility</p:attrName>
                                        </p:attrNameLst>
                                      </p:cBhvr>
                                      <p:to>
                                        <p:strVal val="visible"/>
                                      </p:to>
                                    </p:set>
                                    <p:animEffect transition="in" filter="fade">
                                      <p:cBhvr>
                                        <p:cTn id="19" dur="500"/>
                                        <p:tgtEl>
                                          <p:spTgt spid="1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g2636d3785bb_3_218"/>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0" name="Google Shape;1330;g2636d3785bb_3_218"/>
          <p:cNvSpPr/>
          <p:nvPr/>
        </p:nvSpPr>
        <p:spPr>
          <a:xfrm>
            <a:off x="1470660" y="42225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1" name="Google Shape;1331;g2636d3785bb_3_218"/>
          <p:cNvSpPr/>
          <p:nvPr/>
        </p:nvSpPr>
        <p:spPr>
          <a:xfrm>
            <a:off x="0" y="308638"/>
            <a:ext cx="3549600" cy="1203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2" name="Google Shape;1332;g2636d3785bb_3_218"/>
          <p:cNvSpPr/>
          <p:nvPr/>
        </p:nvSpPr>
        <p:spPr>
          <a:xfrm>
            <a:off x="3614047" y="4157047"/>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333" name="Google Shape;1333;g2636d3785bb_3_218"/>
          <p:cNvGrpSpPr/>
          <p:nvPr/>
        </p:nvGrpSpPr>
        <p:grpSpPr>
          <a:xfrm>
            <a:off x="8420084" y="-257283"/>
            <a:ext cx="914666" cy="718380"/>
            <a:chOff x="388620" y="1420922"/>
            <a:chExt cx="680100" cy="534151"/>
          </a:xfrm>
        </p:grpSpPr>
        <p:sp>
          <p:nvSpPr>
            <p:cNvPr id="1334" name="Google Shape;1334;g2636d3785bb_3_218"/>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5" name="Google Shape;1335;g2636d3785bb_3_218"/>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6" name="Google Shape;1336;g2636d3785bb_3_218"/>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7" name="Google Shape;1337;g2636d3785bb_3_218"/>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8" name="Google Shape;1338;g2636d3785bb_3_218"/>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9" name="Google Shape;1339;g2636d3785bb_3_218"/>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0" name="Google Shape;1340;g2636d3785bb_3_218"/>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1" name="Google Shape;1341;g2636d3785bb_3_218"/>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2" name="Google Shape;1342;g2636d3785bb_3_218"/>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3" name="Google Shape;1343;g2636d3785bb_3_218"/>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4" name="Google Shape;1344;g2636d3785bb_3_218"/>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5" name="Google Shape;1345;g2636d3785bb_3_218"/>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6" name="Google Shape;1346;g2636d3785bb_3_218"/>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7" name="Google Shape;1347;g2636d3785bb_3_218"/>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8" name="Google Shape;1348;g2636d3785bb_3_218"/>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9" name="Google Shape;1349;g2636d3785bb_3_218"/>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50" name="Google Shape;1350;g2636d3785bb_3_218"/>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51" name="Google Shape;1351;g2636d3785bb_3_218"/>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52" name="Google Shape;1352;g2636d3785bb_3_218"/>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53" name="Google Shape;1353;g2636d3785bb_3_218"/>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354" name="Google Shape;1354;g2636d3785bb_3_218"/>
          <p:cNvSpPr/>
          <p:nvPr/>
        </p:nvSpPr>
        <p:spPr>
          <a:xfrm flipH="1">
            <a:off x="8173278" y="1708136"/>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55" name="Google Shape;1355;g2636d3785bb_3_218"/>
          <p:cNvSpPr/>
          <p:nvPr/>
        </p:nvSpPr>
        <p:spPr>
          <a:xfrm flipH="1">
            <a:off x="8173278" y="2300949"/>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56" name="Google Shape;1356;g2636d3785bb_3_218"/>
          <p:cNvSpPr/>
          <p:nvPr/>
        </p:nvSpPr>
        <p:spPr>
          <a:xfrm flipH="1">
            <a:off x="8173279" y="2903958"/>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57" name="Google Shape;1357;g2636d3785bb_3_218"/>
          <p:cNvSpPr txBox="1">
            <a:spLocks noGrp="1"/>
          </p:cNvSpPr>
          <p:nvPr>
            <p:ph type="title"/>
          </p:nvPr>
        </p:nvSpPr>
        <p:spPr>
          <a:xfrm>
            <a:off x="601729" y="462775"/>
            <a:ext cx="52308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dirty="0"/>
              <a:t>Pembagian rentang waktu data</a:t>
            </a:r>
            <a:endParaRPr sz="3600" dirty="0"/>
          </a:p>
        </p:txBody>
      </p:sp>
      <p:pic>
        <p:nvPicPr>
          <p:cNvPr id="1358" name="Google Shape;1358;g2636d3785bb_3_218"/>
          <p:cNvPicPr preferRelativeResize="0"/>
          <p:nvPr/>
        </p:nvPicPr>
        <p:blipFill>
          <a:blip r:embed="rId3">
            <a:alphaModFix/>
          </a:blip>
          <a:stretch>
            <a:fillRect/>
          </a:stretch>
        </p:blipFill>
        <p:spPr>
          <a:xfrm>
            <a:off x="706700" y="1171124"/>
            <a:ext cx="7417575" cy="2413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31"/>
                                        </p:tgtEl>
                                        <p:attrNameLst>
                                          <p:attrName>style.visibility</p:attrName>
                                        </p:attrNameLst>
                                      </p:cBhvr>
                                      <p:to>
                                        <p:strVal val="visible"/>
                                      </p:to>
                                    </p:set>
                                    <p:animEffect transition="in" filter="fade">
                                      <p:cBhvr>
                                        <p:cTn id="7" dur="500"/>
                                        <p:tgtEl>
                                          <p:spTgt spid="133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330"/>
                                        </p:tgtEl>
                                        <p:attrNameLst>
                                          <p:attrName>style.visibility</p:attrName>
                                        </p:attrNameLst>
                                      </p:cBhvr>
                                      <p:to>
                                        <p:strVal val="visible"/>
                                      </p:to>
                                    </p:set>
                                    <p:anim calcmode="lin" valueType="num">
                                      <p:cBhvr additive="base">
                                        <p:cTn id="11" dur="500"/>
                                        <p:tgtEl>
                                          <p:spTgt spid="1330"/>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32"/>
                                        </p:tgtEl>
                                        <p:attrNameLst>
                                          <p:attrName>style.visibility</p:attrName>
                                        </p:attrNameLst>
                                      </p:cBhvr>
                                      <p:to>
                                        <p:strVal val="visible"/>
                                      </p:to>
                                    </p:set>
                                    <p:animEffect transition="in" filter="fade">
                                      <p:cBhvr>
                                        <p:cTn id="15" dur="2000"/>
                                        <p:tgtEl>
                                          <p:spTgt spid="133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356"/>
                                        </p:tgtEl>
                                        <p:attrNameLst>
                                          <p:attrName>style.visibility</p:attrName>
                                        </p:attrNameLst>
                                      </p:cBhvr>
                                      <p:to>
                                        <p:strVal val="visible"/>
                                      </p:to>
                                    </p:set>
                                    <p:animEffect transition="in" filter="fade">
                                      <p:cBhvr>
                                        <p:cTn id="19" dur="500"/>
                                        <p:tgtEl>
                                          <p:spTgt spid="1356"/>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355"/>
                                        </p:tgtEl>
                                        <p:attrNameLst>
                                          <p:attrName>style.visibility</p:attrName>
                                        </p:attrNameLst>
                                      </p:cBhvr>
                                      <p:to>
                                        <p:strVal val="visible"/>
                                      </p:to>
                                    </p:set>
                                    <p:animEffect transition="in" filter="fade">
                                      <p:cBhvr>
                                        <p:cTn id="23" dur="500"/>
                                        <p:tgtEl>
                                          <p:spTgt spid="1355"/>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1354"/>
                                        </p:tgtEl>
                                        <p:attrNameLst>
                                          <p:attrName>style.visibility</p:attrName>
                                        </p:attrNameLst>
                                      </p:cBhvr>
                                      <p:to>
                                        <p:strVal val="visible"/>
                                      </p:to>
                                    </p:set>
                                    <p:animEffect transition="in" filter="fade">
                                      <p:cBhvr>
                                        <p:cTn id="27" dur="500"/>
                                        <p:tgtEl>
                                          <p:spTgt spid="1354"/>
                                        </p:tgtEl>
                                      </p:cBhvr>
                                    </p:animEffect>
                                  </p:childTnLst>
                                </p:cTn>
                              </p:par>
                            </p:childTnLst>
                          </p:cTn>
                        </p:par>
                        <p:par>
                          <p:cTn id="28" fill="hold">
                            <p:stCondLst>
                              <p:cond delay="4500"/>
                            </p:stCondLst>
                            <p:childTnLst>
                              <p:par>
                                <p:cTn id="29" presetID="23" presetClass="entr" presetSubtype="16" fill="hold" nodeType="afterEffect">
                                  <p:stCondLst>
                                    <p:cond delay="0"/>
                                  </p:stCondLst>
                                  <p:childTnLst>
                                    <p:set>
                                      <p:cBhvr>
                                        <p:cTn id="30" dur="1" fill="hold">
                                          <p:stCondLst>
                                            <p:cond delay="0"/>
                                          </p:stCondLst>
                                        </p:cTn>
                                        <p:tgtEl>
                                          <p:spTgt spid="1333"/>
                                        </p:tgtEl>
                                        <p:attrNameLst>
                                          <p:attrName>style.visibility</p:attrName>
                                        </p:attrNameLst>
                                      </p:cBhvr>
                                      <p:to>
                                        <p:strVal val="visible"/>
                                      </p:to>
                                    </p:set>
                                    <p:anim calcmode="lin" valueType="num">
                                      <p:cBhvr additive="base">
                                        <p:cTn id="31" dur="500"/>
                                        <p:tgtEl>
                                          <p:spTgt spid="1333"/>
                                        </p:tgtEl>
                                        <p:attrNameLst>
                                          <p:attrName>ppt_w</p:attrName>
                                        </p:attrNameLst>
                                      </p:cBhvr>
                                      <p:tavLst>
                                        <p:tav tm="0">
                                          <p:val>
                                            <p:strVal val="0"/>
                                          </p:val>
                                        </p:tav>
                                        <p:tav tm="100000">
                                          <p:val>
                                            <p:strVal val="#ppt_w"/>
                                          </p:val>
                                        </p:tav>
                                      </p:tavLst>
                                    </p:anim>
                                    <p:anim calcmode="lin" valueType="num">
                                      <p:cBhvr additive="base">
                                        <p:cTn id="32" dur="500"/>
                                        <p:tgtEl>
                                          <p:spTgt spid="133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62"/>
        <p:cNvGrpSpPr/>
        <p:nvPr/>
      </p:nvGrpSpPr>
      <p:grpSpPr>
        <a:xfrm>
          <a:off x="0" y="0"/>
          <a:ext cx="0" cy="0"/>
          <a:chOff x="0" y="0"/>
          <a:chExt cx="0" cy="0"/>
        </a:xfrm>
      </p:grpSpPr>
      <p:sp>
        <p:nvSpPr>
          <p:cNvPr id="1363" name="Google Shape;1363;g2636d3785bb_3_252"/>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64" name="Google Shape;1364;g2636d3785bb_3_252"/>
          <p:cNvSpPr/>
          <p:nvPr/>
        </p:nvSpPr>
        <p:spPr>
          <a:xfrm>
            <a:off x="8072910" y="38963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65" name="Google Shape;1365;g2636d3785bb_3_252"/>
          <p:cNvSpPr/>
          <p:nvPr/>
        </p:nvSpPr>
        <p:spPr>
          <a:xfrm>
            <a:off x="0" y="191645"/>
            <a:ext cx="3549600" cy="1203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66" name="Google Shape;1366;g2636d3785bb_3_252"/>
          <p:cNvSpPr/>
          <p:nvPr/>
        </p:nvSpPr>
        <p:spPr>
          <a:xfrm>
            <a:off x="7743572" y="4665922"/>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88" name="Google Shape;1388;g2636d3785bb_3_252"/>
          <p:cNvSpPr/>
          <p:nvPr/>
        </p:nvSpPr>
        <p:spPr>
          <a:xfrm flipH="1">
            <a:off x="8173278" y="1708136"/>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89" name="Google Shape;1389;g2636d3785bb_3_252"/>
          <p:cNvSpPr/>
          <p:nvPr/>
        </p:nvSpPr>
        <p:spPr>
          <a:xfrm flipH="1">
            <a:off x="8173278" y="2300949"/>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90" name="Google Shape;1390;g2636d3785bb_3_252"/>
          <p:cNvSpPr/>
          <p:nvPr/>
        </p:nvSpPr>
        <p:spPr>
          <a:xfrm flipH="1">
            <a:off x="8173279" y="2903958"/>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91" name="Google Shape;1391;g2636d3785bb_3_252"/>
          <p:cNvSpPr txBox="1">
            <a:spLocks noGrp="1"/>
          </p:cNvSpPr>
          <p:nvPr>
            <p:ph type="title"/>
          </p:nvPr>
        </p:nvSpPr>
        <p:spPr>
          <a:xfrm>
            <a:off x="503238" y="239400"/>
            <a:ext cx="52308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200" dirty="0"/>
              <a:t>Pembagian rentang waktu data</a:t>
            </a:r>
            <a:endParaRPr sz="3200" dirty="0"/>
          </a:p>
        </p:txBody>
      </p:sp>
      <p:graphicFrame>
        <p:nvGraphicFramePr>
          <p:cNvPr id="1392" name="Google Shape;1392;g2636d3785bb_3_252"/>
          <p:cNvGraphicFramePr/>
          <p:nvPr>
            <p:extLst>
              <p:ext uri="{D42A27DB-BD31-4B8C-83A1-F6EECF244321}">
                <p14:modId xmlns:p14="http://schemas.microsoft.com/office/powerpoint/2010/main" val="3283661830"/>
              </p:ext>
            </p:extLst>
          </p:nvPr>
        </p:nvGraphicFramePr>
        <p:xfrm>
          <a:off x="1132436" y="786858"/>
          <a:ext cx="6841350" cy="4356640"/>
        </p:xfrm>
        <a:graphic>
          <a:graphicData uri="http://schemas.openxmlformats.org/drawingml/2006/table">
            <a:tbl>
              <a:tblPr firstRow="1" firstCol="1" bandRow="1">
                <a:noFill/>
                <a:tableStyleId>{A62BFD42-FEC9-462F-A87F-D70136A35D4C}</a:tableStyleId>
              </a:tblPr>
              <a:tblGrid>
                <a:gridCol w="1804875">
                  <a:extLst>
                    <a:ext uri="{9D8B030D-6E8A-4147-A177-3AD203B41FA5}">
                      <a16:colId xmlns:a16="http://schemas.microsoft.com/office/drawing/2014/main" val="20000"/>
                    </a:ext>
                  </a:extLst>
                </a:gridCol>
                <a:gridCol w="2626875">
                  <a:extLst>
                    <a:ext uri="{9D8B030D-6E8A-4147-A177-3AD203B41FA5}">
                      <a16:colId xmlns:a16="http://schemas.microsoft.com/office/drawing/2014/main" val="20001"/>
                    </a:ext>
                  </a:extLst>
                </a:gridCol>
                <a:gridCol w="2409600">
                  <a:extLst>
                    <a:ext uri="{9D8B030D-6E8A-4147-A177-3AD203B41FA5}">
                      <a16:colId xmlns:a16="http://schemas.microsoft.com/office/drawing/2014/main" val="20002"/>
                    </a:ext>
                  </a:extLst>
                </a:gridCol>
              </a:tblGrid>
              <a:tr h="547700">
                <a:tc>
                  <a:txBody>
                    <a:bodyPr/>
                    <a:lstStyle/>
                    <a:p>
                      <a:pPr marL="0" marR="0" lvl="0" indent="0" algn="ctr" rtl="0">
                        <a:lnSpc>
                          <a:spcPct val="200000"/>
                        </a:lnSpc>
                        <a:spcBef>
                          <a:spcPts val="0"/>
                        </a:spcBef>
                        <a:spcAft>
                          <a:spcPts val="0"/>
                        </a:spcAft>
                        <a:buNone/>
                      </a:pPr>
                      <a:r>
                        <a:rPr lang="en" sz="1200" dirty="0"/>
                        <a:t>at</a:t>
                      </a:r>
                      <a:endParaRPr sz="1200" u="none" strike="noStrike" cap="none" dirty="0"/>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dirty="0"/>
                        <a:t>Hasil Proses Sebelumnya</a:t>
                      </a:r>
                      <a:endParaRPr sz="1200" u="none" strike="noStrike" cap="none" dirty="0"/>
                    </a:p>
                    <a:p>
                      <a:pPr marL="0" marR="0" lvl="0" indent="0" algn="ctr" rtl="0">
                        <a:lnSpc>
                          <a:spcPct val="200000"/>
                        </a:lnSpc>
                        <a:spcBef>
                          <a:spcPts val="0"/>
                        </a:spcBef>
                        <a:spcAft>
                          <a:spcPts val="0"/>
                        </a:spcAft>
                        <a:buNone/>
                      </a:pPr>
                      <a:r>
                        <a:rPr lang="en" sz="1200" u="none" strike="noStrike" cap="none" dirty="0"/>
                        <a:t>(Normalization)</a:t>
                      </a:r>
                      <a:endParaRPr sz="1200" u="none" strike="noStrike" cap="none" dirty="0">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u="none" strike="noStrike" cap="none"/>
                        <a:t>Hasil Proses Stopword Removal</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113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17/6/2023 3:57:44 AM</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[non, muslim, kalender, hapus]</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Setelah covid</a:t>
                      </a:r>
                      <a:endParaRPr sz="1200">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77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30/5/2023 6:48:43 AM</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[bagus, tanggal, merah, alarm, trisandia]</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Setelah covid</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1135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7/8/2022  5:34:20 AM</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[manfaat]</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Setelah covid</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337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2/5/2022  9:25:37 PM</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[terima, kasih, kewajiban, trisandia, aplikasinya, orang, hindu, tulen]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Setelah covid </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47700">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3/5/2021  8:59:42 AM</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[bantu, weton]</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Setelah covid</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48075">
                <a:tc>
                  <a:txBody>
                    <a:bodyPr/>
                    <a:lstStyle/>
                    <a:p>
                      <a:pPr marL="0" lvl="0" indent="0" algn="just" rtl="0">
                        <a:lnSpc>
                          <a:spcPct val="150000"/>
                        </a:lnSpc>
                        <a:spcBef>
                          <a:spcPts val="1200"/>
                        </a:spcBef>
                        <a:spcAft>
                          <a:spcPts val="0"/>
                        </a:spcAft>
                        <a:buNone/>
                      </a:pPr>
                      <a:r>
                        <a:rPr lang="en" sz="1200" b="0">
                          <a:latin typeface="Times New Roman"/>
                          <a:ea typeface="Times New Roman"/>
                          <a:cs typeface="Times New Roman"/>
                          <a:sym typeface="Times New Roman"/>
                        </a:rPr>
                        <a:t>17/12/2020  10:45:42 PM</a:t>
                      </a:r>
                      <a:endParaRPr sz="1200" b="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a:latin typeface="Times New Roman"/>
                          <a:ea typeface="Times New Roman"/>
                          <a:cs typeface="Times New Roman"/>
                          <a:sym typeface="Times New Roman"/>
                        </a:rPr>
                        <a:t>[alarm, kalender, fungsi, baik, hapus]</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dirty="0">
                          <a:latin typeface="Times New Roman"/>
                          <a:ea typeface="Times New Roman"/>
                          <a:cs typeface="Times New Roman"/>
                          <a:sym typeface="Times New Roman"/>
                        </a:rPr>
                        <a:t>Setelah covid</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3" name="Rectangle 2"/>
          <p:cNvSpPr/>
          <p:nvPr/>
        </p:nvSpPr>
        <p:spPr>
          <a:xfrm>
            <a:off x="5105401" y="81112"/>
            <a:ext cx="4070660" cy="461665"/>
          </a:xfrm>
          <a:prstGeom prst="rect">
            <a:avLst/>
          </a:prstGeom>
        </p:spPr>
        <p:txBody>
          <a:bodyPr wrap="square">
            <a:spAutoFit/>
          </a:bodyPr>
          <a:lstStyle/>
          <a:p>
            <a:r>
              <a:rPr lang="en-US" sz="1200" b="1" dirty="0"/>
              <a:t>Sebelum </a:t>
            </a:r>
            <a:r>
              <a:rPr lang="en-US" sz="1200" b="1" dirty="0" err="1"/>
              <a:t>covid</a:t>
            </a:r>
            <a:r>
              <a:rPr lang="en-US" sz="1200" b="1" dirty="0"/>
              <a:t> : 1 </a:t>
            </a:r>
            <a:r>
              <a:rPr lang="en-US" sz="1200" b="1" dirty="0" err="1"/>
              <a:t>Agustus</a:t>
            </a:r>
            <a:r>
              <a:rPr lang="en-US" sz="1200" b="1" dirty="0"/>
              <a:t> 2013 – 29 </a:t>
            </a:r>
            <a:r>
              <a:rPr lang="en-US" sz="1200" b="1" dirty="0" err="1"/>
              <a:t>Februari</a:t>
            </a:r>
            <a:r>
              <a:rPr lang="en-US" sz="1200" b="1" dirty="0"/>
              <a:t> 2020</a:t>
            </a:r>
          </a:p>
          <a:p>
            <a:r>
              <a:rPr lang="en-US" sz="1200" b="1" dirty="0"/>
              <a:t>Setelah </a:t>
            </a:r>
            <a:r>
              <a:rPr lang="en-US" sz="1200" b="1" dirty="0" err="1"/>
              <a:t>covid</a:t>
            </a:r>
            <a:r>
              <a:rPr lang="en-US" sz="1200" b="1" dirty="0"/>
              <a:t>   : 1 </a:t>
            </a:r>
            <a:r>
              <a:rPr lang="en-US" sz="1200" b="1" dirty="0" err="1"/>
              <a:t>Maret</a:t>
            </a:r>
            <a:r>
              <a:rPr lang="en-US" sz="1200" b="1" dirty="0"/>
              <a:t> 2020 – 28 </a:t>
            </a:r>
            <a:r>
              <a:rPr lang="en-US" sz="1200" b="1" dirty="0" err="1"/>
              <a:t>Juni</a:t>
            </a:r>
            <a:r>
              <a:rPr lang="en-US" sz="1200" b="1" dirty="0"/>
              <a:t> 2023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65"/>
                                        </p:tgtEl>
                                        <p:attrNameLst>
                                          <p:attrName>style.visibility</p:attrName>
                                        </p:attrNameLst>
                                      </p:cBhvr>
                                      <p:to>
                                        <p:strVal val="visible"/>
                                      </p:to>
                                    </p:set>
                                    <p:animEffect transition="in" filter="fade">
                                      <p:cBhvr>
                                        <p:cTn id="7" dur="500"/>
                                        <p:tgtEl>
                                          <p:spTgt spid="136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364"/>
                                        </p:tgtEl>
                                        <p:attrNameLst>
                                          <p:attrName>style.visibility</p:attrName>
                                        </p:attrNameLst>
                                      </p:cBhvr>
                                      <p:to>
                                        <p:strVal val="visible"/>
                                      </p:to>
                                    </p:set>
                                    <p:anim calcmode="lin" valueType="num">
                                      <p:cBhvr additive="base">
                                        <p:cTn id="11" dur="500"/>
                                        <p:tgtEl>
                                          <p:spTgt spid="1364"/>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66"/>
                                        </p:tgtEl>
                                        <p:attrNameLst>
                                          <p:attrName>style.visibility</p:attrName>
                                        </p:attrNameLst>
                                      </p:cBhvr>
                                      <p:to>
                                        <p:strVal val="visible"/>
                                      </p:to>
                                    </p:set>
                                    <p:animEffect transition="in" filter="fade">
                                      <p:cBhvr>
                                        <p:cTn id="15" dur="2000"/>
                                        <p:tgtEl>
                                          <p:spTgt spid="1366"/>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390"/>
                                        </p:tgtEl>
                                        <p:attrNameLst>
                                          <p:attrName>style.visibility</p:attrName>
                                        </p:attrNameLst>
                                      </p:cBhvr>
                                      <p:to>
                                        <p:strVal val="visible"/>
                                      </p:to>
                                    </p:set>
                                    <p:animEffect transition="in" filter="fade">
                                      <p:cBhvr>
                                        <p:cTn id="19" dur="500"/>
                                        <p:tgtEl>
                                          <p:spTgt spid="1390"/>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389"/>
                                        </p:tgtEl>
                                        <p:attrNameLst>
                                          <p:attrName>style.visibility</p:attrName>
                                        </p:attrNameLst>
                                      </p:cBhvr>
                                      <p:to>
                                        <p:strVal val="visible"/>
                                      </p:to>
                                    </p:set>
                                    <p:animEffect transition="in" filter="fade">
                                      <p:cBhvr>
                                        <p:cTn id="23" dur="500"/>
                                        <p:tgtEl>
                                          <p:spTgt spid="1389"/>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1388"/>
                                        </p:tgtEl>
                                        <p:attrNameLst>
                                          <p:attrName>style.visibility</p:attrName>
                                        </p:attrNameLst>
                                      </p:cBhvr>
                                      <p:to>
                                        <p:strVal val="visible"/>
                                      </p:to>
                                    </p:set>
                                    <p:animEffect transition="in" filter="fade">
                                      <p:cBhvr>
                                        <p:cTn id="27" dur="500"/>
                                        <p:tgtEl>
                                          <p:spTgt spid="1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96"/>
        <p:cNvGrpSpPr/>
        <p:nvPr/>
      </p:nvGrpSpPr>
      <p:grpSpPr>
        <a:xfrm>
          <a:off x="0" y="0"/>
          <a:ext cx="0" cy="0"/>
          <a:chOff x="0" y="0"/>
          <a:chExt cx="0" cy="0"/>
        </a:xfrm>
      </p:grpSpPr>
      <p:sp>
        <p:nvSpPr>
          <p:cNvPr id="1397" name="Google Shape;1397;p99"/>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98" name="Google Shape;1398;p99"/>
          <p:cNvSpPr txBox="1">
            <a:spLocks noGrp="1"/>
          </p:cNvSpPr>
          <p:nvPr>
            <p:ph type="title"/>
          </p:nvPr>
        </p:nvSpPr>
        <p:spPr>
          <a:xfrm>
            <a:off x="719138" y="243005"/>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Pembobotan Kata</a:t>
            </a:r>
            <a:endParaRPr/>
          </a:p>
        </p:txBody>
      </p:sp>
      <p:sp>
        <p:nvSpPr>
          <p:cNvPr id="1399" name="Google Shape;1399;p99"/>
          <p:cNvSpPr/>
          <p:nvPr/>
        </p:nvSpPr>
        <p:spPr>
          <a:xfrm>
            <a:off x="76204" y="748723"/>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400" name="Google Shape;1400;p99"/>
          <p:cNvGrpSpPr/>
          <p:nvPr/>
        </p:nvGrpSpPr>
        <p:grpSpPr>
          <a:xfrm>
            <a:off x="8420100" y="-257225"/>
            <a:ext cx="914556" cy="718263"/>
            <a:chOff x="388620" y="1420922"/>
            <a:chExt cx="679997" cy="534048"/>
          </a:xfrm>
        </p:grpSpPr>
        <p:sp>
          <p:nvSpPr>
            <p:cNvPr id="1401" name="Google Shape;1401;p99"/>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2" name="Google Shape;1402;p99"/>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3" name="Google Shape;1403;p99"/>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4" name="Google Shape;1404;p99"/>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5" name="Google Shape;1405;p99"/>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6" name="Google Shape;1406;p99"/>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7" name="Google Shape;1407;p99"/>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8" name="Google Shape;1408;p99"/>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9" name="Google Shape;1409;p99"/>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0" name="Google Shape;1410;p99"/>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1" name="Google Shape;1411;p99"/>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2" name="Google Shape;1412;p99"/>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3" name="Google Shape;1413;p99"/>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4" name="Google Shape;1414;p99"/>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5" name="Google Shape;1415;p99"/>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6" name="Google Shape;1416;p99"/>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7" name="Google Shape;1417;p99"/>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8" name="Google Shape;1418;p99"/>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9" name="Google Shape;1419;p99"/>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20" name="Google Shape;1420;p99"/>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421" name="Google Shape;1421;p99"/>
          <p:cNvPicPr preferRelativeResize="0"/>
          <p:nvPr/>
        </p:nvPicPr>
        <p:blipFill>
          <a:blip r:embed="rId3">
            <a:alphaModFix/>
          </a:blip>
          <a:stretch>
            <a:fillRect/>
          </a:stretch>
        </p:blipFill>
        <p:spPr>
          <a:xfrm>
            <a:off x="830592" y="959851"/>
            <a:ext cx="7304061" cy="39695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99"/>
                                        </p:tgtEl>
                                        <p:attrNameLst>
                                          <p:attrName>style.visibility</p:attrName>
                                        </p:attrNameLst>
                                      </p:cBhvr>
                                      <p:to>
                                        <p:strVal val="visible"/>
                                      </p:to>
                                    </p:set>
                                    <p:animEffect transition="in" filter="fade">
                                      <p:cBhvr>
                                        <p:cTn id="7" dur="500"/>
                                        <p:tgtEl>
                                          <p:spTgt spid="1399"/>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400"/>
                                        </p:tgtEl>
                                        <p:attrNameLst>
                                          <p:attrName>style.visibility</p:attrName>
                                        </p:attrNameLst>
                                      </p:cBhvr>
                                      <p:to>
                                        <p:strVal val="visible"/>
                                      </p:to>
                                    </p:set>
                                    <p:anim calcmode="lin" valueType="num">
                                      <p:cBhvr additive="base">
                                        <p:cTn id="11" dur="500"/>
                                        <p:tgtEl>
                                          <p:spTgt spid="1400"/>
                                        </p:tgtEl>
                                        <p:attrNameLst>
                                          <p:attrName>ppt_w</p:attrName>
                                        </p:attrNameLst>
                                      </p:cBhvr>
                                      <p:tavLst>
                                        <p:tav tm="0">
                                          <p:val>
                                            <p:strVal val="0"/>
                                          </p:val>
                                        </p:tav>
                                        <p:tav tm="100000">
                                          <p:val>
                                            <p:strVal val="#ppt_w"/>
                                          </p:val>
                                        </p:tav>
                                      </p:tavLst>
                                    </p:anim>
                                    <p:anim calcmode="lin" valueType="num">
                                      <p:cBhvr additive="base">
                                        <p:cTn id="12" dur="500"/>
                                        <p:tgtEl>
                                          <p:spTgt spid="140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8" name="Google Shape;1428;g265c8b3b088_0_0"/>
          <p:cNvSpPr/>
          <p:nvPr/>
        </p:nvSpPr>
        <p:spPr>
          <a:xfrm>
            <a:off x="0" y="492300"/>
            <a:ext cx="3549600" cy="120300"/>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26" name="Google Shape;1426;g265c8b3b088_0_0"/>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27" name="Google Shape;1427;g265c8b3b088_0_0"/>
          <p:cNvSpPr txBox="1">
            <a:spLocks noGrp="1"/>
          </p:cNvSpPr>
          <p:nvPr>
            <p:ph type="title"/>
          </p:nvPr>
        </p:nvSpPr>
        <p:spPr>
          <a:xfrm>
            <a:off x="719100" y="10606"/>
            <a:ext cx="38529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dirty="0"/>
              <a:t>Pembobotan Kata</a:t>
            </a:r>
            <a:endParaRPr sz="3600" dirty="0"/>
          </a:p>
        </p:txBody>
      </p:sp>
      <p:grpSp>
        <p:nvGrpSpPr>
          <p:cNvPr id="1429" name="Google Shape;1429;g265c8b3b088_0_0"/>
          <p:cNvGrpSpPr/>
          <p:nvPr/>
        </p:nvGrpSpPr>
        <p:grpSpPr>
          <a:xfrm>
            <a:off x="8420084" y="-257283"/>
            <a:ext cx="914666" cy="718380"/>
            <a:chOff x="388620" y="1420922"/>
            <a:chExt cx="680100" cy="534151"/>
          </a:xfrm>
        </p:grpSpPr>
        <p:sp>
          <p:nvSpPr>
            <p:cNvPr id="1430" name="Google Shape;1430;g265c8b3b088_0_0"/>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1" name="Google Shape;1431;g265c8b3b088_0_0"/>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2" name="Google Shape;1432;g265c8b3b088_0_0"/>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3" name="Google Shape;1433;g265c8b3b088_0_0"/>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4" name="Google Shape;1434;g265c8b3b088_0_0"/>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5" name="Google Shape;1435;g265c8b3b088_0_0"/>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6" name="Google Shape;1436;g265c8b3b088_0_0"/>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7" name="Google Shape;1437;g265c8b3b088_0_0"/>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8" name="Google Shape;1438;g265c8b3b088_0_0"/>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9" name="Google Shape;1439;g265c8b3b088_0_0"/>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0" name="Google Shape;1440;g265c8b3b088_0_0"/>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1" name="Google Shape;1441;g265c8b3b088_0_0"/>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2" name="Google Shape;1442;g265c8b3b088_0_0"/>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3" name="Google Shape;1443;g265c8b3b088_0_0"/>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4" name="Google Shape;1444;g265c8b3b088_0_0"/>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5" name="Google Shape;1445;g265c8b3b088_0_0"/>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6" name="Google Shape;1446;g265c8b3b088_0_0"/>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7" name="Google Shape;1447;g265c8b3b088_0_0"/>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8" name="Google Shape;1448;g265c8b3b088_0_0"/>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49" name="Google Shape;1449;g265c8b3b088_0_0"/>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450" name="Google Shape;1450;g265c8b3b088_0_0"/>
          <p:cNvGraphicFramePr/>
          <p:nvPr>
            <p:extLst>
              <p:ext uri="{D42A27DB-BD31-4B8C-83A1-F6EECF244321}">
                <p14:modId xmlns:p14="http://schemas.microsoft.com/office/powerpoint/2010/main" val="3706980378"/>
              </p:ext>
            </p:extLst>
          </p:nvPr>
        </p:nvGraphicFramePr>
        <p:xfrm>
          <a:off x="6226466" y="843150"/>
          <a:ext cx="2650950" cy="3630676"/>
        </p:xfrm>
        <a:graphic>
          <a:graphicData uri="http://schemas.openxmlformats.org/drawingml/2006/table">
            <a:tbl>
              <a:tblPr firstRow="1" firstCol="1" bandRow="1">
                <a:noFill/>
                <a:tableStyleId>{A62BFD42-FEC9-462F-A87F-D70136A35D4C}</a:tableStyleId>
              </a:tblPr>
              <a:tblGrid>
                <a:gridCol w="400125">
                  <a:extLst>
                    <a:ext uri="{9D8B030D-6E8A-4147-A177-3AD203B41FA5}">
                      <a16:colId xmlns:a16="http://schemas.microsoft.com/office/drawing/2014/main" val="20000"/>
                    </a:ext>
                  </a:extLst>
                </a:gridCol>
                <a:gridCol w="310200">
                  <a:extLst>
                    <a:ext uri="{9D8B030D-6E8A-4147-A177-3AD203B41FA5}">
                      <a16:colId xmlns:a16="http://schemas.microsoft.com/office/drawing/2014/main" val="20001"/>
                    </a:ext>
                  </a:extLst>
                </a:gridCol>
                <a:gridCol w="303200">
                  <a:extLst>
                    <a:ext uri="{9D8B030D-6E8A-4147-A177-3AD203B41FA5}">
                      <a16:colId xmlns:a16="http://schemas.microsoft.com/office/drawing/2014/main" val="20002"/>
                    </a:ext>
                  </a:extLst>
                </a:gridCol>
                <a:gridCol w="303200">
                  <a:extLst>
                    <a:ext uri="{9D8B030D-6E8A-4147-A177-3AD203B41FA5}">
                      <a16:colId xmlns:a16="http://schemas.microsoft.com/office/drawing/2014/main" val="20003"/>
                    </a:ext>
                  </a:extLst>
                </a:gridCol>
                <a:gridCol w="303475">
                  <a:extLst>
                    <a:ext uri="{9D8B030D-6E8A-4147-A177-3AD203B41FA5}">
                      <a16:colId xmlns:a16="http://schemas.microsoft.com/office/drawing/2014/main" val="20004"/>
                    </a:ext>
                  </a:extLst>
                </a:gridCol>
                <a:gridCol w="303475">
                  <a:extLst>
                    <a:ext uri="{9D8B030D-6E8A-4147-A177-3AD203B41FA5}">
                      <a16:colId xmlns:a16="http://schemas.microsoft.com/office/drawing/2014/main" val="20005"/>
                    </a:ext>
                  </a:extLst>
                </a:gridCol>
                <a:gridCol w="303475">
                  <a:extLst>
                    <a:ext uri="{9D8B030D-6E8A-4147-A177-3AD203B41FA5}">
                      <a16:colId xmlns:a16="http://schemas.microsoft.com/office/drawing/2014/main" val="20006"/>
                    </a:ext>
                  </a:extLst>
                </a:gridCol>
                <a:gridCol w="423800">
                  <a:extLst>
                    <a:ext uri="{9D8B030D-6E8A-4147-A177-3AD203B41FA5}">
                      <a16:colId xmlns:a16="http://schemas.microsoft.com/office/drawing/2014/main" val="20007"/>
                    </a:ext>
                  </a:extLst>
                </a:gridCol>
              </a:tblGrid>
              <a:tr h="145325">
                <a:tc rowSpan="2">
                  <a:txBody>
                    <a:bodyPr/>
                    <a:lstStyle/>
                    <a:p>
                      <a:pPr marL="0" marR="0" lvl="0" indent="0" algn="ctr" rtl="0">
                        <a:lnSpc>
                          <a:spcPct val="200000"/>
                        </a:lnSpc>
                        <a:spcBef>
                          <a:spcPts val="0"/>
                        </a:spcBef>
                        <a:spcAft>
                          <a:spcPts val="0"/>
                        </a:spcAft>
                        <a:buNone/>
                      </a:pPr>
                      <a:r>
                        <a:rPr lang="en" sz="600" u="none" strike="noStrike" cap="none"/>
                        <a:t> </a:t>
                      </a:r>
                      <a:endParaRPr sz="500" u="none" strike="noStrike" cap="none"/>
                    </a:p>
                    <a:p>
                      <a:pPr marL="0" marR="0" lvl="0" indent="0" algn="ctr" rtl="0">
                        <a:lnSpc>
                          <a:spcPct val="200000"/>
                        </a:lnSpc>
                        <a:spcBef>
                          <a:spcPts val="0"/>
                        </a:spcBef>
                        <a:spcAft>
                          <a:spcPts val="0"/>
                        </a:spcAft>
                        <a:buNone/>
                      </a:pPr>
                      <a:r>
                        <a:rPr lang="en" sz="600" u="none" strike="noStrike" cap="none"/>
                        <a:t>Term</a:t>
                      </a:r>
                      <a:endParaRPr sz="500" u="none" strike="noStrike" cap="none">
                        <a:latin typeface="Calibri"/>
                        <a:ea typeface="Calibri"/>
                        <a:cs typeface="Calibri"/>
                        <a:sym typeface="Calibri"/>
                      </a:endParaRPr>
                    </a:p>
                  </a:txBody>
                  <a:tcPr marL="31775" marR="31775" marT="0" marB="0">
                    <a:lnB w="12700" cap="flat" cmpd="sng">
                      <a:solidFill>
                        <a:schemeClr val="accent2"/>
                      </a:solidFill>
                      <a:prstDash val="solid"/>
                      <a:round/>
                      <a:headEnd type="none" w="sm" len="sm"/>
                      <a:tailEnd type="none" w="sm" len="sm"/>
                    </a:lnB>
                  </a:tcPr>
                </a:tc>
                <a:tc rowSpan="2">
                  <a:txBody>
                    <a:bodyPr/>
                    <a:lstStyle/>
                    <a:p>
                      <a:pPr marL="0" marR="0" lvl="0" indent="0" algn="ctr" rtl="0">
                        <a:lnSpc>
                          <a:spcPct val="200000"/>
                        </a:lnSpc>
                        <a:spcBef>
                          <a:spcPts val="0"/>
                        </a:spcBef>
                        <a:spcAft>
                          <a:spcPts val="0"/>
                        </a:spcAft>
                        <a:buNone/>
                      </a:pPr>
                      <a:r>
                        <a:rPr lang="en" sz="600" u="none" strike="noStrike" cap="none"/>
                        <a:t> </a:t>
                      </a:r>
                      <a:endParaRPr sz="500" u="none" strike="noStrike" cap="none"/>
                    </a:p>
                    <a:p>
                      <a:pPr marL="0" marR="0" lvl="0" indent="0" algn="ctr" rtl="0">
                        <a:lnSpc>
                          <a:spcPct val="200000"/>
                        </a:lnSpc>
                        <a:spcBef>
                          <a:spcPts val="0"/>
                        </a:spcBef>
                        <a:spcAft>
                          <a:spcPts val="0"/>
                        </a:spcAft>
                        <a:buNone/>
                      </a:pPr>
                      <a:r>
                        <a:rPr lang="en" sz="600" u="none" strike="noStrike" cap="none"/>
                        <a:t>IDF</a:t>
                      </a:r>
                      <a:endParaRPr sz="500" u="none" strike="noStrike" cap="none">
                        <a:latin typeface="Calibri"/>
                        <a:ea typeface="Calibri"/>
                        <a:cs typeface="Calibri"/>
                        <a:sym typeface="Calibri"/>
                      </a:endParaRPr>
                    </a:p>
                  </a:txBody>
                  <a:tcPr marL="31775" marR="31775" marT="0" marB="0">
                    <a:lnB w="12700" cap="flat" cmpd="sng">
                      <a:solidFill>
                        <a:schemeClr val="accent2"/>
                      </a:solidFill>
                      <a:prstDash val="solid"/>
                      <a:round/>
                      <a:headEnd type="none" w="sm" len="sm"/>
                      <a:tailEnd type="none" w="sm" len="sm"/>
                    </a:lnB>
                  </a:tcPr>
                </a:tc>
                <a:tc gridSpan="5">
                  <a:txBody>
                    <a:bodyPr/>
                    <a:lstStyle/>
                    <a:p>
                      <a:pPr marL="0" marR="0" lvl="0" indent="0" algn="ctr" rtl="0">
                        <a:lnSpc>
                          <a:spcPct val="200000"/>
                        </a:lnSpc>
                        <a:spcBef>
                          <a:spcPts val="0"/>
                        </a:spcBef>
                        <a:spcAft>
                          <a:spcPts val="0"/>
                        </a:spcAft>
                        <a:buNone/>
                      </a:pPr>
                      <a:r>
                        <a:rPr lang="en" sz="600" u="none" strike="noStrike" cap="none"/>
                        <a:t>TF- IDF</a:t>
                      </a:r>
                      <a:endParaRPr sz="500" u="none" strike="noStrike" cap="none">
                        <a:latin typeface="Calibri"/>
                        <a:ea typeface="Calibri"/>
                        <a:cs typeface="Calibri"/>
                        <a:sym typeface="Calibri"/>
                      </a:endParaRPr>
                    </a:p>
                  </a:txBody>
                  <a:tcPr marL="31775" marR="31775"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rtl="0">
                        <a:lnSpc>
                          <a:spcPct val="200000"/>
                        </a:lnSpc>
                        <a:spcBef>
                          <a:spcPts val="0"/>
                        </a:spcBef>
                        <a:spcAft>
                          <a:spcPts val="0"/>
                        </a:spcAft>
                        <a:buNone/>
                      </a:pPr>
                      <a:endParaRPr sz="600" u="none" strike="noStrike" cap="none"/>
                    </a:p>
                  </a:txBody>
                  <a:tcPr marL="31775" marR="31775" marT="0" marB="0"/>
                </a:tc>
                <a:extLst>
                  <a:ext uri="{0D108BD9-81ED-4DB2-BD59-A6C34878D82A}">
                    <a16:rowId xmlns:a16="http://schemas.microsoft.com/office/drawing/2014/main" val="10000"/>
                  </a:ext>
                </a:extLst>
              </a:tr>
              <a:tr h="169475">
                <a:tc vMerge="1">
                  <a:txBody>
                    <a:bodyPr/>
                    <a:lstStyle/>
                    <a:p>
                      <a:endParaRPr lang="en-US"/>
                    </a:p>
                  </a:txBody>
                  <a:tcPr/>
                </a:tc>
                <a:tc vMerge="1">
                  <a:txBody>
                    <a:bodyPr/>
                    <a:lstStyle/>
                    <a:p>
                      <a:endParaRPr lang="en-US"/>
                    </a:p>
                  </a:txBody>
                  <a:tcPr/>
                </a:tc>
                <a:tc>
                  <a:txBody>
                    <a:bodyPr/>
                    <a:lstStyle/>
                    <a:p>
                      <a:pPr marL="0" marR="0" lvl="0" indent="0" algn="ctr" rtl="0">
                        <a:lnSpc>
                          <a:spcPct val="200000"/>
                        </a:lnSpc>
                        <a:spcBef>
                          <a:spcPts val="0"/>
                        </a:spcBef>
                        <a:spcAft>
                          <a:spcPts val="0"/>
                        </a:spcAft>
                        <a:buNone/>
                      </a:pPr>
                      <a:r>
                        <a:rPr lang="en" sz="600" u="none" strike="noStrike" cap="none"/>
                        <a:t>D1</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D2</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D3</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D4</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D5</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D6</a:t>
                      </a:r>
                      <a:endParaRPr sz="600" u="none" strike="noStrike" cap="none"/>
                    </a:p>
                  </a:txBody>
                  <a:tcPr marL="31775" marR="31775" marT="0" marB="0">
                    <a:lnB w="1270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01"/>
                  </a:ext>
                </a:extLst>
              </a:tr>
              <a:tr h="145325">
                <a:tc>
                  <a:txBody>
                    <a:bodyPr/>
                    <a:lstStyle/>
                    <a:p>
                      <a:pPr marL="0" marR="0" lvl="0" indent="0" algn="l" rtl="0">
                        <a:lnSpc>
                          <a:spcPct val="200000"/>
                        </a:lnSpc>
                        <a:spcBef>
                          <a:spcPts val="0"/>
                        </a:spcBef>
                        <a:spcAft>
                          <a:spcPts val="0"/>
                        </a:spcAft>
                        <a:buNone/>
                      </a:pPr>
                      <a:r>
                        <a:rPr lang="en" sz="600" u="none" strike="noStrike" cap="none"/>
                        <a:t>non</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02"/>
                  </a:ext>
                </a:extLst>
              </a:tr>
              <a:tr h="145325">
                <a:tc>
                  <a:txBody>
                    <a:bodyPr/>
                    <a:lstStyle/>
                    <a:p>
                      <a:pPr marL="0" marR="0" lvl="0" indent="0" algn="l" rtl="0">
                        <a:lnSpc>
                          <a:spcPct val="200000"/>
                        </a:lnSpc>
                        <a:spcBef>
                          <a:spcPts val="0"/>
                        </a:spcBef>
                        <a:spcAft>
                          <a:spcPts val="0"/>
                        </a:spcAft>
                        <a:buNone/>
                      </a:pPr>
                      <a:r>
                        <a:rPr lang="en" sz="600" u="none" strike="noStrike" cap="none"/>
                        <a:t>muslim</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45325">
                <a:tc>
                  <a:txBody>
                    <a:bodyPr/>
                    <a:lstStyle/>
                    <a:p>
                      <a:pPr marL="0" marR="0" lvl="0" indent="0" algn="l" rtl="0">
                        <a:lnSpc>
                          <a:spcPct val="200000"/>
                        </a:lnSpc>
                        <a:spcBef>
                          <a:spcPts val="0"/>
                        </a:spcBef>
                        <a:spcAft>
                          <a:spcPts val="0"/>
                        </a:spcAft>
                        <a:buNone/>
                      </a:pPr>
                      <a:r>
                        <a:rPr lang="en" sz="600" u="none" strike="noStrike" cap="none"/>
                        <a:t>kalender</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45325">
                <a:tc>
                  <a:txBody>
                    <a:bodyPr/>
                    <a:lstStyle/>
                    <a:p>
                      <a:pPr marL="0" marR="0" lvl="0" indent="0" algn="l" rtl="0">
                        <a:lnSpc>
                          <a:spcPct val="200000"/>
                        </a:lnSpc>
                        <a:spcBef>
                          <a:spcPts val="0"/>
                        </a:spcBef>
                        <a:spcAft>
                          <a:spcPts val="0"/>
                        </a:spcAft>
                        <a:buNone/>
                      </a:pPr>
                      <a:r>
                        <a:rPr lang="en" sz="600" u="none" strike="noStrike" cap="none"/>
                        <a:t>hapus</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45325">
                <a:tc>
                  <a:txBody>
                    <a:bodyPr/>
                    <a:lstStyle/>
                    <a:p>
                      <a:pPr marL="0" marR="0" lvl="0" indent="0" algn="l" rtl="0">
                        <a:lnSpc>
                          <a:spcPct val="200000"/>
                        </a:lnSpc>
                        <a:spcBef>
                          <a:spcPts val="0"/>
                        </a:spcBef>
                        <a:spcAft>
                          <a:spcPts val="0"/>
                        </a:spcAft>
                        <a:buNone/>
                      </a:pPr>
                      <a:r>
                        <a:rPr lang="en" sz="600" u="none" strike="noStrike" cap="none"/>
                        <a:t>bagus</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145325">
                <a:tc>
                  <a:txBody>
                    <a:bodyPr/>
                    <a:lstStyle/>
                    <a:p>
                      <a:pPr marL="0" marR="0" lvl="0" indent="0" algn="l" rtl="0">
                        <a:lnSpc>
                          <a:spcPct val="200000"/>
                        </a:lnSpc>
                        <a:spcBef>
                          <a:spcPts val="0"/>
                        </a:spcBef>
                        <a:spcAft>
                          <a:spcPts val="0"/>
                        </a:spcAft>
                        <a:buNone/>
                      </a:pPr>
                      <a:r>
                        <a:rPr lang="en" sz="600" u="none" strike="noStrike" cap="none"/>
                        <a:t>tanggal</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145325">
                <a:tc>
                  <a:txBody>
                    <a:bodyPr/>
                    <a:lstStyle/>
                    <a:p>
                      <a:pPr marL="0" marR="0" lvl="0" indent="0" algn="l" rtl="0">
                        <a:lnSpc>
                          <a:spcPct val="200000"/>
                        </a:lnSpc>
                        <a:spcBef>
                          <a:spcPts val="0"/>
                        </a:spcBef>
                        <a:spcAft>
                          <a:spcPts val="0"/>
                        </a:spcAft>
                        <a:buNone/>
                      </a:pPr>
                      <a:r>
                        <a:rPr lang="en" sz="600" u="none" strike="noStrike" cap="none"/>
                        <a:t>merah</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145325">
                <a:tc>
                  <a:txBody>
                    <a:bodyPr/>
                    <a:lstStyle/>
                    <a:p>
                      <a:pPr marL="0" marR="0" lvl="0" indent="0" algn="l" rtl="0">
                        <a:lnSpc>
                          <a:spcPct val="200000"/>
                        </a:lnSpc>
                        <a:spcBef>
                          <a:spcPts val="0"/>
                        </a:spcBef>
                        <a:spcAft>
                          <a:spcPts val="0"/>
                        </a:spcAft>
                        <a:buNone/>
                      </a:pPr>
                      <a:r>
                        <a:rPr lang="en" sz="600" u="none" strike="noStrike" cap="none"/>
                        <a:t>alarm</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145325">
                <a:tc>
                  <a:txBody>
                    <a:bodyPr/>
                    <a:lstStyle/>
                    <a:p>
                      <a:pPr marL="0" marR="0" lvl="0" indent="0" algn="l" rtl="0">
                        <a:lnSpc>
                          <a:spcPct val="200000"/>
                        </a:lnSpc>
                        <a:spcBef>
                          <a:spcPts val="0"/>
                        </a:spcBef>
                        <a:spcAft>
                          <a:spcPts val="0"/>
                        </a:spcAft>
                        <a:buNone/>
                      </a:pPr>
                      <a:r>
                        <a:rPr lang="en" sz="600" u="none" strike="noStrike" cap="none"/>
                        <a:t>tri</a:t>
                      </a:r>
                      <a:r>
                        <a:rPr lang="en" sz="600"/>
                        <a:t>sandia</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145325">
                <a:tc>
                  <a:txBody>
                    <a:bodyPr/>
                    <a:lstStyle/>
                    <a:p>
                      <a:pPr marL="0" marR="0" lvl="0" indent="0" algn="l" rtl="0">
                        <a:lnSpc>
                          <a:spcPct val="200000"/>
                        </a:lnSpc>
                        <a:spcBef>
                          <a:spcPts val="0"/>
                        </a:spcBef>
                        <a:spcAft>
                          <a:spcPts val="0"/>
                        </a:spcAft>
                        <a:buNone/>
                      </a:pPr>
                      <a:r>
                        <a:rPr lang="en" sz="600" u="none" strike="noStrike" cap="none"/>
                        <a:t>manfaat</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145325">
                <a:tc>
                  <a:txBody>
                    <a:bodyPr/>
                    <a:lstStyle/>
                    <a:p>
                      <a:pPr marL="0" marR="0" lvl="0" indent="0" algn="l" rtl="0">
                        <a:lnSpc>
                          <a:spcPct val="200000"/>
                        </a:lnSpc>
                        <a:spcBef>
                          <a:spcPts val="0"/>
                        </a:spcBef>
                        <a:spcAft>
                          <a:spcPts val="0"/>
                        </a:spcAft>
                        <a:buNone/>
                      </a:pPr>
                      <a:r>
                        <a:rPr lang="en" sz="600" u="none" strike="noStrike" cap="none"/>
                        <a:t>terima</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r h="145325">
                <a:tc>
                  <a:txBody>
                    <a:bodyPr/>
                    <a:lstStyle/>
                    <a:p>
                      <a:pPr marL="0" marR="0" lvl="0" indent="0" algn="l" rtl="0">
                        <a:lnSpc>
                          <a:spcPct val="200000"/>
                        </a:lnSpc>
                        <a:spcBef>
                          <a:spcPts val="0"/>
                        </a:spcBef>
                        <a:spcAft>
                          <a:spcPts val="0"/>
                        </a:spcAft>
                        <a:buNone/>
                      </a:pPr>
                      <a:r>
                        <a:rPr lang="en" sz="600" u="none" strike="noStrike" cap="none"/>
                        <a:t>kasih</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3"/>
                  </a:ext>
                </a:extLst>
              </a:tr>
              <a:tr h="145325">
                <a:tc>
                  <a:txBody>
                    <a:bodyPr/>
                    <a:lstStyle/>
                    <a:p>
                      <a:pPr marL="0" marR="0" lvl="0" indent="0" algn="l" rtl="0">
                        <a:lnSpc>
                          <a:spcPct val="200000"/>
                        </a:lnSpc>
                        <a:spcBef>
                          <a:spcPts val="0"/>
                        </a:spcBef>
                        <a:spcAft>
                          <a:spcPts val="0"/>
                        </a:spcAft>
                        <a:buNone/>
                      </a:pPr>
                      <a:r>
                        <a:rPr lang="en" sz="600" u="none" strike="noStrike" cap="none"/>
                        <a:t>wajib</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4"/>
                  </a:ext>
                </a:extLst>
              </a:tr>
              <a:tr h="145325">
                <a:tc>
                  <a:txBody>
                    <a:bodyPr/>
                    <a:lstStyle/>
                    <a:p>
                      <a:pPr marL="0" marR="0" lvl="0" indent="0" algn="l" rtl="0">
                        <a:lnSpc>
                          <a:spcPct val="200000"/>
                        </a:lnSpc>
                        <a:spcBef>
                          <a:spcPts val="0"/>
                        </a:spcBef>
                        <a:spcAft>
                          <a:spcPts val="0"/>
                        </a:spcAft>
                        <a:buNone/>
                      </a:pPr>
                      <a:r>
                        <a:rPr lang="en" sz="600" u="none" strike="noStrike" cap="none"/>
                        <a:t>aplikasi</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5"/>
                  </a:ext>
                </a:extLst>
              </a:tr>
              <a:tr h="145325">
                <a:tc>
                  <a:txBody>
                    <a:bodyPr/>
                    <a:lstStyle/>
                    <a:p>
                      <a:pPr marL="0" marR="0" lvl="0" indent="0" algn="l" rtl="0">
                        <a:lnSpc>
                          <a:spcPct val="200000"/>
                        </a:lnSpc>
                        <a:spcBef>
                          <a:spcPts val="0"/>
                        </a:spcBef>
                        <a:spcAft>
                          <a:spcPts val="0"/>
                        </a:spcAft>
                        <a:buNone/>
                      </a:pPr>
                      <a:r>
                        <a:rPr lang="en" sz="600" u="none" strike="noStrike" cap="none"/>
                        <a:t>orang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6"/>
                  </a:ext>
                </a:extLst>
              </a:tr>
              <a:tr h="145325">
                <a:tc>
                  <a:txBody>
                    <a:bodyPr/>
                    <a:lstStyle/>
                    <a:p>
                      <a:pPr marL="0" marR="0" lvl="0" indent="0" algn="l" rtl="0">
                        <a:lnSpc>
                          <a:spcPct val="200000"/>
                        </a:lnSpc>
                        <a:spcBef>
                          <a:spcPts val="0"/>
                        </a:spcBef>
                        <a:spcAft>
                          <a:spcPts val="0"/>
                        </a:spcAft>
                        <a:buNone/>
                      </a:pPr>
                      <a:r>
                        <a:rPr lang="en" sz="600" u="none" strike="noStrike" cap="none"/>
                        <a:t>hindu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7"/>
                  </a:ext>
                </a:extLst>
              </a:tr>
              <a:tr h="145325">
                <a:tc>
                  <a:txBody>
                    <a:bodyPr/>
                    <a:lstStyle/>
                    <a:p>
                      <a:pPr marL="0" marR="0" lvl="0" indent="0" algn="l" rtl="0">
                        <a:lnSpc>
                          <a:spcPct val="200000"/>
                        </a:lnSpc>
                        <a:spcBef>
                          <a:spcPts val="0"/>
                        </a:spcBef>
                        <a:spcAft>
                          <a:spcPts val="0"/>
                        </a:spcAft>
                        <a:buNone/>
                      </a:pPr>
                      <a:r>
                        <a:rPr lang="en" sz="600" u="none" strike="noStrike" cap="none"/>
                        <a:t>tulen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8"/>
                  </a:ext>
                </a:extLst>
              </a:tr>
              <a:tr h="145325">
                <a:tc>
                  <a:txBody>
                    <a:bodyPr/>
                    <a:lstStyle/>
                    <a:p>
                      <a:pPr marL="0" marR="0" lvl="0" indent="0" algn="l" rtl="0">
                        <a:lnSpc>
                          <a:spcPct val="200000"/>
                        </a:lnSpc>
                        <a:spcBef>
                          <a:spcPts val="0"/>
                        </a:spcBef>
                        <a:spcAft>
                          <a:spcPts val="0"/>
                        </a:spcAft>
                        <a:buNone/>
                      </a:pPr>
                      <a:r>
                        <a:rPr lang="en" sz="600" u="none" strike="noStrike" cap="none"/>
                        <a:t>bantu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45325">
                <a:tc>
                  <a:txBody>
                    <a:bodyPr/>
                    <a:lstStyle/>
                    <a:p>
                      <a:pPr marL="0" marR="0" lvl="0" indent="0" algn="l" rtl="0">
                        <a:lnSpc>
                          <a:spcPct val="200000"/>
                        </a:lnSpc>
                        <a:spcBef>
                          <a:spcPts val="0"/>
                        </a:spcBef>
                        <a:spcAft>
                          <a:spcPts val="0"/>
                        </a:spcAft>
                        <a:buNone/>
                      </a:pPr>
                      <a:r>
                        <a:rPr lang="en" sz="600" u="none" strike="noStrike" cap="none"/>
                        <a:t>weton</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20"/>
                  </a:ext>
                </a:extLst>
              </a:tr>
              <a:tr h="145325">
                <a:tc>
                  <a:txBody>
                    <a:bodyPr/>
                    <a:lstStyle/>
                    <a:p>
                      <a:pPr marL="0" marR="0" lvl="0" indent="0" algn="l" rtl="0">
                        <a:lnSpc>
                          <a:spcPct val="200000"/>
                        </a:lnSpc>
                        <a:spcBef>
                          <a:spcPts val="0"/>
                        </a:spcBef>
                        <a:spcAft>
                          <a:spcPts val="0"/>
                        </a:spcAft>
                        <a:buNone/>
                      </a:pPr>
                      <a:r>
                        <a:rPr lang="en" sz="600"/>
                        <a:t>fungsi</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21"/>
                  </a:ext>
                </a:extLst>
              </a:tr>
              <a:tr h="145325">
                <a:tc>
                  <a:txBody>
                    <a:bodyPr/>
                    <a:lstStyle/>
                    <a:p>
                      <a:pPr marL="0" marR="0" lvl="0" indent="0" algn="l" rtl="0">
                        <a:lnSpc>
                          <a:spcPct val="200000"/>
                        </a:lnSpc>
                        <a:spcBef>
                          <a:spcPts val="0"/>
                        </a:spcBef>
                        <a:spcAft>
                          <a:spcPts val="0"/>
                        </a:spcAft>
                        <a:buNone/>
                      </a:pPr>
                      <a:r>
                        <a:rPr lang="en" sz="600"/>
                        <a:t>baik</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22"/>
                  </a:ext>
                </a:extLst>
              </a:tr>
            </a:tbl>
          </a:graphicData>
        </a:graphic>
      </p:graphicFrame>
      <p:graphicFrame>
        <p:nvGraphicFramePr>
          <p:cNvPr id="1451" name="Google Shape;1451;g265c8b3b088_0_0"/>
          <p:cNvGraphicFramePr/>
          <p:nvPr>
            <p:extLst>
              <p:ext uri="{D42A27DB-BD31-4B8C-83A1-F6EECF244321}">
                <p14:modId xmlns:p14="http://schemas.microsoft.com/office/powerpoint/2010/main" val="2557658194"/>
              </p:ext>
            </p:extLst>
          </p:nvPr>
        </p:nvGraphicFramePr>
        <p:xfrm>
          <a:off x="3504606" y="843150"/>
          <a:ext cx="2544350" cy="3630676"/>
        </p:xfrm>
        <a:graphic>
          <a:graphicData uri="http://schemas.openxmlformats.org/drawingml/2006/table">
            <a:tbl>
              <a:tblPr firstRow="1" firstCol="1" bandRow="1">
                <a:noFill/>
                <a:tableStyleId>{A62BFD42-FEC9-462F-A87F-D70136A35D4C}</a:tableStyleId>
              </a:tblPr>
              <a:tblGrid>
                <a:gridCol w="402750">
                  <a:extLst>
                    <a:ext uri="{9D8B030D-6E8A-4147-A177-3AD203B41FA5}">
                      <a16:colId xmlns:a16="http://schemas.microsoft.com/office/drawing/2014/main" val="20000"/>
                    </a:ext>
                  </a:extLst>
                </a:gridCol>
                <a:gridCol w="250575">
                  <a:extLst>
                    <a:ext uri="{9D8B030D-6E8A-4147-A177-3AD203B41FA5}">
                      <a16:colId xmlns:a16="http://schemas.microsoft.com/office/drawing/2014/main" val="20001"/>
                    </a:ext>
                  </a:extLst>
                </a:gridCol>
                <a:gridCol w="250575">
                  <a:extLst>
                    <a:ext uri="{9D8B030D-6E8A-4147-A177-3AD203B41FA5}">
                      <a16:colId xmlns:a16="http://schemas.microsoft.com/office/drawing/2014/main" val="20002"/>
                    </a:ext>
                  </a:extLst>
                </a:gridCol>
                <a:gridCol w="250575">
                  <a:extLst>
                    <a:ext uri="{9D8B030D-6E8A-4147-A177-3AD203B41FA5}">
                      <a16:colId xmlns:a16="http://schemas.microsoft.com/office/drawing/2014/main" val="20003"/>
                    </a:ext>
                  </a:extLst>
                </a:gridCol>
                <a:gridCol w="250575">
                  <a:extLst>
                    <a:ext uri="{9D8B030D-6E8A-4147-A177-3AD203B41FA5}">
                      <a16:colId xmlns:a16="http://schemas.microsoft.com/office/drawing/2014/main" val="20004"/>
                    </a:ext>
                  </a:extLst>
                </a:gridCol>
                <a:gridCol w="250575">
                  <a:extLst>
                    <a:ext uri="{9D8B030D-6E8A-4147-A177-3AD203B41FA5}">
                      <a16:colId xmlns:a16="http://schemas.microsoft.com/office/drawing/2014/main" val="20005"/>
                    </a:ext>
                  </a:extLst>
                </a:gridCol>
                <a:gridCol w="250575">
                  <a:extLst>
                    <a:ext uri="{9D8B030D-6E8A-4147-A177-3AD203B41FA5}">
                      <a16:colId xmlns:a16="http://schemas.microsoft.com/office/drawing/2014/main" val="20006"/>
                    </a:ext>
                  </a:extLst>
                </a:gridCol>
                <a:gridCol w="166075">
                  <a:extLst>
                    <a:ext uri="{9D8B030D-6E8A-4147-A177-3AD203B41FA5}">
                      <a16:colId xmlns:a16="http://schemas.microsoft.com/office/drawing/2014/main" val="20007"/>
                    </a:ext>
                  </a:extLst>
                </a:gridCol>
                <a:gridCol w="472075">
                  <a:extLst>
                    <a:ext uri="{9D8B030D-6E8A-4147-A177-3AD203B41FA5}">
                      <a16:colId xmlns:a16="http://schemas.microsoft.com/office/drawing/2014/main" val="20008"/>
                    </a:ext>
                  </a:extLst>
                </a:gridCol>
              </a:tblGrid>
              <a:tr h="145325">
                <a:tc rowSpan="2">
                  <a:txBody>
                    <a:bodyPr/>
                    <a:lstStyle/>
                    <a:p>
                      <a:pPr marL="0" marR="0" lvl="0" indent="0" algn="ctr" rtl="0">
                        <a:lnSpc>
                          <a:spcPct val="200000"/>
                        </a:lnSpc>
                        <a:spcBef>
                          <a:spcPts val="0"/>
                        </a:spcBef>
                        <a:spcAft>
                          <a:spcPts val="0"/>
                        </a:spcAft>
                        <a:buNone/>
                      </a:pPr>
                      <a:r>
                        <a:rPr lang="en" sz="600" u="none" strike="noStrike" cap="none"/>
                        <a:t> </a:t>
                      </a:r>
                      <a:endParaRPr sz="500" u="none" strike="noStrike" cap="none"/>
                    </a:p>
                    <a:p>
                      <a:pPr marL="0" marR="0" lvl="0" indent="0" algn="ctr" rtl="0">
                        <a:lnSpc>
                          <a:spcPct val="200000"/>
                        </a:lnSpc>
                        <a:spcBef>
                          <a:spcPts val="0"/>
                        </a:spcBef>
                        <a:spcAft>
                          <a:spcPts val="0"/>
                        </a:spcAft>
                        <a:buNone/>
                      </a:pPr>
                      <a:r>
                        <a:rPr lang="en" sz="600" u="none" strike="noStrike" cap="none"/>
                        <a:t>Term</a:t>
                      </a:r>
                      <a:endParaRPr sz="500" u="none" strike="noStrike" cap="none">
                        <a:latin typeface="Calibri"/>
                        <a:ea typeface="Calibri"/>
                        <a:cs typeface="Calibri"/>
                        <a:sym typeface="Calibri"/>
                      </a:endParaRPr>
                    </a:p>
                  </a:txBody>
                  <a:tcPr marL="31775" marR="31775" marT="0" marB="0">
                    <a:lnB w="12700" cap="flat" cmpd="sng">
                      <a:solidFill>
                        <a:schemeClr val="accent2"/>
                      </a:solidFill>
                      <a:prstDash val="solid"/>
                      <a:round/>
                      <a:headEnd type="none" w="sm" len="sm"/>
                      <a:tailEnd type="none" w="sm" len="sm"/>
                    </a:lnB>
                  </a:tcPr>
                </a:tc>
                <a:tc gridSpan="5">
                  <a:txBody>
                    <a:bodyPr/>
                    <a:lstStyle/>
                    <a:p>
                      <a:pPr marL="0" marR="0" lvl="0" indent="0" algn="ctr" rtl="0">
                        <a:lnSpc>
                          <a:spcPct val="200000"/>
                        </a:lnSpc>
                        <a:spcBef>
                          <a:spcPts val="0"/>
                        </a:spcBef>
                        <a:spcAft>
                          <a:spcPts val="0"/>
                        </a:spcAft>
                        <a:buNone/>
                      </a:pPr>
                      <a:r>
                        <a:rPr lang="en" sz="600" u="none" strike="noStrike" cap="none"/>
                        <a:t>TF</a:t>
                      </a:r>
                      <a:endParaRPr sz="500" u="none" strike="noStrike" cap="none">
                        <a:latin typeface="Calibri"/>
                        <a:ea typeface="Calibri"/>
                        <a:cs typeface="Calibri"/>
                        <a:sym typeface="Calibri"/>
                      </a:endParaRPr>
                    </a:p>
                  </a:txBody>
                  <a:tcPr marL="31775" marR="31775"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rtl="0">
                        <a:lnSpc>
                          <a:spcPct val="200000"/>
                        </a:lnSpc>
                        <a:spcBef>
                          <a:spcPts val="0"/>
                        </a:spcBef>
                        <a:spcAft>
                          <a:spcPts val="0"/>
                        </a:spcAft>
                        <a:buNone/>
                      </a:pPr>
                      <a:endParaRPr sz="600" u="none" strike="noStrike" cap="none"/>
                    </a:p>
                  </a:txBody>
                  <a:tcPr marL="31775" marR="31775" marT="0" marB="0"/>
                </a:tc>
                <a:tc rowSpan="2">
                  <a:txBody>
                    <a:bodyPr/>
                    <a:lstStyle/>
                    <a:p>
                      <a:pPr marL="0" marR="0" lvl="0" indent="0" algn="ctr" rtl="0">
                        <a:lnSpc>
                          <a:spcPct val="200000"/>
                        </a:lnSpc>
                        <a:spcBef>
                          <a:spcPts val="0"/>
                        </a:spcBef>
                        <a:spcAft>
                          <a:spcPts val="0"/>
                        </a:spcAft>
                        <a:buNone/>
                      </a:pPr>
                      <a:r>
                        <a:rPr lang="en" sz="600" u="none" strike="noStrike" cap="none"/>
                        <a:t> </a:t>
                      </a:r>
                      <a:endParaRPr sz="500" u="none" strike="noStrike" cap="none"/>
                    </a:p>
                    <a:p>
                      <a:pPr marL="0" marR="0" lvl="0" indent="0" algn="ctr" rtl="0">
                        <a:lnSpc>
                          <a:spcPct val="200000"/>
                        </a:lnSpc>
                        <a:spcBef>
                          <a:spcPts val="0"/>
                        </a:spcBef>
                        <a:spcAft>
                          <a:spcPts val="0"/>
                        </a:spcAft>
                        <a:buNone/>
                      </a:pPr>
                      <a:r>
                        <a:rPr lang="en" sz="600" u="none" strike="noStrike" cap="none"/>
                        <a:t>DF</a:t>
                      </a:r>
                      <a:endParaRPr sz="500" u="none" strike="noStrike" cap="none">
                        <a:latin typeface="Calibri"/>
                        <a:ea typeface="Calibri"/>
                        <a:cs typeface="Calibri"/>
                        <a:sym typeface="Calibri"/>
                      </a:endParaRPr>
                    </a:p>
                  </a:txBody>
                  <a:tcPr marL="31775" marR="31775" marT="0" marB="0">
                    <a:lnB w="12700" cap="flat" cmpd="sng">
                      <a:solidFill>
                        <a:schemeClr val="accent2"/>
                      </a:solidFill>
                      <a:prstDash val="solid"/>
                      <a:round/>
                      <a:headEnd type="none" w="sm" len="sm"/>
                      <a:tailEnd type="none" w="sm" len="sm"/>
                    </a:lnB>
                  </a:tcPr>
                </a:tc>
                <a:tc rowSpan="2">
                  <a:txBody>
                    <a:bodyPr/>
                    <a:lstStyle/>
                    <a:p>
                      <a:pPr marL="0" marR="0" lvl="0" indent="0" algn="ctr" rtl="0">
                        <a:lnSpc>
                          <a:spcPct val="200000"/>
                        </a:lnSpc>
                        <a:spcBef>
                          <a:spcPts val="0"/>
                        </a:spcBef>
                        <a:spcAft>
                          <a:spcPts val="0"/>
                        </a:spcAft>
                        <a:buNone/>
                      </a:pPr>
                      <a:r>
                        <a:rPr lang="en" sz="600" u="none" strike="noStrike" cap="none"/>
                        <a:t>IDF</a:t>
                      </a:r>
                      <a:endParaRPr sz="500" u="none" strike="noStrike" cap="none"/>
                    </a:p>
                    <a:p>
                      <a:pPr marL="0" marR="0" lvl="0" indent="0" algn="ctr" rtl="0">
                        <a:lnSpc>
                          <a:spcPct val="200000"/>
                        </a:lnSpc>
                        <a:spcBef>
                          <a:spcPts val="0"/>
                        </a:spcBef>
                        <a:spcAft>
                          <a:spcPts val="0"/>
                        </a:spcAft>
                        <a:buNone/>
                      </a:pPr>
                      <a:r>
                        <a:rPr lang="en" sz="600" u="none" strike="noStrike" cap="none"/>
                        <a:t>(Log</a:t>
                      </a:r>
                      <a:r>
                        <a:rPr lang="en" sz="600"/>
                        <a:t> </a:t>
                      </a:r>
                      <a:r>
                        <a:rPr lang="en" sz="600" u="none" strike="noStrike" cap="none"/>
                        <a:t>N/DF)</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0"/>
                  </a:ext>
                </a:extLst>
              </a:tr>
              <a:tr h="169475">
                <a:tc vMerge="1">
                  <a:txBody>
                    <a:bodyPr/>
                    <a:lstStyle/>
                    <a:p>
                      <a:endParaRPr lang="en-US"/>
                    </a:p>
                  </a:txBody>
                  <a:tcPr/>
                </a:tc>
                <a:tc>
                  <a:txBody>
                    <a:bodyPr/>
                    <a:lstStyle/>
                    <a:p>
                      <a:pPr marL="0" marR="0" lvl="0" indent="0" algn="ctr" rtl="0">
                        <a:lnSpc>
                          <a:spcPct val="200000"/>
                        </a:lnSpc>
                        <a:spcBef>
                          <a:spcPts val="0"/>
                        </a:spcBef>
                        <a:spcAft>
                          <a:spcPts val="0"/>
                        </a:spcAft>
                        <a:buNone/>
                      </a:pPr>
                      <a:r>
                        <a:rPr lang="en" sz="600" u="none" strike="noStrike" cap="none"/>
                        <a:t>D1</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D2</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D3</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D4</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D5</a:t>
                      </a:r>
                      <a:endParaRPr sz="500" u="none" strike="noStrike" cap="none">
                        <a:latin typeface="Calibri"/>
                        <a:ea typeface="Calibri"/>
                        <a:cs typeface="Calibri"/>
                        <a:sym typeface="Calibri"/>
                      </a:endParaRPr>
                    </a:p>
                  </a:txBody>
                  <a:tcPr marL="31775" marR="31775" marT="0" marB="0">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D6</a:t>
                      </a:r>
                      <a:endParaRPr sz="600" u="none" strike="noStrike" cap="none"/>
                    </a:p>
                  </a:txBody>
                  <a:tcPr marL="31775" marR="31775" marT="0" marB="0">
                    <a:lnB w="12700" cap="flat" cmpd="sng">
                      <a:solidFill>
                        <a:schemeClr val="accent2">
                          <a:alpha val="0"/>
                        </a:schemeClr>
                      </a:solidFill>
                      <a:prstDash val="solid"/>
                      <a:round/>
                      <a:headEnd type="none" w="sm" len="sm"/>
                      <a:tailEnd type="none" w="sm" len="sm"/>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145325">
                <a:tc>
                  <a:txBody>
                    <a:bodyPr/>
                    <a:lstStyle/>
                    <a:p>
                      <a:pPr marL="0" marR="0" lvl="0" indent="0" algn="l" rtl="0">
                        <a:lnSpc>
                          <a:spcPct val="200000"/>
                        </a:lnSpc>
                        <a:spcBef>
                          <a:spcPts val="0"/>
                        </a:spcBef>
                        <a:spcAft>
                          <a:spcPts val="0"/>
                        </a:spcAft>
                        <a:buNone/>
                      </a:pPr>
                      <a:r>
                        <a:rPr lang="en" sz="600" u="none" strike="noStrike" cap="none"/>
                        <a:t>non</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2"/>
                  </a:ext>
                </a:extLst>
              </a:tr>
              <a:tr h="145325">
                <a:tc>
                  <a:txBody>
                    <a:bodyPr/>
                    <a:lstStyle/>
                    <a:p>
                      <a:pPr marL="0" marR="0" lvl="0" indent="0" algn="l" rtl="0">
                        <a:lnSpc>
                          <a:spcPct val="200000"/>
                        </a:lnSpc>
                        <a:spcBef>
                          <a:spcPts val="0"/>
                        </a:spcBef>
                        <a:spcAft>
                          <a:spcPts val="0"/>
                        </a:spcAft>
                        <a:buNone/>
                      </a:pPr>
                      <a:r>
                        <a:rPr lang="en" sz="600" u="none" strike="noStrike" cap="none"/>
                        <a:t>muslim</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3"/>
                  </a:ext>
                </a:extLst>
              </a:tr>
              <a:tr h="145325">
                <a:tc>
                  <a:txBody>
                    <a:bodyPr/>
                    <a:lstStyle/>
                    <a:p>
                      <a:pPr marL="0" marR="0" lvl="0" indent="0" algn="l" rtl="0">
                        <a:lnSpc>
                          <a:spcPct val="200000"/>
                        </a:lnSpc>
                        <a:spcBef>
                          <a:spcPts val="0"/>
                        </a:spcBef>
                        <a:spcAft>
                          <a:spcPts val="0"/>
                        </a:spcAft>
                        <a:buNone/>
                      </a:pPr>
                      <a:r>
                        <a:rPr lang="en" sz="600" u="none" strike="noStrike" cap="none"/>
                        <a:t>kalender</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2</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4"/>
                  </a:ext>
                </a:extLst>
              </a:tr>
              <a:tr h="145325">
                <a:tc>
                  <a:txBody>
                    <a:bodyPr/>
                    <a:lstStyle/>
                    <a:p>
                      <a:pPr marL="0" marR="0" lvl="0" indent="0" algn="l" rtl="0">
                        <a:lnSpc>
                          <a:spcPct val="200000"/>
                        </a:lnSpc>
                        <a:spcBef>
                          <a:spcPts val="0"/>
                        </a:spcBef>
                        <a:spcAft>
                          <a:spcPts val="0"/>
                        </a:spcAft>
                        <a:buNone/>
                      </a:pPr>
                      <a:r>
                        <a:rPr lang="en" sz="600" u="none" strike="noStrike" cap="none"/>
                        <a:t>hapus</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2</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5"/>
                  </a:ext>
                </a:extLst>
              </a:tr>
              <a:tr h="145325">
                <a:tc>
                  <a:txBody>
                    <a:bodyPr/>
                    <a:lstStyle/>
                    <a:p>
                      <a:pPr marL="0" marR="0" lvl="0" indent="0" algn="l" rtl="0">
                        <a:lnSpc>
                          <a:spcPct val="200000"/>
                        </a:lnSpc>
                        <a:spcBef>
                          <a:spcPts val="0"/>
                        </a:spcBef>
                        <a:spcAft>
                          <a:spcPts val="0"/>
                        </a:spcAft>
                        <a:buNone/>
                      </a:pPr>
                      <a:r>
                        <a:rPr lang="en" sz="600" u="none" strike="noStrike" cap="none"/>
                        <a:t>bagus</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6"/>
                  </a:ext>
                </a:extLst>
              </a:tr>
              <a:tr h="145325">
                <a:tc>
                  <a:txBody>
                    <a:bodyPr/>
                    <a:lstStyle/>
                    <a:p>
                      <a:pPr marL="0" marR="0" lvl="0" indent="0" algn="l" rtl="0">
                        <a:lnSpc>
                          <a:spcPct val="200000"/>
                        </a:lnSpc>
                        <a:spcBef>
                          <a:spcPts val="0"/>
                        </a:spcBef>
                        <a:spcAft>
                          <a:spcPts val="0"/>
                        </a:spcAft>
                        <a:buNone/>
                      </a:pPr>
                      <a:r>
                        <a:rPr lang="en" sz="600" u="none" strike="noStrike" cap="none"/>
                        <a:t>tanggal</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7"/>
                  </a:ext>
                </a:extLst>
              </a:tr>
              <a:tr h="145325">
                <a:tc>
                  <a:txBody>
                    <a:bodyPr/>
                    <a:lstStyle/>
                    <a:p>
                      <a:pPr marL="0" marR="0" lvl="0" indent="0" algn="l" rtl="0">
                        <a:lnSpc>
                          <a:spcPct val="200000"/>
                        </a:lnSpc>
                        <a:spcBef>
                          <a:spcPts val="0"/>
                        </a:spcBef>
                        <a:spcAft>
                          <a:spcPts val="0"/>
                        </a:spcAft>
                        <a:buNone/>
                      </a:pPr>
                      <a:r>
                        <a:rPr lang="en" sz="600" u="none" strike="noStrike" cap="none"/>
                        <a:t>merah</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8"/>
                  </a:ext>
                </a:extLst>
              </a:tr>
              <a:tr h="145325">
                <a:tc>
                  <a:txBody>
                    <a:bodyPr/>
                    <a:lstStyle/>
                    <a:p>
                      <a:pPr marL="0" marR="0" lvl="0" indent="0" algn="l" rtl="0">
                        <a:lnSpc>
                          <a:spcPct val="200000"/>
                        </a:lnSpc>
                        <a:spcBef>
                          <a:spcPts val="0"/>
                        </a:spcBef>
                        <a:spcAft>
                          <a:spcPts val="0"/>
                        </a:spcAft>
                        <a:buNone/>
                      </a:pPr>
                      <a:r>
                        <a:rPr lang="en" sz="600" u="none" strike="noStrike" cap="none"/>
                        <a:t>alarm</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2</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9"/>
                  </a:ext>
                </a:extLst>
              </a:tr>
              <a:tr h="145325">
                <a:tc>
                  <a:txBody>
                    <a:bodyPr/>
                    <a:lstStyle/>
                    <a:p>
                      <a:pPr marL="0" marR="0" lvl="0" indent="0" algn="l" rtl="0">
                        <a:lnSpc>
                          <a:spcPct val="200000"/>
                        </a:lnSpc>
                        <a:spcBef>
                          <a:spcPts val="0"/>
                        </a:spcBef>
                        <a:spcAft>
                          <a:spcPts val="0"/>
                        </a:spcAft>
                        <a:buNone/>
                      </a:pPr>
                      <a:r>
                        <a:rPr lang="en" sz="600" u="none" strike="noStrike" cap="none"/>
                        <a:t>tri</a:t>
                      </a:r>
                      <a:r>
                        <a:rPr lang="en" sz="600"/>
                        <a:t>sandia</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2</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477</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B w="1270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10"/>
                  </a:ext>
                </a:extLst>
              </a:tr>
              <a:tr h="145325">
                <a:tc>
                  <a:txBody>
                    <a:bodyPr/>
                    <a:lstStyle/>
                    <a:p>
                      <a:pPr marL="0" marR="0" lvl="0" indent="0" algn="l" rtl="0">
                        <a:lnSpc>
                          <a:spcPct val="200000"/>
                        </a:lnSpc>
                        <a:spcBef>
                          <a:spcPts val="0"/>
                        </a:spcBef>
                        <a:spcAft>
                          <a:spcPts val="0"/>
                        </a:spcAft>
                        <a:buNone/>
                      </a:pPr>
                      <a:r>
                        <a:rPr lang="en" sz="600" u="none" strike="noStrike" cap="none"/>
                        <a:t>manfaat</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11"/>
                  </a:ext>
                </a:extLst>
              </a:tr>
              <a:tr h="145325">
                <a:tc>
                  <a:txBody>
                    <a:bodyPr/>
                    <a:lstStyle/>
                    <a:p>
                      <a:pPr marL="0" marR="0" lvl="0" indent="0" algn="l" rtl="0">
                        <a:lnSpc>
                          <a:spcPct val="200000"/>
                        </a:lnSpc>
                        <a:spcBef>
                          <a:spcPts val="0"/>
                        </a:spcBef>
                        <a:spcAft>
                          <a:spcPts val="0"/>
                        </a:spcAft>
                        <a:buNone/>
                      </a:pPr>
                      <a:r>
                        <a:rPr lang="en" sz="600" u="none" strike="noStrike" cap="none"/>
                        <a:t>terima</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2">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r h="145325">
                <a:tc>
                  <a:txBody>
                    <a:bodyPr/>
                    <a:lstStyle/>
                    <a:p>
                      <a:pPr marL="0" marR="0" lvl="0" indent="0" algn="l" rtl="0">
                        <a:lnSpc>
                          <a:spcPct val="200000"/>
                        </a:lnSpc>
                        <a:spcBef>
                          <a:spcPts val="0"/>
                        </a:spcBef>
                        <a:spcAft>
                          <a:spcPts val="0"/>
                        </a:spcAft>
                        <a:buNone/>
                      </a:pPr>
                      <a:r>
                        <a:rPr lang="en" sz="600" u="none" strike="noStrike" cap="none"/>
                        <a:t>kasih</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13"/>
                  </a:ext>
                </a:extLst>
              </a:tr>
              <a:tr h="145325">
                <a:tc>
                  <a:txBody>
                    <a:bodyPr/>
                    <a:lstStyle/>
                    <a:p>
                      <a:pPr marL="0" marR="0" lvl="0" indent="0" algn="l" rtl="0">
                        <a:lnSpc>
                          <a:spcPct val="200000"/>
                        </a:lnSpc>
                        <a:spcBef>
                          <a:spcPts val="0"/>
                        </a:spcBef>
                        <a:spcAft>
                          <a:spcPts val="0"/>
                        </a:spcAft>
                        <a:buNone/>
                      </a:pPr>
                      <a:r>
                        <a:rPr lang="en" sz="600" u="none" strike="noStrike" cap="none"/>
                        <a:t>wajib</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T w="12700" cap="flat" cmpd="sng">
                      <a:solidFill>
                        <a:schemeClr val="accent2">
                          <a:alpha val="0"/>
                        </a:schemeClr>
                      </a:solidFill>
                      <a:prstDash val="solid"/>
                      <a:round/>
                      <a:headEnd type="none" w="sm" len="sm"/>
                      <a:tailEnd type="none" w="sm" len="sm"/>
                    </a:lnT>
                  </a:tcPr>
                </a:tc>
                <a:extLst>
                  <a:ext uri="{0D108BD9-81ED-4DB2-BD59-A6C34878D82A}">
                    <a16:rowId xmlns:a16="http://schemas.microsoft.com/office/drawing/2014/main" val="10014"/>
                  </a:ext>
                </a:extLst>
              </a:tr>
              <a:tr h="145325">
                <a:tc>
                  <a:txBody>
                    <a:bodyPr/>
                    <a:lstStyle/>
                    <a:p>
                      <a:pPr marL="0" marR="0" lvl="0" indent="0" algn="l" rtl="0">
                        <a:lnSpc>
                          <a:spcPct val="200000"/>
                        </a:lnSpc>
                        <a:spcBef>
                          <a:spcPts val="0"/>
                        </a:spcBef>
                        <a:spcAft>
                          <a:spcPts val="0"/>
                        </a:spcAft>
                        <a:buNone/>
                      </a:pPr>
                      <a:r>
                        <a:rPr lang="en" sz="600" u="none" strike="noStrike" cap="none"/>
                        <a:t>aplikasi</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15"/>
                  </a:ext>
                </a:extLst>
              </a:tr>
              <a:tr h="145325">
                <a:tc>
                  <a:txBody>
                    <a:bodyPr/>
                    <a:lstStyle/>
                    <a:p>
                      <a:pPr marL="0" marR="0" lvl="0" indent="0" algn="l" rtl="0">
                        <a:lnSpc>
                          <a:spcPct val="200000"/>
                        </a:lnSpc>
                        <a:spcBef>
                          <a:spcPts val="0"/>
                        </a:spcBef>
                        <a:spcAft>
                          <a:spcPts val="0"/>
                        </a:spcAft>
                        <a:buNone/>
                      </a:pPr>
                      <a:r>
                        <a:rPr lang="en" sz="600" u="none" strike="noStrike" cap="none"/>
                        <a:t>orang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16"/>
                  </a:ext>
                </a:extLst>
              </a:tr>
              <a:tr h="145325">
                <a:tc>
                  <a:txBody>
                    <a:bodyPr/>
                    <a:lstStyle/>
                    <a:p>
                      <a:pPr marL="0" marR="0" lvl="0" indent="0" algn="l" rtl="0">
                        <a:lnSpc>
                          <a:spcPct val="200000"/>
                        </a:lnSpc>
                        <a:spcBef>
                          <a:spcPts val="0"/>
                        </a:spcBef>
                        <a:spcAft>
                          <a:spcPts val="0"/>
                        </a:spcAft>
                        <a:buNone/>
                      </a:pPr>
                      <a:r>
                        <a:rPr lang="en" sz="600" u="none" strike="noStrike" cap="none"/>
                        <a:t>hindu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17"/>
                  </a:ext>
                </a:extLst>
              </a:tr>
              <a:tr h="145325">
                <a:tc>
                  <a:txBody>
                    <a:bodyPr/>
                    <a:lstStyle/>
                    <a:p>
                      <a:pPr marL="0" marR="0" lvl="0" indent="0" algn="l" rtl="0">
                        <a:lnSpc>
                          <a:spcPct val="200000"/>
                        </a:lnSpc>
                        <a:spcBef>
                          <a:spcPts val="0"/>
                        </a:spcBef>
                        <a:spcAft>
                          <a:spcPts val="0"/>
                        </a:spcAft>
                        <a:buNone/>
                      </a:pPr>
                      <a:r>
                        <a:rPr lang="en" sz="600" u="none" strike="noStrike" cap="none"/>
                        <a:t>tulen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18"/>
                  </a:ext>
                </a:extLst>
              </a:tr>
              <a:tr h="145325">
                <a:tc>
                  <a:txBody>
                    <a:bodyPr/>
                    <a:lstStyle/>
                    <a:p>
                      <a:pPr marL="0" marR="0" lvl="0" indent="0" algn="l" rtl="0">
                        <a:lnSpc>
                          <a:spcPct val="200000"/>
                        </a:lnSpc>
                        <a:spcBef>
                          <a:spcPts val="0"/>
                        </a:spcBef>
                        <a:spcAft>
                          <a:spcPts val="0"/>
                        </a:spcAft>
                        <a:buNone/>
                      </a:pPr>
                      <a:r>
                        <a:rPr lang="en" sz="600" u="none" strike="noStrike" cap="none"/>
                        <a:t>bantu </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19"/>
                  </a:ext>
                </a:extLst>
              </a:tr>
              <a:tr h="145325">
                <a:tc>
                  <a:txBody>
                    <a:bodyPr/>
                    <a:lstStyle/>
                    <a:p>
                      <a:pPr marL="0" marR="0" lvl="0" indent="0" algn="l" rtl="0">
                        <a:lnSpc>
                          <a:spcPct val="200000"/>
                        </a:lnSpc>
                        <a:spcBef>
                          <a:spcPts val="0"/>
                        </a:spcBef>
                        <a:spcAft>
                          <a:spcPts val="0"/>
                        </a:spcAft>
                        <a:buNone/>
                      </a:pPr>
                      <a:r>
                        <a:rPr lang="en" sz="600" u="none" strike="noStrike" cap="none"/>
                        <a:t>weton</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20"/>
                  </a:ext>
                </a:extLst>
              </a:tr>
              <a:tr h="145325">
                <a:tc>
                  <a:txBody>
                    <a:bodyPr/>
                    <a:lstStyle/>
                    <a:p>
                      <a:pPr marL="0" marR="0" lvl="0" indent="0" algn="l" rtl="0">
                        <a:lnSpc>
                          <a:spcPct val="200000"/>
                        </a:lnSpc>
                        <a:spcBef>
                          <a:spcPts val="0"/>
                        </a:spcBef>
                        <a:spcAft>
                          <a:spcPts val="0"/>
                        </a:spcAft>
                        <a:buNone/>
                      </a:pPr>
                      <a:r>
                        <a:rPr lang="en" sz="600"/>
                        <a:t>fungsi</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a:t>
                      </a:r>
                      <a:r>
                        <a:rPr lang="en" sz="600"/>
                        <a:t>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21"/>
                  </a:ext>
                </a:extLst>
              </a:tr>
              <a:tr h="145325">
                <a:tc>
                  <a:txBody>
                    <a:bodyPr/>
                    <a:lstStyle/>
                    <a:p>
                      <a:pPr marL="0" marR="0" lvl="0" indent="0" algn="l" rtl="0">
                        <a:lnSpc>
                          <a:spcPct val="200000"/>
                        </a:lnSpc>
                        <a:spcBef>
                          <a:spcPts val="0"/>
                        </a:spcBef>
                        <a:spcAft>
                          <a:spcPts val="0"/>
                        </a:spcAft>
                        <a:buNone/>
                      </a:pPr>
                      <a:r>
                        <a:rPr lang="en" sz="600"/>
                        <a:t>baik</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600" u="none" strike="noStrike" cap="none"/>
                        <a:t>0,778</a:t>
                      </a:r>
                      <a:endParaRPr sz="500" u="none" strike="noStrike" cap="none">
                        <a:latin typeface="Calibri"/>
                        <a:ea typeface="Calibri"/>
                        <a:cs typeface="Calibri"/>
                        <a:sym typeface="Calibri"/>
                      </a:endParaRPr>
                    </a:p>
                  </a:txBody>
                  <a:tcPr marL="31775" marR="31775" marT="0" marB="0">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22"/>
                  </a:ext>
                </a:extLst>
              </a:tr>
            </a:tbl>
          </a:graphicData>
        </a:graphic>
      </p:graphicFrame>
      <p:graphicFrame>
        <p:nvGraphicFramePr>
          <p:cNvPr id="1452" name="Google Shape;1452;g265c8b3b088_0_0"/>
          <p:cNvGraphicFramePr/>
          <p:nvPr>
            <p:extLst>
              <p:ext uri="{D42A27DB-BD31-4B8C-83A1-F6EECF244321}">
                <p14:modId xmlns:p14="http://schemas.microsoft.com/office/powerpoint/2010/main" val="1768450577"/>
              </p:ext>
            </p:extLst>
          </p:nvPr>
        </p:nvGraphicFramePr>
        <p:xfrm>
          <a:off x="682359" y="851617"/>
          <a:ext cx="2626475" cy="3626232"/>
        </p:xfrm>
        <a:graphic>
          <a:graphicData uri="http://schemas.openxmlformats.org/drawingml/2006/table">
            <a:tbl>
              <a:tblPr firstRow="1" firstCol="1" bandRow="1">
                <a:noFill/>
                <a:tableStyleId>{A62BFD42-FEC9-462F-A87F-D70136A35D4C}</a:tableStyleId>
              </a:tblPr>
              <a:tblGrid>
                <a:gridCol w="419900">
                  <a:extLst>
                    <a:ext uri="{9D8B030D-6E8A-4147-A177-3AD203B41FA5}">
                      <a16:colId xmlns:a16="http://schemas.microsoft.com/office/drawing/2014/main" val="20000"/>
                    </a:ext>
                  </a:extLst>
                </a:gridCol>
                <a:gridCol w="315225">
                  <a:extLst>
                    <a:ext uri="{9D8B030D-6E8A-4147-A177-3AD203B41FA5}">
                      <a16:colId xmlns:a16="http://schemas.microsoft.com/office/drawing/2014/main" val="20001"/>
                    </a:ext>
                  </a:extLst>
                </a:gridCol>
                <a:gridCol w="315225">
                  <a:extLst>
                    <a:ext uri="{9D8B030D-6E8A-4147-A177-3AD203B41FA5}">
                      <a16:colId xmlns:a16="http://schemas.microsoft.com/office/drawing/2014/main" val="20002"/>
                    </a:ext>
                  </a:extLst>
                </a:gridCol>
                <a:gridCol w="315225">
                  <a:extLst>
                    <a:ext uri="{9D8B030D-6E8A-4147-A177-3AD203B41FA5}">
                      <a16:colId xmlns:a16="http://schemas.microsoft.com/office/drawing/2014/main" val="20003"/>
                    </a:ext>
                  </a:extLst>
                </a:gridCol>
                <a:gridCol w="315225">
                  <a:extLst>
                    <a:ext uri="{9D8B030D-6E8A-4147-A177-3AD203B41FA5}">
                      <a16:colId xmlns:a16="http://schemas.microsoft.com/office/drawing/2014/main" val="20004"/>
                    </a:ext>
                  </a:extLst>
                </a:gridCol>
                <a:gridCol w="315225">
                  <a:extLst>
                    <a:ext uri="{9D8B030D-6E8A-4147-A177-3AD203B41FA5}">
                      <a16:colId xmlns:a16="http://schemas.microsoft.com/office/drawing/2014/main" val="20005"/>
                    </a:ext>
                  </a:extLst>
                </a:gridCol>
                <a:gridCol w="315225">
                  <a:extLst>
                    <a:ext uri="{9D8B030D-6E8A-4147-A177-3AD203B41FA5}">
                      <a16:colId xmlns:a16="http://schemas.microsoft.com/office/drawing/2014/main" val="20006"/>
                    </a:ext>
                  </a:extLst>
                </a:gridCol>
                <a:gridCol w="315225">
                  <a:extLst>
                    <a:ext uri="{9D8B030D-6E8A-4147-A177-3AD203B41FA5}">
                      <a16:colId xmlns:a16="http://schemas.microsoft.com/office/drawing/2014/main" val="20007"/>
                    </a:ext>
                  </a:extLst>
                </a:gridCol>
              </a:tblGrid>
              <a:tr h="145325">
                <a:tc rowSpan="2">
                  <a:txBody>
                    <a:bodyPr/>
                    <a:lstStyle/>
                    <a:p>
                      <a:pPr marL="0" marR="0" lvl="0" indent="0" algn="ctr" rtl="0">
                        <a:lnSpc>
                          <a:spcPct val="200000"/>
                        </a:lnSpc>
                        <a:spcBef>
                          <a:spcPts val="0"/>
                        </a:spcBef>
                        <a:spcAft>
                          <a:spcPts val="0"/>
                        </a:spcAft>
                        <a:buNone/>
                      </a:pPr>
                      <a:r>
                        <a:rPr lang="en" sz="600" u="none" strike="noStrike" cap="none"/>
                        <a:t> </a:t>
                      </a:r>
                      <a:endParaRPr sz="500" u="none" strike="noStrike" cap="none"/>
                    </a:p>
                    <a:p>
                      <a:pPr marL="0" marR="0" lvl="0" indent="0" algn="ctr" rtl="0">
                        <a:lnSpc>
                          <a:spcPct val="200000"/>
                        </a:lnSpc>
                        <a:spcBef>
                          <a:spcPts val="0"/>
                        </a:spcBef>
                        <a:spcAft>
                          <a:spcPts val="0"/>
                        </a:spcAft>
                        <a:buNone/>
                      </a:pPr>
                      <a:r>
                        <a:rPr lang="en" sz="600" u="none" strike="noStrike" cap="none"/>
                        <a:t>Term</a:t>
                      </a:r>
                      <a:endParaRPr sz="500" u="none" strike="noStrike" cap="none">
                        <a:latin typeface="Calibri"/>
                        <a:ea typeface="Calibri"/>
                        <a:cs typeface="Calibri"/>
                        <a:sym typeface="Calibri"/>
                      </a:endParaRPr>
                    </a:p>
                  </a:txBody>
                  <a:tcPr marL="31775" marR="31775" marT="0" marB="0"/>
                </a:tc>
                <a:tc gridSpan="5">
                  <a:txBody>
                    <a:bodyPr/>
                    <a:lstStyle/>
                    <a:p>
                      <a:pPr marL="0" marR="0" lvl="0" indent="0" algn="ctr" rtl="0">
                        <a:lnSpc>
                          <a:spcPct val="200000"/>
                        </a:lnSpc>
                        <a:spcBef>
                          <a:spcPts val="0"/>
                        </a:spcBef>
                        <a:spcAft>
                          <a:spcPts val="0"/>
                        </a:spcAft>
                        <a:buNone/>
                      </a:pPr>
                      <a:r>
                        <a:rPr lang="en" sz="600" u="none" strike="noStrike" cap="none"/>
                        <a:t>TF</a:t>
                      </a:r>
                      <a:endParaRPr sz="500" u="none" strike="noStrike" cap="none">
                        <a:latin typeface="Calibri"/>
                        <a:ea typeface="Calibri"/>
                        <a:cs typeface="Calibri"/>
                        <a:sym typeface="Calibri"/>
                      </a:endParaRPr>
                    </a:p>
                  </a:txBody>
                  <a:tcPr marL="31775" marR="31775"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rtl="0">
                        <a:lnSpc>
                          <a:spcPct val="200000"/>
                        </a:lnSpc>
                        <a:spcBef>
                          <a:spcPts val="0"/>
                        </a:spcBef>
                        <a:spcAft>
                          <a:spcPts val="0"/>
                        </a:spcAft>
                        <a:buNone/>
                      </a:pPr>
                      <a:endParaRPr sz="600" u="none" strike="noStrike" cap="none"/>
                    </a:p>
                  </a:txBody>
                  <a:tcPr marL="31775" marR="31775" marT="0" marB="0"/>
                </a:tc>
                <a:tc rowSpan="2">
                  <a:txBody>
                    <a:bodyPr/>
                    <a:lstStyle/>
                    <a:p>
                      <a:pPr marL="0" marR="0" lvl="0" indent="0" algn="ctr" rtl="0">
                        <a:lnSpc>
                          <a:spcPct val="200000"/>
                        </a:lnSpc>
                        <a:spcBef>
                          <a:spcPts val="0"/>
                        </a:spcBef>
                        <a:spcAft>
                          <a:spcPts val="0"/>
                        </a:spcAft>
                        <a:buNone/>
                      </a:pPr>
                      <a:r>
                        <a:rPr lang="en" sz="600" u="none" strike="noStrike" cap="none"/>
                        <a:t> </a:t>
                      </a:r>
                      <a:endParaRPr sz="500" u="none" strike="noStrike" cap="none"/>
                    </a:p>
                    <a:p>
                      <a:pPr marL="0" marR="0" lvl="0" indent="0" algn="ctr" rtl="0">
                        <a:lnSpc>
                          <a:spcPct val="200000"/>
                        </a:lnSpc>
                        <a:spcBef>
                          <a:spcPts val="0"/>
                        </a:spcBef>
                        <a:spcAft>
                          <a:spcPts val="0"/>
                        </a:spcAft>
                        <a:buNone/>
                      </a:pPr>
                      <a:r>
                        <a:rPr lang="en" sz="600" u="none" strike="noStrike" cap="none"/>
                        <a:t>DF</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0"/>
                  </a:ext>
                </a:extLst>
              </a:tr>
              <a:tr h="169475">
                <a:tc vMerge="1">
                  <a:txBody>
                    <a:bodyPr/>
                    <a:lstStyle/>
                    <a:p>
                      <a:endParaRPr lang="en-US"/>
                    </a:p>
                  </a:txBody>
                  <a:tcPr/>
                </a:tc>
                <a:tc>
                  <a:txBody>
                    <a:bodyPr/>
                    <a:lstStyle/>
                    <a:p>
                      <a:pPr marL="0" marR="0" lvl="0" indent="0" algn="ctr" rtl="0">
                        <a:lnSpc>
                          <a:spcPct val="200000"/>
                        </a:lnSpc>
                        <a:spcBef>
                          <a:spcPts val="0"/>
                        </a:spcBef>
                        <a:spcAft>
                          <a:spcPts val="0"/>
                        </a:spcAft>
                        <a:buNone/>
                      </a:pPr>
                      <a:r>
                        <a:rPr lang="en" sz="600" u="none" strike="noStrike" cap="none"/>
                        <a:t>D1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D2</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D3</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D4</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D5</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D6</a:t>
                      </a:r>
                      <a:endParaRPr sz="600" u="none" strike="noStrike" cap="none"/>
                    </a:p>
                  </a:txBody>
                  <a:tcPr marL="31775" marR="31775" marT="0" marB="0"/>
                </a:tc>
                <a:tc vMerge="1">
                  <a:txBody>
                    <a:bodyPr/>
                    <a:lstStyle/>
                    <a:p>
                      <a:endParaRPr lang="en-US"/>
                    </a:p>
                  </a:txBody>
                  <a:tcPr/>
                </a:tc>
                <a:extLst>
                  <a:ext uri="{0D108BD9-81ED-4DB2-BD59-A6C34878D82A}">
                    <a16:rowId xmlns:a16="http://schemas.microsoft.com/office/drawing/2014/main" val="10001"/>
                  </a:ext>
                </a:extLst>
              </a:tr>
              <a:tr h="145325">
                <a:tc>
                  <a:txBody>
                    <a:bodyPr/>
                    <a:lstStyle/>
                    <a:p>
                      <a:pPr marL="0" marR="0" lvl="0" indent="0" algn="l" rtl="0">
                        <a:lnSpc>
                          <a:spcPct val="200000"/>
                        </a:lnSpc>
                        <a:spcBef>
                          <a:spcPts val="0"/>
                        </a:spcBef>
                        <a:spcAft>
                          <a:spcPts val="0"/>
                        </a:spcAft>
                        <a:buNone/>
                      </a:pPr>
                      <a:r>
                        <a:rPr lang="en" sz="600" u="none" strike="noStrike" cap="none"/>
                        <a:t>non</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2"/>
                  </a:ext>
                </a:extLst>
              </a:tr>
              <a:tr h="145325">
                <a:tc>
                  <a:txBody>
                    <a:bodyPr/>
                    <a:lstStyle/>
                    <a:p>
                      <a:pPr marL="0" marR="0" lvl="0" indent="0" algn="l" rtl="0">
                        <a:lnSpc>
                          <a:spcPct val="200000"/>
                        </a:lnSpc>
                        <a:spcBef>
                          <a:spcPts val="0"/>
                        </a:spcBef>
                        <a:spcAft>
                          <a:spcPts val="0"/>
                        </a:spcAft>
                        <a:buNone/>
                      </a:pPr>
                      <a:r>
                        <a:rPr lang="en" sz="600" u="none" strike="noStrike" cap="none"/>
                        <a:t>muslim</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3"/>
                  </a:ext>
                </a:extLst>
              </a:tr>
              <a:tr h="145325">
                <a:tc>
                  <a:txBody>
                    <a:bodyPr/>
                    <a:lstStyle/>
                    <a:p>
                      <a:pPr marL="0" marR="0" lvl="0" indent="0" algn="l" rtl="0">
                        <a:lnSpc>
                          <a:spcPct val="200000"/>
                        </a:lnSpc>
                        <a:spcBef>
                          <a:spcPts val="0"/>
                        </a:spcBef>
                        <a:spcAft>
                          <a:spcPts val="0"/>
                        </a:spcAft>
                        <a:buNone/>
                      </a:pPr>
                      <a:r>
                        <a:rPr lang="en" sz="600" u="none" strike="noStrike" cap="none"/>
                        <a:t>kalender</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2</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4"/>
                  </a:ext>
                </a:extLst>
              </a:tr>
              <a:tr h="145325">
                <a:tc>
                  <a:txBody>
                    <a:bodyPr/>
                    <a:lstStyle/>
                    <a:p>
                      <a:pPr marL="0" marR="0" lvl="0" indent="0" algn="l" rtl="0">
                        <a:lnSpc>
                          <a:spcPct val="200000"/>
                        </a:lnSpc>
                        <a:spcBef>
                          <a:spcPts val="0"/>
                        </a:spcBef>
                        <a:spcAft>
                          <a:spcPts val="0"/>
                        </a:spcAft>
                        <a:buNone/>
                      </a:pPr>
                      <a:r>
                        <a:rPr lang="en" sz="600" u="none" strike="noStrike" cap="none"/>
                        <a:t>hapus</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2</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5"/>
                  </a:ext>
                </a:extLst>
              </a:tr>
              <a:tr h="145325">
                <a:tc>
                  <a:txBody>
                    <a:bodyPr/>
                    <a:lstStyle/>
                    <a:p>
                      <a:pPr marL="0" marR="0" lvl="0" indent="0" algn="l" rtl="0">
                        <a:lnSpc>
                          <a:spcPct val="200000"/>
                        </a:lnSpc>
                        <a:spcBef>
                          <a:spcPts val="0"/>
                        </a:spcBef>
                        <a:spcAft>
                          <a:spcPts val="0"/>
                        </a:spcAft>
                        <a:buNone/>
                      </a:pPr>
                      <a:r>
                        <a:rPr lang="en" sz="600" u="none" strike="noStrike" cap="none"/>
                        <a:t>bagus</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6"/>
                  </a:ext>
                </a:extLst>
              </a:tr>
              <a:tr h="145325">
                <a:tc>
                  <a:txBody>
                    <a:bodyPr/>
                    <a:lstStyle/>
                    <a:p>
                      <a:pPr marL="0" marR="0" lvl="0" indent="0" algn="l" rtl="0">
                        <a:lnSpc>
                          <a:spcPct val="200000"/>
                        </a:lnSpc>
                        <a:spcBef>
                          <a:spcPts val="0"/>
                        </a:spcBef>
                        <a:spcAft>
                          <a:spcPts val="0"/>
                        </a:spcAft>
                        <a:buNone/>
                      </a:pPr>
                      <a:r>
                        <a:rPr lang="en" sz="600" u="none" strike="noStrike" cap="none"/>
                        <a:t>tanggal</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7"/>
                  </a:ext>
                </a:extLst>
              </a:tr>
              <a:tr h="145325">
                <a:tc>
                  <a:txBody>
                    <a:bodyPr/>
                    <a:lstStyle/>
                    <a:p>
                      <a:pPr marL="0" marR="0" lvl="0" indent="0" algn="l" rtl="0">
                        <a:lnSpc>
                          <a:spcPct val="200000"/>
                        </a:lnSpc>
                        <a:spcBef>
                          <a:spcPts val="0"/>
                        </a:spcBef>
                        <a:spcAft>
                          <a:spcPts val="0"/>
                        </a:spcAft>
                        <a:buNone/>
                      </a:pPr>
                      <a:r>
                        <a:rPr lang="en" sz="600" u="none" strike="noStrike" cap="none"/>
                        <a:t>merah</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8"/>
                  </a:ext>
                </a:extLst>
              </a:tr>
              <a:tr h="145325">
                <a:tc>
                  <a:txBody>
                    <a:bodyPr/>
                    <a:lstStyle/>
                    <a:p>
                      <a:pPr marL="0" marR="0" lvl="0" indent="0" algn="l" rtl="0">
                        <a:lnSpc>
                          <a:spcPct val="200000"/>
                        </a:lnSpc>
                        <a:spcBef>
                          <a:spcPts val="0"/>
                        </a:spcBef>
                        <a:spcAft>
                          <a:spcPts val="0"/>
                        </a:spcAft>
                        <a:buNone/>
                      </a:pPr>
                      <a:r>
                        <a:rPr lang="en" sz="600" u="none" strike="noStrike" cap="none"/>
                        <a:t>alarm</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2</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09"/>
                  </a:ext>
                </a:extLst>
              </a:tr>
              <a:tr h="145325">
                <a:tc>
                  <a:txBody>
                    <a:bodyPr/>
                    <a:lstStyle/>
                    <a:p>
                      <a:pPr marL="0" marR="0" lvl="0" indent="0" algn="l" rtl="0">
                        <a:lnSpc>
                          <a:spcPct val="200000"/>
                        </a:lnSpc>
                        <a:spcBef>
                          <a:spcPts val="0"/>
                        </a:spcBef>
                        <a:spcAft>
                          <a:spcPts val="0"/>
                        </a:spcAft>
                        <a:buNone/>
                      </a:pPr>
                      <a:r>
                        <a:rPr lang="en" sz="600" u="none" strike="noStrike" cap="none"/>
                        <a:t>tri</a:t>
                      </a:r>
                      <a:r>
                        <a:rPr lang="en" sz="600"/>
                        <a:t>sandia</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2</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0"/>
                  </a:ext>
                </a:extLst>
              </a:tr>
              <a:tr h="145325">
                <a:tc>
                  <a:txBody>
                    <a:bodyPr/>
                    <a:lstStyle/>
                    <a:p>
                      <a:pPr marL="0" marR="0" lvl="0" indent="0" algn="l" rtl="0">
                        <a:lnSpc>
                          <a:spcPct val="200000"/>
                        </a:lnSpc>
                        <a:spcBef>
                          <a:spcPts val="0"/>
                        </a:spcBef>
                        <a:spcAft>
                          <a:spcPts val="0"/>
                        </a:spcAft>
                        <a:buNone/>
                      </a:pPr>
                      <a:r>
                        <a:rPr lang="en" sz="600" u="none" strike="noStrike" cap="none"/>
                        <a:t>manfaat</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1"/>
                  </a:ext>
                </a:extLst>
              </a:tr>
              <a:tr h="145325">
                <a:tc>
                  <a:txBody>
                    <a:bodyPr/>
                    <a:lstStyle/>
                    <a:p>
                      <a:pPr marL="0" marR="0" lvl="0" indent="0" algn="l" rtl="0">
                        <a:lnSpc>
                          <a:spcPct val="200000"/>
                        </a:lnSpc>
                        <a:spcBef>
                          <a:spcPts val="0"/>
                        </a:spcBef>
                        <a:spcAft>
                          <a:spcPts val="0"/>
                        </a:spcAft>
                        <a:buNone/>
                      </a:pPr>
                      <a:r>
                        <a:rPr lang="en" sz="600" u="none" strike="noStrike" cap="none"/>
                        <a:t>terima</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2"/>
                  </a:ext>
                </a:extLst>
              </a:tr>
              <a:tr h="145325">
                <a:tc>
                  <a:txBody>
                    <a:bodyPr/>
                    <a:lstStyle/>
                    <a:p>
                      <a:pPr marL="0" marR="0" lvl="0" indent="0" algn="l" rtl="0">
                        <a:lnSpc>
                          <a:spcPct val="200000"/>
                        </a:lnSpc>
                        <a:spcBef>
                          <a:spcPts val="0"/>
                        </a:spcBef>
                        <a:spcAft>
                          <a:spcPts val="0"/>
                        </a:spcAft>
                        <a:buNone/>
                      </a:pPr>
                      <a:r>
                        <a:rPr lang="en" sz="600" u="none" strike="noStrike" cap="none"/>
                        <a:t>kasih</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3"/>
                  </a:ext>
                </a:extLst>
              </a:tr>
              <a:tr h="145325">
                <a:tc>
                  <a:txBody>
                    <a:bodyPr/>
                    <a:lstStyle/>
                    <a:p>
                      <a:pPr marL="0" marR="0" lvl="0" indent="0" algn="l" rtl="0">
                        <a:lnSpc>
                          <a:spcPct val="200000"/>
                        </a:lnSpc>
                        <a:spcBef>
                          <a:spcPts val="0"/>
                        </a:spcBef>
                        <a:spcAft>
                          <a:spcPts val="0"/>
                        </a:spcAft>
                        <a:buNone/>
                      </a:pPr>
                      <a:r>
                        <a:rPr lang="en" sz="600" u="none" strike="noStrike" cap="none"/>
                        <a:t>wajib</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4"/>
                  </a:ext>
                </a:extLst>
              </a:tr>
              <a:tr h="145325">
                <a:tc>
                  <a:txBody>
                    <a:bodyPr/>
                    <a:lstStyle/>
                    <a:p>
                      <a:pPr marL="0" marR="0" lvl="0" indent="0" algn="l" rtl="0">
                        <a:lnSpc>
                          <a:spcPct val="200000"/>
                        </a:lnSpc>
                        <a:spcBef>
                          <a:spcPts val="0"/>
                        </a:spcBef>
                        <a:spcAft>
                          <a:spcPts val="0"/>
                        </a:spcAft>
                        <a:buNone/>
                      </a:pPr>
                      <a:r>
                        <a:rPr lang="en" sz="600" u="none" strike="noStrike" cap="none"/>
                        <a:t>aplikasi</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5"/>
                  </a:ext>
                </a:extLst>
              </a:tr>
              <a:tr h="145325">
                <a:tc>
                  <a:txBody>
                    <a:bodyPr/>
                    <a:lstStyle/>
                    <a:p>
                      <a:pPr marL="0" marR="0" lvl="0" indent="0" algn="l" rtl="0">
                        <a:lnSpc>
                          <a:spcPct val="200000"/>
                        </a:lnSpc>
                        <a:spcBef>
                          <a:spcPts val="0"/>
                        </a:spcBef>
                        <a:spcAft>
                          <a:spcPts val="0"/>
                        </a:spcAft>
                        <a:buNone/>
                      </a:pPr>
                      <a:r>
                        <a:rPr lang="en" sz="600" u="none" strike="noStrike" cap="none"/>
                        <a:t>orang </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6"/>
                  </a:ext>
                </a:extLst>
              </a:tr>
              <a:tr h="145325">
                <a:tc>
                  <a:txBody>
                    <a:bodyPr/>
                    <a:lstStyle/>
                    <a:p>
                      <a:pPr marL="0" marR="0" lvl="0" indent="0" algn="l" rtl="0">
                        <a:lnSpc>
                          <a:spcPct val="200000"/>
                        </a:lnSpc>
                        <a:spcBef>
                          <a:spcPts val="0"/>
                        </a:spcBef>
                        <a:spcAft>
                          <a:spcPts val="0"/>
                        </a:spcAft>
                        <a:buNone/>
                      </a:pPr>
                      <a:r>
                        <a:rPr lang="en" sz="600" u="none" strike="noStrike" cap="none"/>
                        <a:t>hindu  </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7"/>
                  </a:ext>
                </a:extLst>
              </a:tr>
              <a:tr h="145325">
                <a:tc>
                  <a:txBody>
                    <a:bodyPr/>
                    <a:lstStyle/>
                    <a:p>
                      <a:pPr marL="0" marR="0" lvl="0" indent="0" algn="l" rtl="0">
                        <a:lnSpc>
                          <a:spcPct val="200000"/>
                        </a:lnSpc>
                        <a:spcBef>
                          <a:spcPts val="0"/>
                        </a:spcBef>
                        <a:spcAft>
                          <a:spcPts val="0"/>
                        </a:spcAft>
                        <a:buNone/>
                      </a:pPr>
                      <a:r>
                        <a:rPr lang="en" sz="600" u="none" strike="noStrike" cap="none"/>
                        <a:t>tulen </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8"/>
                  </a:ext>
                </a:extLst>
              </a:tr>
              <a:tr h="145325">
                <a:tc>
                  <a:txBody>
                    <a:bodyPr/>
                    <a:lstStyle/>
                    <a:p>
                      <a:pPr marL="0" marR="0" lvl="0" indent="0" algn="l" rtl="0">
                        <a:lnSpc>
                          <a:spcPct val="200000"/>
                        </a:lnSpc>
                        <a:spcBef>
                          <a:spcPts val="0"/>
                        </a:spcBef>
                        <a:spcAft>
                          <a:spcPts val="0"/>
                        </a:spcAft>
                        <a:buNone/>
                      </a:pPr>
                      <a:r>
                        <a:rPr lang="en" sz="600" u="none" strike="noStrike" cap="none"/>
                        <a:t>bantu </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1</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19"/>
                  </a:ext>
                </a:extLst>
              </a:tr>
              <a:tr h="145325">
                <a:tc>
                  <a:txBody>
                    <a:bodyPr/>
                    <a:lstStyle/>
                    <a:p>
                      <a:pPr marL="0" marR="0" lvl="0" indent="0" algn="l" rtl="0">
                        <a:lnSpc>
                          <a:spcPct val="200000"/>
                        </a:lnSpc>
                        <a:spcBef>
                          <a:spcPts val="0"/>
                        </a:spcBef>
                        <a:spcAft>
                          <a:spcPts val="0"/>
                        </a:spcAft>
                        <a:buNone/>
                      </a:pPr>
                      <a:r>
                        <a:rPr lang="en" sz="600" u="none" strike="noStrike" cap="none"/>
                        <a:t>weton</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0</a:t>
                      </a:r>
                      <a:endParaRPr sz="500" u="none" strike="noStrike" cap="none">
                        <a:latin typeface="Calibri"/>
                        <a:ea typeface="Calibri"/>
                        <a:cs typeface="Calibri"/>
                        <a:sym typeface="Calibri"/>
                      </a:endParaRPr>
                    </a:p>
                  </a:txBody>
                  <a:tcPr marL="31775" marR="31775" marT="0" marB="0"/>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u="none" strike="noStrike" cap="none"/>
                        <a:t>1</a:t>
                      </a:r>
                      <a:endParaRPr sz="500" u="none" strike="noStrike" cap="none">
                        <a:latin typeface="Calibri"/>
                        <a:ea typeface="Calibri"/>
                        <a:cs typeface="Calibri"/>
                        <a:sym typeface="Calibri"/>
                      </a:endParaRPr>
                    </a:p>
                  </a:txBody>
                  <a:tcPr marL="31775" marR="31775" marT="0" marB="0"/>
                </a:tc>
                <a:extLst>
                  <a:ext uri="{0D108BD9-81ED-4DB2-BD59-A6C34878D82A}">
                    <a16:rowId xmlns:a16="http://schemas.microsoft.com/office/drawing/2014/main" val="10020"/>
                  </a:ext>
                </a:extLst>
              </a:tr>
              <a:tr h="145325">
                <a:tc>
                  <a:txBody>
                    <a:bodyPr/>
                    <a:lstStyle/>
                    <a:p>
                      <a:pPr marL="0" marR="0" lvl="0" indent="0" algn="l" rtl="0">
                        <a:lnSpc>
                          <a:spcPct val="200000"/>
                        </a:lnSpc>
                        <a:spcBef>
                          <a:spcPts val="0"/>
                        </a:spcBef>
                        <a:spcAft>
                          <a:spcPts val="0"/>
                        </a:spcAft>
                        <a:buNone/>
                      </a:pPr>
                      <a:r>
                        <a:rPr lang="en" sz="600"/>
                        <a:t>fungsi</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tc>
                <a:extLst>
                  <a:ext uri="{0D108BD9-81ED-4DB2-BD59-A6C34878D82A}">
                    <a16:rowId xmlns:a16="http://schemas.microsoft.com/office/drawing/2014/main" val="10021"/>
                  </a:ext>
                </a:extLst>
              </a:tr>
              <a:tr h="145325">
                <a:tc>
                  <a:txBody>
                    <a:bodyPr/>
                    <a:lstStyle/>
                    <a:p>
                      <a:pPr marL="0" marR="0" lvl="0" indent="0" algn="l" rtl="0">
                        <a:lnSpc>
                          <a:spcPct val="200000"/>
                        </a:lnSpc>
                        <a:spcBef>
                          <a:spcPts val="0"/>
                        </a:spcBef>
                        <a:spcAft>
                          <a:spcPts val="0"/>
                        </a:spcAft>
                        <a:buNone/>
                      </a:pPr>
                      <a:r>
                        <a:rPr lang="en" sz="600"/>
                        <a:t>baik</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0</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a:t>1</a:t>
                      </a:r>
                      <a:endParaRPr sz="600" u="none" strike="noStrike" cap="none"/>
                    </a:p>
                  </a:txBody>
                  <a:tcPr marL="31775" marR="31775" marT="0" marB="0"/>
                </a:tc>
                <a:tc>
                  <a:txBody>
                    <a:bodyPr/>
                    <a:lstStyle/>
                    <a:p>
                      <a:pPr marL="0" marR="0" lvl="0" indent="0" algn="ctr" rtl="0">
                        <a:lnSpc>
                          <a:spcPct val="200000"/>
                        </a:lnSpc>
                        <a:spcBef>
                          <a:spcPts val="0"/>
                        </a:spcBef>
                        <a:spcAft>
                          <a:spcPts val="0"/>
                        </a:spcAft>
                        <a:buNone/>
                      </a:pPr>
                      <a:r>
                        <a:rPr lang="en" sz="600" dirty="0"/>
                        <a:t>1</a:t>
                      </a:r>
                      <a:endParaRPr sz="600" u="none" strike="noStrike" cap="none" dirty="0"/>
                    </a:p>
                  </a:txBody>
                  <a:tcPr marL="31775" marR="31775" marT="0" marB="0"/>
                </a:tc>
                <a:extLst>
                  <a:ext uri="{0D108BD9-81ED-4DB2-BD59-A6C34878D82A}">
                    <a16:rowId xmlns:a16="http://schemas.microsoft.com/office/drawing/2014/main" val="10022"/>
                  </a:ext>
                </a:extLst>
              </a:tr>
            </a:tbl>
          </a:graphicData>
        </a:graphic>
      </p:graphicFrame>
      <p:sp>
        <p:nvSpPr>
          <p:cNvPr id="1453" name="Google Shape;1453;g265c8b3b088_0_0"/>
          <p:cNvSpPr txBox="1"/>
          <p:nvPr/>
        </p:nvSpPr>
        <p:spPr>
          <a:xfrm>
            <a:off x="1381874" y="587444"/>
            <a:ext cx="1350000" cy="326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TF&amp;DF</a:t>
            </a:r>
            <a:endParaRPr/>
          </a:p>
        </p:txBody>
      </p:sp>
      <p:sp>
        <p:nvSpPr>
          <p:cNvPr id="1454" name="Google Shape;1454;g265c8b3b088_0_0"/>
          <p:cNvSpPr txBox="1"/>
          <p:nvPr/>
        </p:nvSpPr>
        <p:spPr>
          <a:xfrm>
            <a:off x="4092626" y="587443"/>
            <a:ext cx="1350000" cy="326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BOBOT IDF</a:t>
            </a:r>
            <a:endParaRPr/>
          </a:p>
        </p:txBody>
      </p:sp>
      <p:sp>
        <p:nvSpPr>
          <p:cNvPr id="1455" name="Google Shape;1455;g265c8b3b088_0_0"/>
          <p:cNvSpPr txBox="1"/>
          <p:nvPr/>
        </p:nvSpPr>
        <p:spPr>
          <a:xfrm>
            <a:off x="6631201" y="604605"/>
            <a:ext cx="1678200" cy="2916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BOBOT TF-IDF</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28"/>
                                        </p:tgtEl>
                                        <p:attrNameLst>
                                          <p:attrName>style.visibility</p:attrName>
                                        </p:attrNameLst>
                                      </p:cBhvr>
                                      <p:to>
                                        <p:strVal val="visible"/>
                                      </p:to>
                                    </p:set>
                                    <p:animEffect transition="in" filter="fade">
                                      <p:cBhvr>
                                        <p:cTn id="7" dur="500"/>
                                        <p:tgtEl>
                                          <p:spTgt spid="1428"/>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429"/>
                                        </p:tgtEl>
                                        <p:attrNameLst>
                                          <p:attrName>style.visibility</p:attrName>
                                        </p:attrNameLst>
                                      </p:cBhvr>
                                      <p:to>
                                        <p:strVal val="visible"/>
                                      </p:to>
                                    </p:set>
                                    <p:anim calcmode="lin" valueType="num">
                                      <p:cBhvr additive="base">
                                        <p:cTn id="11" dur="500"/>
                                        <p:tgtEl>
                                          <p:spTgt spid="1429"/>
                                        </p:tgtEl>
                                        <p:attrNameLst>
                                          <p:attrName>ppt_w</p:attrName>
                                        </p:attrNameLst>
                                      </p:cBhvr>
                                      <p:tavLst>
                                        <p:tav tm="0">
                                          <p:val>
                                            <p:strVal val="0"/>
                                          </p:val>
                                        </p:tav>
                                        <p:tav tm="100000">
                                          <p:val>
                                            <p:strVal val="#ppt_w"/>
                                          </p:val>
                                        </p:tav>
                                      </p:tavLst>
                                    </p:anim>
                                    <p:anim calcmode="lin" valueType="num">
                                      <p:cBhvr additive="base">
                                        <p:cTn id="12" dur="500"/>
                                        <p:tgtEl>
                                          <p:spTgt spid="142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59"/>
        <p:cNvGrpSpPr/>
        <p:nvPr/>
      </p:nvGrpSpPr>
      <p:grpSpPr>
        <a:xfrm>
          <a:off x="0" y="0"/>
          <a:ext cx="0" cy="0"/>
          <a:chOff x="0" y="0"/>
          <a:chExt cx="0" cy="0"/>
        </a:xfrm>
      </p:grpSpPr>
      <p:sp>
        <p:nvSpPr>
          <p:cNvPr id="1460" name="Google Shape;1460;p100"/>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61" name="Google Shape;1461;p100"/>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Pembagian Data</a:t>
            </a:r>
            <a:endParaRPr/>
          </a:p>
        </p:txBody>
      </p:sp>
      <p:sp>
        <p:nvSpPr>
          <p:cNvPr id="1462" name="Google Shape;1462;p100"/>
          <p:cNvSpPr/>
          <p:nvPr/>
        </p:nvSpPr>
        <p:spPr>
          <a:xfrm>
            <a:off x="7112730" y="3324197"/>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63" name="Google Shape;1463;p100"/>
          <p:cNvSpPr/>
          <p:nvPr/>
        </p:nvSpPr>
        <p:spPr>
          <a:xfrm>
            <a:off x="0" y="461038"/>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64" name="Google Shape;1464;p100"/>
          <p:cNvSpPr/>
          <p:nvPr/>
        </p:nvSpPr>
        <p:spPr>
          <a:xfrm>
            <a:off x="6774456" y="4088069"/>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465" name="Google Shape;1465;p100"/>
          <p:cNvGrpSpPr/>
          <p:nvPr/>
        </p:nvGrpSpPr>
        <p:grpSpPr>
          <a:xfrm>
            <a:off x="8420100" y="-257225"/>
            <a:ext cx="914556" cy="718263"/>
            <a:chOff x="388620" y="1420922"/>
            <a:chExt cx="679997" cy="534048"/>
          </a:xfrm>
        </p:grpSpPr>
        <p:sp>
          <p:nvSpPr>
            <p:cNvPr id="1466" name="Google Shape;1466;p100"/>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67" name="Google Shape;1467;p100"/>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68" name="Google Shape;1468;p100"/>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69" name="Google Shape;1469;p100"/>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0" name="Google Shape;1470;p100"/>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1" name="Google Shape;1471;p100"/>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2" name="Google Shape;1472;p100"/>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3" name="Google Shape;1473;p100"/>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4" name="Google Shape;1474;p100"/>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5" name="Google Shape;1475;p100"/>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6" name="Google Shape;1476;p100"/>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7" name="Google Shape;1477;p100"/>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8" name="Google Shape;1478;p100"/>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9" name="Google Shape;1479;p100"/>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80" name="Google Shape;1480;p100"/>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81" name="Google Shape;1481;p100"/>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82" name="Google Shape;1482;p100"/>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83" name="Google Shape;1483;p100"/>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84" name="Google Shape;1484;p100"/>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85" name="Google Shape;1485;p100"/>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486" name="Google Shape;1486;p100"/>
          <p:cNvGraphicFramePr/>
          <p:nvPr>
            <p:extLst>
              <p:ext uri="{D42A27DB-BD31-4B8C-83A1-F6EECF244321}">
                <p14:modId xmlns:p14="http://schemas.microsoft.com/office/powerpoint/2010/main" val="3169094543"/>
              </p:ext>
            </p:extLst>
          </p:nvPr>
        </p:nvGraphicFramePr>
        <p:xfrm>
          <a:off x="846032" y="1258570"/>
          <a:ext cx="5182851" cy="1253492"/>
        </p:xfrm>
        <a:graphic>
          <a:graphicData uri="http://schemas.openxmlformats.org/drawingml/2006/table">
            <a:tbl>
              <a:tblPr firstRow="1" firstCol="1" bandRow="1">
                <a:noFill/>
                <a:tableStyleId>{16FB8CDA-A973-46A1-B158-33AC7AE19739}</a:tableStyleId>
              </a:tblPr>
              <a:tblGrid>
                <a:gridCol w="740178">
                  <a:extLst>
                    <a:ext uri="{9D8B030D-6E8A-4147-A177-3AD203B41FA5}">
                      <a16:colId xmlns:a16="http://schemas.microsoft.com/office/drawing/2014/main" val="20000"/>
                    </a:ext>
                  </a:extLst>
                </a:gridCol>
                <a:gridCol w="740178">
                  <a:extLst>
                    <a:ext uri="{9D8B030D-6E8A-4147-A177-3AD203B41FA5}">
                      <a16:colId xmlns:a16="http://schemas.microsoft.com/office/drawing/2014/main" val="20001"/>
                    </a:ext>
                  </a:extLst>
                </a:gridCol>
                <a:gridCol w="740178">
                  <a:extLst>
                    <a:ext uri="{9D8B030D-6E8A-4147-A177-3AD203B41FA5}">
                      <a16:colId xmlns:a16="http://schemas.microsoft.com/office/drawing/2014/main" val="20002"/>
                    </a:ext>
                  </a:extLst>
                </a:gridCol>
                <a:gridCol w="740178">
                  <a:extLst>
                    <a:ext uri="{9D8B030D-6E8A-4147-A177-3AD203B41FA5}">
                      <a16:colId xmlns:a16="http://schemas.microsoft.com/office/drawing/2014/main" val="20003"/>
                    </a:ext>
                  </a:extLst>
                </a:gridCol>
                <a:gridCol w="740713">
                  <a:extLst>
                    <a:ext uri="{9D8B030D-6E8A-4147-A177-3AD203B41FA5}">
                      <a16:colId xmlns:a16="http://schemas.microsoft.com/office/drawing/2014/main" val="20004"/>
                    </a:ext>
                  </a:extLst>
                </a:gridCol>
                <a:gridCol w="740713">
                  <a:extLst>
                    <a:ext uri="{9D8B030D-6E8A-4147-A177-3AD203B41FA5}">
                      <a16:colId xmlns:a16="http://schemas.microsoft.com/office/drawing/2014/main" val="20005"/>
                    </a:ext>
                  </a:extLst>
                </a:gridCol>
                <a:gridCol w="740713">
                  <a:extLst>
                    <a:ext uri="{9D8B030D-6E8A-4147-A177-3AD203B41FA5}">
                      <a16:colId xmlns:a16="http://schemas.microsoft.com/office/drawing/2014/main" val="20006"/>
                    </a:ext>
                  </a:extLst>
                </a:gridCol>
              </a:tblGrid>
              <a:tr h="152400">
                <a:tc gridSpan="7">
                  <a:txBody>
                    <a:bodyPr/>
                    <a:lstStyle/>
                    <a:p>
                      <a:pPr marL="0" marR="0" lvl="0" indent="0" algn="ctr" rtl="0">
                        <a:lnSpc>
                          <a:spcPct val="200000"/>
                        </a:lnSpc>
                        <a:spcBef>
                          <a:spcPts val="0"/>
                        </a:spcBef>
                        <a:spcAft>
                          <a:spcPts val="0"/>
                        </a:spcAft>
                        <a:buNone/>
                      </a:pPr>
                      <a:r>
                        <a:rPr lang="en" sz="1200" b="1" u="none" strike="noStrike" cap="none" dirty="0"/>
                        <a:t>K = 3</a:t>
                      </a:r>
                      <a:endParaRPr sz="1100" b="1" u="none" strike="noStrike" cap="none" dirty="0">
                        <a:latin typeface="Calibri"/>
                        <a:ea typeface="Calibri"/>
                        <a:cs typeface="Calibri"/>
                        <a:sym typeface="Calibri"/>
                      </a:endParaRPr>
                    </a:p>
                  </a:txBody>
                  <a:tcPr marL="68575" marR="68575"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52400">
                <a:tc>
                  <a:txBody>
                    <a:bodyPr/>
                    <a:lstStyle/>
                    <a:p>
                      <a:pPr marL="0" marR="0" lvl="0" indent="0" algn="just" rtl="0">
                        <a:lnSpc>
                          <a:spcPct val="200000"/>
                        </a:lnSpc>
                        <a:spcBef>
                          <a:spcPts val="0"/>
                        </a:spcBef>
                        <a:spcAft>
                          <a:spcPts val="0"/>
                        </a:spcAft>
                        <a:buNone/>
                      </a:pPr>
                      <a:r>
                        <a:rPr lang="en" sz="1200" b="1" u="none" strike="noStrike" cap="none"/>
                        <a:t>FOLD 1</a:t>
                      </a:r>
                      <a:endParaRPr sz="1100" b="1"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D1</a:t>
                      </a:r>
                      <a:endParaRPr sz="1100" u="none" strike="noStrike" cap="none">
                        <a:latin typeface="Calibri"/>
                        <a:ea typeface="Calibri"/>
                        <a:cs typeface="Calibri"/>
                        <a:sym typeface="Calibri"/>
                      </a:endParaRPr>
                    </a:p>
                  </a:txBody>
                  <a:tcPr marL="68575" marR="68575" marT="0" marB="0">
                    <a:solidFill>
                      <a:srgbClr val="FFFF00"/>
                    </a:solidFill>
                  </a:tcPr>
                </a:tc>
                <a:tc>
                  <a:txBody>
                    <a:bodyPr/>
                    <a:lstStyle/>
                    <a:p>
                      <a:pPr marL="0" marR="0" lvl="0" indent="0" algn="ctr" rtl="0">
                        <a:lnSpc>
                          <a:spcPct val="200000"/>
                        </a:lnSpc>
                        <a:spcBef>
                          <a:spcPts val="0"/>
                        </a:spcBef>
                        <a:spcAft>
                          <a:spcPts val="0"/>
                        </a:spcAft>
                        <a:buNone/>
                      </a:pPr>
                      <a:r>
                        <a:rPr lang="en" sz="1200" u="none" strike="noStrike" cap="none" dirty="0"/>
                        <a:t>D2</a:t>
                      </a:r>
                      <a:endParaRPr sz="1100" u="none" strike="noStrike" cap="none" dirty="0">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a:t>D3</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a:t>D4</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dirty="0"/>
                        <a:t>D5</a:t>
                      </a:r>
                      <a:endParaRPr sz="1100" u="none" strike="noStrike" cap="none" dirty="0">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dirty="0"/>
                        <a:t>D6</a:t>
                      </a:r>
                      <a:endParaRPr sz="1100" u="none" strike="noStrike" cap="none" dirty="0">
                        <a:latin typeface="Calibri"/>
                        <a:ea typeface="Calibri"/>
                        <a:cs typeface="Calibri"/>
                        <a:sym typeface="Calibri"/>
                      </a:endParaRPr>
                    </a:p>
                  </a:txBody>
                  <a:tcPr marL="68575" marR="68575" marT="0" marB="0">
                    <a:solidFill>
                      <a:srgbClr val="00FF00"/>
                    </a:solidFill>
                  </a:tcPr>
                </a:tc>
                <a:extLst>
                  <a:ext uri="{0D108BD9-81ED-4DB2-BD59-A6C34878D82A}">
                    <a16:rowId xmlns:a16="http://schemas.microsoft.com/office/drawing/2014/main" val="10001"/>
                  </a:ext>
                </a:extLst>
              </a:tr>
              <a:tr h="152400">
                <a:tc>
                  <a:txBody>
                    <a:bodyPr/>
                    <a:lstStyle/>
                    <a:p>
                      <a:pPr marL="0" marR="0" lvl="0" indent="0" algn="just" rtl="0">
                        <a:lnSpc>
                          <a:spcPct val="200000"/>
                        </a:lnSpc>
                        <a:spcBef>
                          <a:spcPts val="0"/>
                        </a:spcBef>
                        <a:spcAft>
                          <a:spcPts val="0"/>
                        </a:spcAft>
                        <a:buNone/>
                      </a:pPr>
                      <a:r>
                        <a:rPr lang="en" sz="1200" b="1" u="none" strike="noStrike" cap="none"/>
                        <a:t>FOLD 2</a:t>
                      </a:r>
                      <a:endParaRPr sz="1100" b="1"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D1</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dirty="0"/>
                        <a:t>D2</a:t>
                      </a:r>
                      <a:endParaRPr sz="1100" u="none" strike="noStrike" cap="none" dirty="0">
                        <a:latin typeface="Calibri"/>
                        <a:ea typeface="Calibri"/>
                        <a:cs typeface="Calibri"/>
                        <a:sym typeface="Calibri"/>
                      </a:endParaRPr>
                    </a:p>
                  </a:txBody>
                  <a:tcPr marL="68575" marR="68575" marT="0" marB="0">
                    <a:solidFill>
                      <a:srgbClr val="FFFF00"/>
                    </a:solidFill>
                  </a:tcPr>
                </a:tc>
                <a:tc>
                  <a:txBody>
                    <a:bodyPr/>
                    <a:lstStyle/>
                    <a:p>
                      <a:pPr marL="0" marR="0" lvl="0" indent="0" algn="ctr" rtl="0">
                        <a:lnSpc>
                          <a:spcPct val="200000"/>
                        </a:lnSpc>
                        <a:spcBef>
                          <a:spcPts val="0"/>
                        </a:spcBef>
                        <a:spcAft>
                          <a:spcPts val="0"/>
                        </a:spcAft>
                        <a:buNone/>
                      </a:pPr>
                      <a:r>
                        <a:rPr lang="en" sz="1200" u="none" strike="noStrike" cap="none"/>
                        <a:t>D3</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a:t>D4</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dirty="0"/>
                        <a:t>D5</a:t>
                      </a:r>
                      <a:endParaRPr sz="1100" u="none" strike="noStrike" cap="none" dirty="0">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dirty="0"/>
                        <a:t>D6</a:t>
                      </a:r>
                      <a:endParaRPr sz="1100" u="none" strike="noStrike" cap="none" dirty="0">
                        <a:latin typeface="Calibri"/>
                        <a:ea typeface="Calibri"/>
                        <a:cs typeface="Calibri"/>
                        <a:sym typeface="Calibri"/>
                      </a:endParaRPr>
                    </a:p>
                  </a:txBody>
                  <a:tcPr marL="68575" marR="68575" marT="0" marB="0">
                    <a:solidFill>
                      <a:srgbClr val="00FF00"/>
                    </a:solidFill>
                  </a:tcPr>
                </a:tc>
                <a:extLst>
                  <a:ext uri="{0D108BD9-81ED-4DB2-BD59-A6C34878D82A}">
                    <a16:rowId xmlns:a16="http://schemas.microsoft.com/office/drawing/2014/main" val="10002"/>
                  </a:ext>
                </a:extLst>
              </a:tr>
              <a:tr h="152400">
                <a:tc>
                  <a:txBody>
                    <a:bodyPr/>
                    <a:lstStyle/>
                    <a:p>
                      <a:pPr marL="0" marR="0" lvl="0" indent="0" algn="just" rtl="0">
                        <a:lnSpc>
                          <a:spcPct val="200000"/>
                        </a:lnSpc>
                        <a:spcBef>
                          <a:spcPts val="0"/>
                        </a:spcBef>
                        <a:spcAft>
                          <a:spcPts val="0"/>
                        </a:spcAft>
                        <a:buNone/>
                      </a:pPr>
                      <a:r>
                        <a:rPr lang="en" sz="1200" b="1" u="none" strike="noStrike" cap="none"/>
                        <a:t>FOLD 3</a:t>
                      </a:r>
                      <a:endParaRPr sz="1100" b="1"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D1</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a:t>D2</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a:t>D3</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a:t>D4</a:t>
                      </a:r>
                      <a:endParaRPr sz="1100" u="none" strike="noStrike" cap="none">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dirty="0"/>
                        <a:t>D5</a:t>
                      </a:r>
                      <a:endParaRPr sz="1100" u="none" strike="noStrike" cap="none" dirty="0">
                        <a:latin typeface="Calibri"/>
                        <a:ea typeface="Calibri"/>
                        <a:cs typeface="Calibri"/>
                        <a:sym typeface="Calibri"/>
                      </a:endParaRPr>
                    </a:p>
                  </a:txBody>
                  <a:tcPr marL="68575" marR="68575" marT="0" marB="0">
                    <a:solidFill>
                      <a:srgbClr val="00FF00"/>
                    </a:solidFill>
                  </a:tcPr>
                </a:tc>
                <a:tc>
                  <a:txBody>
                    <a:bodyPr/>
                    <a:lstStyle/>
                    <a:p>
                      <a:pPr marL="0" marR="0" lvl="0" indent="0" algn="ctr" rtl="0">
                        <a:lnSpc>
                          <a:spcPct val="200000"/>
                        </a:lnSpc>
                        <a:spcBef>
                          <a:spcPts val="0"/>
                        </a:spcBef>
                        <a:spcAft>
                          <a:spcPts val="0"/>
                        </a:spcAft>
                        <a:buNone/>
                      </a:pPr>
                      <a:r>
                        <a:rPr lang="en" sz="1200" u="none" strike="noStrike" cap="none" dirty="0"/>
                        <a:t>D6</a:t>
                      </a:r>
                      <a:endParaRPr sz="1100" u="none" strike="noStrike" cap="none" dirty="0">
                        <a:latin typeface="Calibri"/>
                        <a:ea typeface="Calibri"/>
                        <a:cs typeface="Calibri"/>
                        <a:sym typeface="Calibri"/>
                      </a:endParaRPr>
                    </a:p>
                  </a:txBody>
                  <a:tcPr marL="68575" marR="68575" marT="0" marB="0">
                    <a:solidFill>
                      <a:srgbClr val="FFFF00"/>
                    </a:solidFill>
                  </a:tcPr>
                </a:tc>
                <a:extLst>
                  <a:ext uri="{0D108BD9-81ED-4DB2-BD59-A6C34878D82A}">
                    <a16:rowId xmlns:a16="http://schemas.microsoft.com/office/drawing/2014/main" val="10003"/>
                  </a:ext>
                </a:extLst>
              </a:tr>
            </a:tbl>
          </a:graphicData>
        </a:graphic>
      </p:graphicFrame>
      <p:sp>
        <p:nvSpPr>
          <p:cNvPr id="29" name="Rectangle 28"/>
          <p:cNvSpPr/>
          <p:nvPr/>
        </p:nvSpPr>
        <p:spPr>
          <a:xfrm>
            <a:off x="719138" y="2954941"/>
            <a:ext cx="1895071" cy="1166153"/>
          </a:xfrm>
          <a:prstGeom prst="rect">
            <a:avLst/>
          </a:prstGeom>
        </p:spPr>
        <p:txBody>
          <a:bodyPr wrap="none">
            <a:spAutoFit/>
          </a:bodyPr>
          <a:lstStyle/>
          <a:p>
            <a:pPr>
              <a:lnSpc>
                <a:spcPct val="150000"/>
              </a:lnSpc>
            </a:pPr>
            <a:r>
              <a:rPr lang="en-US" sz="1200" b="1" dirty="0" err="1"/>
              <a:t>Keterangan</a:t>
            </a:r>
            <a:r>
              <a:rPr lang="en-US" sz="1200" b="1" dirty="0"/>
              <a:t> :</a:t>
            </a:r>
          </a:p>
          <a:p>
            <a:pPr>
              <a:lnSpc>
                <a:spcPct val="150000"/>
              </a:lnSpc>
            </a:pPr>
            <a:r>
              <a:rPr lang="en-US" sz="1200" b="1" dirty="0" err="1"/>
              <a:t>Kuning</a:t>
            </a:r>
            <a:r>
              <a:rPr lang="en-US" sz="1200" b="1" dirty="0"/>
              <a:t>  = Data testing</a:t>
            </a:r>
          </a:p>
          <a:p>
            <a:pPr>
              <a:lnSpc>
                <a:spcPct val="150000"/>
              </a:lnSpc>
            </a:pPr>
            <a:r>
              <a:rPr lang="en-US" sz="1200" b="1" dirty="0"/>
              <a:t>Hijau     = Data Training</a:t>
            </a:r>
          </a:p>
          <a:p>
            <a:pPr>
              <a:lnSpc>
                <a:spcPct val="150000"/>
              </a:lnSpc>
            </a:pPr>
            <a:r>
              <a:rPr lang="en-US" sz="1200" b="1" dirty="0"/>
              <a:t>D           = </a:t>
            </a:r>
            <a:r>
              <a:rPr lang="en-US" sz="1200" b="1" dirty="0" err="1"/>
              <a:t>Dokumen</a:t>
            </a:r>
            <a:endParaRPr lang="en-US" sz="1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63"/>
                                        </p:tgtEl>
                                        <p:attrNameLst>
                                          <p:attrName>style.visibility</p:attrName>
                                        </p:attrNameLst>
                                      </p:cBhvr>
                                      <p:to>
                                        <p:strVal val="visible"/>
                                      </p:to>
                                    </p:set>
                                    <p:animEffect transition="in" filter="fade">
                                      <p:cBhvr>
                                        <p:cTn id="7" dur="500"/>
                                        <p:tgtEl>
                                          <p:spTgt spid="146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462"/>
                                        </p:tgtEl>
                                        <p:attrNameLst>
                                          <p:attrName>style.visibility</p:attrName>
                                        </p:attrNameLst>
                                      </p:cBhvr>
                                      <p:to>
                                        <p:strVal val="visible"/>
                                      </p:to>
                                    </p:set>
                                    <p:anim calcmode="lin" valueType="num">
                                      <p:cBhvr additive="base">
                                        <p:cTn id="11" dur="500"/>
                                        <p:tgtEl>
                                          <p:spTgt spid="1462"/>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64"/>
                                        </p:tgtEl>
                                        <p:attrNameLst>
                                          <p:attrName>style.visibility</p:attrName>
                                        </p:attrNameLst>
                                      </p:cBhvr>
                                      <p:to>
                                        <p:strVal val="visible"/>
                                      </p:to>
                                    </p:set>
                                    <p:animEffect transition="in" filter="fade">
                                      <p:cBhvr>
                                        <p:cTn id="15" dur="2000"/>
                                        <p:tgtEl>
                                          <p:spTgt spid="1464"/>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1465"/>
                                        </p:tgtEl>
                                        <p:attrNameLst>
                                          <p:attrName>style.visibility</p:attrName>
                                        </p:attrNameLst>
                                      </p:cBhvr>
                                      <p:to>
                                        <p:strVal val="visible"/>
                                      </p:to>
                                    </p:set>
                                    <p:anim calcmode="lin" valueType="num">
                                      <p:cBhvr additive="base">
                                        <p:cTn id="19" dur="500"/>
                                        <p:tgtEl>
                                          <p:spTgt spid="1465"/>
                                        </p:tgtEl>
                                        <p:attrNameLst>
                                          <p:attrName>ppt_w</p:attrName>
                                        </p:attrNameLst>
                                      </p:cBhvr>
                                      <p:tavLst>
                                        <p:tav tm="0">
                                          <p:val>
                                            <p:strVal val="0"/>
                                          </p:val>
                                        </p:tav>
                                        <p:tav tm="100000">
                                          <p:val>
                                            <p:strVal val="#ppt_w"/>
                                          </p:val>
                                        </p:tav>
                                      </p:tavLst>
                                    </p:anim>
                                    <p:anim calcmode="lin" valueType="num">
                                      <p:cBhvr additive="base">
                                        <p:cTn id="20" dur="500"/>
                                        <p:tgtEl>
                                          <p:spTgt spid="146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90"/>
        <p:cNvGrpSpPr/>
        <p:nvPr/>
      </p:nvGrpSpPr>
      <p:grpSpPr>
        <a:xfrm>
          <a:off x="0" y="0"/>
          <a:ext cx="0" cy="0"/>
          <a:chOff x="0" y="0"/>
          <a:chExt cx="0" cy="0"/>
        </a:xfrm>
      </p:grpSpPr>
      <p:sp>
        <p:nvSpPr>
          <p:cNvPr id="1491" name="Google Shape;1491;p101"/>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92" name="Google Shape;1492;p101"/>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Klasifikasi</a:t>
            </a:r>
            <a:endParaRPr/>
          </a:p>
        </p:txBody>
      </p:sp>
      <p:sp>
        <p:nvSpPr>
          <p:cNvPr id="1493" name="Google Shape;1493;p101"/>
          <p:cNvSpPr/>
          <p:nvPr/>
        </p:nvSpPr>
        <p:spPr>
          <a:xfrm>
            <a:off x="7451004" y="3764464"/>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94" name="Google Shape;1494;p101"/>
          <p:cNvSpPr/>
          <p:nvPr/>
        </p:nvSpPr>
        <p:spPr>
          <a:xfrm>
            <a:off x="0" y="461038"/>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95" name="Google Shape;1495;p101"/>
          <p:cNvSpPr/>
          <p:nvPr/>
        </p:nvSpPr>
        <p:spPr>
          <a:xfrm>
            <a:off x="7112730" y="4486002"/>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496" name="Google Shape;1496;p101"/>
          <p:cNvGrpSpPr/>
          <p:nvPr/>
        </p:nvGrpSpPr>
        <p:grpSpPr>
          <a:xfrm>
            <a:off x="8420100" y="-257225"/>
            <a:ext cx="914556" cy="718263"/>
            <a:chOff x="388620" y="1420922"/>
            <a:chExt cx="679997" cy="534048"/>
          </a:xfrm>
        </p:grpSpPr>
        <p:sp>
          <p:nvSpPr>
            <p:cNvPr id="1497" name="Google Shape;1497;p101"/>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98" name="Google Shape;1498;p101"/>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99" name="Google Shape;1499;p101"/>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0" name="Google Shape;1500;p101"/>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1" name="Google Shape;1501;p101"/>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2" name="Google Shape;1502;p101"/>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3" name="Google Shape;1503;p101"/>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4" name="Google Shape;1504;p101"/>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5" name="Google Shape;1505;p101"/>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6" name="Google Shape;1506;p101"/>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7" name="Google Shape;1507;p101"/>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8" name="Google Shape;1508;p101"/>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9" name="Google Shape;1509;p101"/>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0" name="Google Shape;1510;p101"/>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1" name="Google Shape;1511;p101"/>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2" name="Google Shape;1512;p101"/>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3" name="Google Shape;1513;p101"/>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4" name="Google Shape;1514;p101"/>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5" name="Google Shape;1515;p101"/>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6" name="Google Shape;1516;p101"/>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517" name="Google Shape;1517;p101"/>
          <p:cNvPicPr preferRelativeResize="0"/>
          <p:nvPr/>
        </p:nvPicPr>
        <p:blipFill rotWithShape="1">
          <a:blip r:embed="rId3">
            <a:alphaModFix/>
          </a:blip>
          <a:srcRect/>
          <a:stretch/>
        </p:blipFill>
        <p:spPr>
          <a:xfrm>
            <a:off x="833044" y="1175807"/>
            <a:ext cx="6279686" cy="3886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94"/>
                                        </p:tgtEl>
                                        <p:attrNameLst>
                                          <p:attrName>style.visibility</p:attrName>
                                        </p:attrNameLst>
                                      </p:cBhvr>
                                      <p:to>
                                        <p:strVal val="visible"/>
                                      </p:to>
                                    </p:set>
                                    <p:animEffect transition="in" filter="fade">
                                      <p:cBhvr>
                                        <p:cTn id="7" dur="500"/>
                                        <p:tgtEl>
                                          <p:spTgt spid="149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493"/>
                                        </p:tgtEl>
                                        <p:attrNameLst>
                                          <p:attrName>style.visibility</p:attrName>
                                        </p:attrNameLst>
                                      </p:cBhvr>
                                      <p:to>
                                        <p:strVal val="visible"/>
                                      </p:to>
                                    </p:set>
                                    <p:anim calcmode="lin" valueType="num">
                                      <p:cBhvr additive="base">
                                        <p:cTn id="11" dur="500"/>
                                        <p:tgtEl>
                                          <p:spTgt spid="1493"/>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95"/>
                                        </p:tgtEl>
                                        <p:attrNameLst>
                                          <p:attrName>style.visibility</p:attrName>
                                        </p:attrNameLst>
                                      </p:cBhvr>
                                      <p:to>
                                        <p:strVal val="visible"/>
                                      </p:to>
                                    </p:set>
                                    <p:animEffect transition="in" filter="fade">
                                      <p:cBhvr>
                                        <p:cTn id="15" dur="2000"/>
                                        <p:tgtEl>
                                          <p:spTgt spid="1495"/>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1496"/>
                                        </p:tgtEl>
                                        <p:attrNameLst>
                                          <p:attrName>style.visibility</p:attrName>
                                        </p:attrNameLst>
                                      </p:cBhvr>
                                      <p:to>
                                        <p:strVal val="visible"/>
                                      </p:to>
                                    </p:set>
                                    <p:anim calcmode="lin" valueType="num">
                                      <p:cBhvr additive="base">
                                        <p:cTn id="19" dur="500"/>
                                        <p:tgtEl>
                                          <p:spTgt spid="1496"/>
                                        </p:tgtEl>
                                        <p:attrNameLst>
                                          <p:attrName>ppt_w</p:attrName>
                                        </p:attrNameLst>
                                      </p:cBhvr>
                                      <p:tavLst>
                                        <p:tav tm="0">
                                          <p:val>
                                            <p:strVal val="0"/>
                                          </p:val>
                                        </p:tav>
                                        <p:tav tm="100000">
                                          <p:val>
                                            <p:strVal val="#ppt_w"/>
                                          </p:val>
                                        </p:tav>
                                      </p:tavLst>
                                    </p:anim>
                                    <p:anim calcmode="lin" valueType="num">
                                      <p:cBhvr additive="base">
                                        <p:cTn id="20" dur="500"/>
                                        <p:tgtEl>
                                          <p:spTgt spid="149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21"/>
        <p:cNvGrpSpPr/>
        <p:nvPr/>
      </p:nvGrpSpPr>
      <p:grpSpPr>
        <a:xfrm>
          <a:off x="0" y="0"/>
          <a:ext cx="0" cy="0"/>
          <a:chOff x="0" y="0"/>
          <a:chExt cx="0" cy="0"/>
        </a:xfrm>
      </p:grpSpPr>
      <p:sp>
        <p:nvSpPr>
          <p:cNvPr id="1522" name="Google Shape;1522;p103"/>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23" name="Google Shape;1523;p103"/>
          <p:cNvSpPr txBox="1">
            <a:spLocks noGrp="1"/>
          </p:cNvSpPr>
          <p:nvPr>
            <p:ph type="title"/>
          </p:nvPr>
        </p:nvSpPr>
        <p:spPr>
          <a:xfrm>
            <a:off x="719138" y="-35917"/>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Klasifikasi</a:t>
            </a:r>
            <a:endParaRPr/>
          </a:p>
        </p:txBody>
      </p:sp>
      <p:sp>
        <p:nvSpPr>
          <p:cNvPr id="1524" name="Google Shape;1524;p103"/>
          <p:cNvSpPr/>
          <p:nvPr/>
        </p:nvSpPr>
        <p:spPr>
          <a:xfrm>
            <a:off x="0" y="461038"/>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525" name="Google Shape;1525;p103"/>
          <p:cNvGrpSpPr/>
          <p:nvPr/>
        </p:nvGrpSpPr>
        <p:grpSpPr>
          <a:xfrm>
            <a:off x="8420100" y="-257225"/>
            <a:ext cx="914556" cy="718263"/>
            <a:chOff x="388620" y="1420922"/>
            <a:chExt cx="679997" cy="534048"/>
          </a:xfrm>
        </p:grpSpPr>
        <p:sp>
          <p:nvSpPr>
            <p:cNvPr id="1526" name="Google Shape;1526;p103"/>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27" name="Google Shape;1527;p103"/>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28" name="Google Shape;1528;p103"/>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29" name="Google Shape;1529;p103"/>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0" name="Google Shape;1530;p103"/>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1" name="Google Shape;1531;p103"/>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2" name="Google Shape;1532;p103"/>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3" name="Google Shape;1533;p103"/>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4" name="Google Shape;1534;p103"/>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5" name="Google Shape;1535;p103"/>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6" name="Google Shape;1536;p103"/>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7" name="Google Shape;1537;p103"/>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8" name="Google Shape;1538;p103"/>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9" name="Google Shape;1539;p103"/>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40" name="Google Shape;1540;p103"/>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41" name="Google Shape;1541;p103"/>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42" name="Google Shape;1542;p103"/>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43" name="Google Shape;1543;p103"/>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44" name="Google Shape;1544;p103"/>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45" name="Google Shape;1545;p103"/>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546" name="Google Shape;1546;p103"/>
          <p:cNvSpPr txBox="1"/>
          <p:nvPr/>
        </p:nvSpPr>
        <p:spPr>
          <a:xfrm>
            <a:off x="1203297" y="1094555"/>
            <a:ext cx="1350130" cy="326043"/>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FOLD 1</a:t>
            </a:r>
            <a:endParaRPr/>
          </a:p>
        </p:txBody>
      </p:sp>
      <p:sp>
        <p:nvSpPr>
          <p:cNvPr id="1547" name="Google Shape;1547;p103"/>
          <p:cNvSpPr txBox="1"/>
          <p:nvPr/>
        </p:nvSpPr>
        <p:spPr>
          <a:xfrm>
            <a:off x="4069800" y="1094555"/>
            <a:ext cx="1350130" cy="326043"/>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dirty="0">
                <a:solidFill>
                  <a:srgbClr val="000000"/>
                </a:solidFill>
                <a:latin typeface="Urbanist"/>
                <a:ea typeface="Urbanist"/>
                <a:cs typeface="Urbanist"/>
                <a:sym typeface="Urbanist"/>
              </a:rPr>
              <a:t>FOLD 2</a:t>
            </a:r>
            <a:endParaRPr dirty="0"/>
          </a:p>
        </p:txBody>
      </p:sp>
      <p:sp>
        <p:nvSpPr>
          <p:cNvPr id="1548" name="Google Shape;1548;p103"/>
          <p:cNvSpPr txBox="1"/>
          <p:nvPr/>
        </p:nvSpPr>
        <p:spPr>
          <a:xfrm>
            <a:off x="6936304" y="1094555"/>
            <a:ext cx="1350130" cy="326043"/>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FOLD 3</a:t>
            </a:r>
            <a:endParaRPr/>
          </a:p>
        </p:txBody>
      </p:sp>
      <p:sp>
        <p:nvSpPr>
          <p:cNvPr id="1549" name="Google Shape;1549;p103"/>
          <p:cNvSpPr txBox="1"/>
          <p:nvPr/>
        </p:nvSpPr>
        <p:spPr>
          <a:xfrm>
            <a:off x="6171114" y="3803258"/>
            <a:ext cx="2743200" cy="10623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050" b="0" i="0" u="none" strike="noStrike" cap="none" dirty="0">
                <a:solidFill>
                  <a:srgbClr val="000000"/>
                </a:solidFill>
                <a:latin typeface="Urbanist"/>
                <a:ea typeface="Urbanist"/>
                <a:cs typeface="Urbanist"/>
                <a:sym typeface="Urbanist"/>
              </a:rPr>
              <a:t>Dokumen 1 diprediksi memiliki label yang sama dengan dokumen </a:t>
            </a:r>
            <a:r>
              <a:rPr lang="en" sz="1050" dirty="0">
                <a:latin typeface="Urbanist"/>
                <a:ea typeface="Urbanist"/>
                <a:cs typeface="Urbanist"/>
                <a:sym typeface="Urbanist"/>
              </a:rPr>
              <a:t>5</a:t>
            </a:r>
            <a:r>
              <a:rPr lang="en" sz="1050" b="0" i="0" u="none" strike="noStrike" cap="none" dirty="0">
                <a:solidFill>
                  <a:srgbClr val="000000"/>
                </a:solidFill>
                <a:latin typeface="Urbanist"/>
                <a:ea typeface="Urbanist"/>
                <a:cs typeface="Urbanist"/>
                <a:sym typeface="Urbanist"/>
              </a:rPr>
              <a:t> yakni positif.</a:t>
            </a:r>
            <a:endParaRPr sz="1600" dirty="0"/>
          </a:p>
          <a:p>
            <a:pPr marL="0" marR="0" lvl="0" indent="0" algn="ctr" rtl="0">
              <a:lnSpc>
                <a:spcPct val="100000"/>
              </a:lnSpc>
              <a:spcBef>
                <a:spcPts val="0"/>
              </a:spcBef>
              <a:spcAft>
                <a:spcPts val="0"/>
              </a:spcAft>
              <a:buNone/>
            </a:pPr>
            <a:r>
              <a:rPr lang="en" sz="1050" b="0" i="0" u="none" strike="noStrike" cap="none" dirty="0">
                <a:solidFill>
                  <a:srgbClr val="000000"/>
                </a:solidFill>
                <a:latin typeface="Urbanist"/>
                <a:ea typeface="Urbanist"/>
                <a:cs typeface="Urbanist"/>
                <a:sym typeface="Urbanist"/>
              </a:rPr>
              <a:t>Prediksi ini salah sehingga pada fold 3 dokumen </a:t>
            </a:r>
            <a:r>
              <a:rPr lang="en" sz="1050" dirty="0">
                <a:latin typeface="Urbanist"/>
                <a:ea typeface="Urbanist"/>
                <a:cs typeface="Urbanist"/>
                <a:sym typeface="Urbanist"/>
              </a:rPr>
              <a:t>5</a:t>
            </a:r>
            <a:r>
              <a:rPr lang="en" sz="1050" b="0" i="0" u="none" strike="noStrike" cap="none" dirty="0">
                <a:solidFill>
                  <a:srgbClr val="000000"/>
                </a:solidFill>
                <a:latin typeface="Urbanist"/>
                <a:ea typeface="Urbanist"/>
                <a:cs typeface="Urbanist"/>
                <a:sym typeface="Urbanist"/>
              </a:rPr>
              <a:t> dianggap false </a:t>
            </a:r>
            <a:r>
              <a:rPr lang="en" sz="1050" dirty="0">
                <a:latin typeface="Urbanist"/>
                <a:ea typeface="Urbanist"/>
                <a:cs typeface="Urbanist"/>
                <a:sym typeface="Urbanist"/>
              </a:rPr>
              <a:t>positive</a:t>
            </a:r>
            <a:endParaRPr sz="1600" dirty="0"/>
          </a:p>
        </p:txBody>
      </p:sp>
      <p:sp>
        <p:nvSpPr>
          <p:cNvPr id="1550" name="Google Shape;1550;p103"/>
          <p:cNvSpPr txBox="1"/>
          <p:nvPr/>
        </p:nvSpPr>
        <p:spPr>
          <a:xfrm>
            <a:off x="3282186" y="3813227"/>
            <a:ext cx="2743200" cy="10425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050" b="0" i="0" u="none" strike="noStrike" cap="none" dirty="0">
                <a:solidFill>
                  <a:srgbClr val="000000"/>
                </a:solidFill>
                <a:latin typeface="Urbanist"/>
                <a:ea typeface="Urbanist"/>
                <a:cs typeface="Urbanist"/>
                <a:sym typeface="Urbanist"/>
              </a:rPr>
              <a:t>Dokumen 3 diprediksi memiliki label yang sama dengan dokumen 2 yakni positif. </a:t>
            </a:r>
            <a:endParaRPr sz="1600" dirty="0"/>
          </a:p>
          <a:p>
            <a:pPr marL="0" marR="0" lvl="0" indent="0" algn="ctr" rtl="0">
              <a:lnSpc>
                <a:spcPct val="100000"/>
              </a:lnSpc>
              <a:spcBef>
                <a:spcPts val="0"/>
              </a:spcBef>
              <a:spcAft>
                <a:spcPts val="0"/>
              </a:spcAft>
              <a:buNone/>
            </a:pPr>
            <a:r>
              <a:rPr lang="en" sz="1050" b="0" i="0" u="none" strike="noStrike" cap="none" dirty="0">
                <a:solidFill>
                  <a:srgbClr val="000000"/>
                </a:solidFill>
                <a:latin typeface="Urbanist"/>
                <a:ea typeface="Urbanist"/>
                <a:cs typeface="Urbanist"/>
                <a:sym typeface="Urbanist"/>
              </a:rPr>
              <a:t>Prediksi ini benar sehingga pada fold 2 dokumen 1 dianggap true positive. </a:t>
            </a:r>
            <a:endParaRPr sz="1600" dirty="0"/>
          </a:p>
        </p:txBody>
      </p:sp>
      <p:sp>
        <p:nvSpPr>
          <p:cNvPr id="1551" name="Google Shape;1551;p103"/>
          <p:cNvSpPr txBox="1"/>
          <p:nvPr/>
        </p:nvSpPr>
        <p:spPr>
          <a:xfrm>
            <a:off x="517031" y="3803208"/>
            <a:ext cx="2743200" cy="10623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050" b="0" i="0" u="none" strike="noStrike" cap="none" dirty="0">
                <a:solidFill>
                  <a:srgbClr val="000000"/>
                </a:solidFill>
                <a:latin typeface="Urbanist"/>
                <a:ea typeface="Urbanist"/>
                <a:cs typeface="Urbanist"/>
                <a:sym typeface="Urbanist"/>
              </a:rPr>
              <a:t>Dokumen 3 diprediksi memiliki label yang sama dengan dokumen 1 yakni negatif. </a:t>
            </a:r>
            <a:endParaRPr sz="1600" dirty="0"/>
          </a:p>
          <a:p>
            <a:pPr marL="0" marR="0" lvl="0" indent="0" algn="ctr" rtl="0">
              <a:lnSpc>
                <a:spcPct val="100000"/>
              </a:lnSpc>
              <a:spcBef>
                <a:spcPts val="0"/>
              </a:spcBef>
              <a:spcAft>
                <a:spcPts val="0"/>
              </a:spcAft>
              <a:buNone/>
            </a:pPr>
            <a:r>
              <a:rPr lang="en" sz="1050" b="0" i="0" u="none" strike="noStrike" cap="none" dirty="0">
                <a:solidFill>
                  <a:srgbClr val="000000"/>
                </a:solidFill>
                <a:latin typeface="Urbanist"/>
                <a:ea typeface="Urbanist"/>
                <a:cs typeface="Urbanist"/>
                <a:sym typeface="Urbanist"/>
              </a:rPr>
              <a:t>Prediksi salah sehingga pada fold 1 dokumen 1 dianggap false </a:t>
            </a:r>
            <a:r>
              <a:rPr lang="en" sz="1050" dirty="0">
                <a:latin typeface="Urbanist"/>
                <a:ea typeface="Urbanist"/>
                <a:cs typeface="Urbanist"/>
                <a:sym typeface="Urbanist"/>
              </a:rPr>
              <a:t>negative</a:t>
            </a:r>
            <a:endParaRPr sz="1600" dirty="0"/>
          </a:p>
        </p:txBody>
      </p:sp>
      <p:pic>
        <p:nvPicPr>
          <p:cNvPr id="1552" name="Google Shape;1552;p103"/>
          <p:cNvPicPr preferRelativeResize="0"/>
          <p:nvPr/>
        </p:nvPicPr>
        <p:blipFill>
          <a:blip r:embed="rId3">
            <a:alphaModFix/>
          </a:blip>
          <a:stretch>
            <a:fillRect/>
          </a:stretch>
        </p:blipFill>
        <p:spPr>
          <a:xfrm>
            <a:off x="667112" y="1338073"/>
            <a:ext cx="2616724" cy="2793575"/>
          </a:xfrm>
          <a:prstGeom prst="rect">
            <a:avLst/>
          </a:prstGeom>
          <a:noFill/>
          <a:ln>
            <a:noFill/>
          </a:ln>
        </p:spPr>
      </p:pic>
      <p:pic>
        <p:nvPicPr>
          <p:cNvPr id="1553" name="Google Shape;1553;p103"/>
          <p:cNvPicPr preferRelativeResize="0"/>
          <p:nvPr/>
        </p:nvPicPr>
        <p:blipFill>
          <a:blip r:embed="rId4">
            <a:alphaModFix/>
          </a:blip>
          <a:stretch>
            <a:fillRect/>
          </a:stretch>
        </p:blipFill>
        <p:spPr>
          <a:xfrm>
            <a:off x="3370862" y="1386898"/>
            <a:ext cx="2793726" cy="2730775"/>
          </a:xfrm>
          <a:prstGeom prst="rect">
            <a:avLst/>
          </a:prstGeom>
          <a:noFill/>
          <a:ln>
            <a:noFill/>
          </a:ln>
        </p:spPr>
      </p:pic>
      <p:pic>
        <p:nvPicPr>
          <p:cNvPr id="1554" name="Google Shape;1554;p103"/>
          <p:cNvPicPr preferRelativeResize="0"/>
          <p:nvPr/>
        </p:nvPicPr>
        <p:blipFill>
          <a:blip r:embed="rId5">
            <a:alphaModFix/>
          </a:blip>
          <a:stretch>
            <a:fillRect/>
          </a:stretch>
        </p:blipFill>
        <p:spPr>
          <a:xfrm>
            <a:off x="6251612" y="1409911"/>
            <a:ext cx="2793726" cy="2684750"/>
          </a:xfrm>
          <a:prstGeom prst="rect">
            <a:avLst/>
          </a:prstGeom>
          <a:noFill/>
          <a:ln>
            <a:noFill/>
          </a:ln>
        </p:spPr>
      </p:pic>
      <p:sp>
        <p:nvSpPr>
          <p:cNvPr id="1555" name="Google Shape;1555;p103"/>
          <p:cNvSpPr txBox="1"/>
          <p:nvPr/>
        </p:nvSpPr>
        <p:spPr>
          <a:xfrm>
            <a:off x="3673950" y="-39031"/>
            <a:ext cx="2107800" cy="110202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1 : negatif</a:t>
            </a:r>
            <a:endParaRPr sz="900" dirty="0">
              <a:solidFill>
                <a:schemeClr val="dk1"/>
              </a:solidFill>
              <a:latin typeface="Bebas Neue"/>
              <a:ea typeface="Bebas Neue"/>
              <a:cs typeface="Bebas Neue"/>
              <a:sym typeface="Bebas Neue"/>
            </a:endParaRP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2 : positif</a:t>
            </a:r>
            <a:endParaRPr sz="900" dirty="0">
              <a:solidFill>
                <a:schemeClr val="dk1"/>
              </a:solidFill>
              <a:latin typeface="Bebas Neue"/>
              <a:ea typeface="Bebas Neue"/>
              <a:cs typeface="Bebas Neue"/>
              <a:sym typeface="Bebas Neue"/>
            </a:endParaRP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3 : Positif</a:t>
            </a:r>
            <a:endParaRPr sz="900" dirty="0">
              <a:solidFill>
                <a:schemeClr val="dk1"/>
              </a:solidFill>
              <a:latin typeface="Bebas Neue"/>
              <a:ea typeface="Bebas Neue"/>
              <a:cs typeface="Bebas Neue"/>
              <a:sym typeface="Bebas Neue"/>
            </a:endParaRP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4 : Positif</a:t>
            </a: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5 : POSITIF</a:t>
            </a:r>
            <a:endParaRPr sz="900" dirty="0">
              <a:solidFill>
                <a:schemeClr val="dk1"/>
              </a:solidFill>
              <a:latin typeface="Bebas Neue"/>
              <a:ea typeface="Bebas Neue"/>
              <a:cs typeface="Bebas Neue"/>
              <a:sym typeface="Bebas Neue"/>
            </a:endParaRP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6  : Negatif</a:t>
            </a:r>
            <a:endParaRPr sz="900" dirty="0">
              <a:solidFill>
                <a:schemeClr val="dk1"/>
              </a:solidFill>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24"/>
                                        </p:tgtEl>
                                        <p:attrNameLst>
                                          <p:attrName>style.visibility</p:attrName>
                                        </p:attrNameLst>
                                      </p:cBhvr>
                                      <p:to>
                                        <p:strVal val="visible"/>
                                      </p:to>
                                    </p:set>
                                    <p:animEffect transition="in" filter="fade">
                                      <p:cBhvr>
                                        <p:cTn id="7" dur="500"/>
                                        <p:tgtEl>
                                          <p:spTgt spid="1524"/>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525"/>
                                        </p:tgtEl>
                                        <p:attrNameLst>
                                          <p:attrName>style.visibility</p:attrName>
                                        </p:attrNameLst>
                                      </p:cBhvr>
                                      <p:to>
                                        <p:strVal val="visible"/>
                                      </p:to>
                                    </p:set>
                                    <p:anim calcmode="lin" valueType="num">
                                      <p:cBhvr additive="base">
                                        <p:cTn id="11" dur="500"/>
                                        <p:tgtEl>
                                          <p:spTgt spid="1525"/>
                                        </p:tgtEl>
                                        <p:attrNameLst>
                                          <p:attrName>ppt_w</p:attrName>
                                        </p:attrNameLst>
                                      </p:cBhvr>
                                      <p:tavLst>
                                        <p:tav tm="0">
                                          <p:val>
                                            <p:strVal val="0"/>
                                          </p:val>
                                        </p:tav>
                                        <p:tav tm="100000">
                                          <p:val>
                                            <p:strVal val="#ppt_w"/>
                                          </p:val>
                                        </p:tav>
                                      </p:tavLst>
                                    </p:anim>
                                    <p:anim calcmode="lin" valueType="num">
                                      <p:cBhvr additive="base">
                                        <p:cTn id="12" dur="500"/>
                                        <p:tgtEl>
                                          <p:spTgt spid="152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104"/>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61" name="Google Shape;1561;p104"/>
          <p:cNvSpPr txBox="1">
            <a:spLocks noGrp="1"/>
          </p:cNvSpPr>
          <p:nvPr>
            <p:ph type="title"/>
          </p:nvPr>
        </p:nvSpPr>
        <p:spPr>
          <a:xfrm>
            <a:off x="719163" y="1013475"/>
            <a:ext cx="78765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dirty="0"/>
              <a:t>Balancing data UNTUK RENTANG WAKTU DATA SETELAH COVID</a:t>
            </a:r>
            <a:endParaRPr sz="3600" dirty="0"/>
          </a:p>
        </p:txBody>
      </p:sp>
      <p:sp>
        <p:nvSpPr>
          <p:cNvPr id="1562" name="Google Shape;1562;p104"/>
          <p:cNvSpPr/>
          <p:nvPr/>
        </p:nvSpPr>
        <p:spPr>
          <a:xfrm>
            <a:off x="7451004" y="3764464"/>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63" name="Google Shape;1563;p104"/>
          <p:cNvSpPr/>
          <p:nvPr/>
        </p:nvSpPr>
        <p:spPr>
          <a:xfrm>
            <a:off x="0" y="461038"/>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64" name="Google Shape;1564;p104"/>
          <p:cNvSpPr/>
          <p:nvPr/>
        </p:nvSpPr>
        <p:spPr>
          <a:xfrm>
            <a:off x="7112730" y="4486002"/>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565" name="Google Shape;1565;p104"/>
          <p:cNvGrpSpPr/>
          <p:nvPr/>
        </p:nvGrpSpPr>
        <p:grpSpPr>
          <a:xfrm>
            <a:off x="8420100" y="-257225"/>
            <a:ext cx="914556" cy="718263"/>
            <a:chOff x="388620" y="1420922"/>
            <a:chExt cx="679997" cy="534048"/>
          </a:xfrm>
        </p:grpSpPr>
        <p:sp>
          <p:nvSpPr>
            <p:cNvPr id="1566" name="Google Shape;1566;p104"/>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67" name="Google Shape;1567;p104"/>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68" name="Google Shape;1568;p104"/>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69" name="Google Shape;1569;p104"/>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0" name="Google Shape;1570;p104"/>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1" name="Google Shape;1571;p104"/>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2" name="Google Shape;1572;p104"/>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3" name="Google Shape;1573;p104"/>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4" name="Google Shape;1574;p104"/>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5" name="Google Shape;1575;p104"/>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6" name="Google Shape;1576;p104"/>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7" name="Google Shape;1577;p104"/>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8" name="Google Shape;1578;p104"/>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9" name="Google Shape;1579;p104"/>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80" name="Google Shape;1580;p104"/>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81" name="Google Shape;1581;p104"/>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82" name="Google Shape;1582;p104"/>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83" name="Google Shape;1583;p104"/>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84" name="Google Shape;1584;p104"/>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85" name="Google Shape;1585;p104"/>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026" name="Picture 2" descr="https://lh7-us.googleusercontent.com/KVCvriW2zutOGl4F-Xah3OUqBd799QyAdR3qvvofdVyrA3f8_xsfukA7w6SHkmcIa1MQbDQbcDcZBc7GlwcAjRWmGbzd_KRJ9POzE4UV20VM1RYK8mH8vrWlbuDDnVlxX6QqhMKb4uv9bXo=n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512" y="1562679"/>
            <a:ext cx="5986437" cy="35808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63"/>
                                        </p:tgtEl>
                                        <p:attrNameLst>
                                          <p:attrName>style.visibility</p:attrName>
                                        </p:attrNameLst>
                                      </p:cBhvr>
                                      <p:to>
                                        <p:strVal val="visible"/>
                                      </p:to>
                                    </p:set>
                                    <p:animEffect transition="in" filter="fade">
                                      <p:cBhvr>
                                        <p:cTn id="7" dur="500"/>
                                        <p:tgtEl>
                                          <p:spTgt spid="156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562"/>
                                        </p:tgtEl>
                                        <p:attrNameLst>
                                          <p:attrName>style.visibility</p:attrName>
                                        </p:attrNameLst>
                                      </p:cBhvr>
                                      <p:to>
                                        <p:strVal val="visible"/>
                                      </p:to>
                                    </p:set>
                                    <p:anim calcmode="lin" valueType="num">
                                      <p:cBhvr additive="base">
                                        <p:cTn id="11" dur="500"/>
                                        <p:tgtEl>
                                          <p:spTgt spid="1562"/>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64"/>
                                        </p:tgtEl>
                                        <p:attrNameLst>
                                          <p:attrName>style.visibility</p:attrName>
                                        </p:attrNameLst>
                                      </p:cBhvr>
                                      <p:to>
                                        <p:strVal val="visible"/>
                                      </p:to>
                                    </p:set>
                                    <p:animEffect transition="in" filter="fade">
                                      <p:cBhvr>
                                        <p:cTn id="15" dur="2000"/>
                                        <p:tgtEl>
                                          <p:spTgt spid="1564"/>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1565"/>
                                        </p:tgtEl>
                                        <p:attrNameLst>
                                          <p:attrName>style.visibility</p:attrName>
                                        </p:attrNameLst>
                                      </p:cBhvr>
                                      <p:to>
                                        <p:strVal val="visible"/>
                                      </p:to>
                                    </p:set>
                                    <p:anim calcmode="lin" valueType="num">
                                      <p:cBhvr additive="base">
                                        <p:cTn id="19" dur="500"/>
                                        <p:tgtEl>
                                          <p:spTgt spid="1565"/>
                                        </p:tgtEl>
                                        <p:attrNameLst>
                                          <p:attrName>ppt_w</p:attrName>
                                        </p:attrNameLst>
                                      </p:cBhvr>
                                      <p:tavLst>
                                        <p:tav tm="0">
                                          <p:val>
                                            <p:strVal val="0"/>
                                          </p:val>
                                        </p:tav>
                                        <p:tav tm="100000">
                                          <p:val>
                                            <p:strVal val="#ppt_w"/>
                                          </p:val>
                                        </p:tav>
                                      </p:tavLst>
                                    </p:anim>
                                    <p:anim calcmode="lin" valueType="num">
                                      <p:cBhvr additive="base">
                                        <p:cTn id="20" dur="500"/>
                                        <p:tgtEl>
                                          <p:spTgt spid="156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g2636d3785bb_3_327"/>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92" name="Google Shape;1592;g2636d3785bb_3_327"/>
          <p:cNvSpPr txBox="1">
            <a:spLocks noGrp="1"/>
          </p:cNvSpPr>
          <p:nvPr>
            <p:ph type="title"/>
          </p:nvPr>
        </p:nvSpPr>
        <p:spPr>
          <a:xfrm>
            <a:off x="642950" y="733750"/>
            <a:ext cx="60882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Klasifikasi menggunakan </a:t>
            </a:r>
            <a:endParaRPr/>
          </a:p>
          <a:p>
            <a:pPr marL="0" lvl="0" indent="0" algn="l" rtl="0">
              <a:lnSpc>
                <a:spcPct val="90000"/>
              </a:lnSpc>
              <a:spcBef>
                <a:spcPts val="0"/>
              </a:spcBef>
              <a:spcAft>
                <a:spcPts val="0"/>
              </a:spcAft>
              <a:buSzPts val="4000"/>
              <a:buNone/>
            </a:pPr>
            <a:r>
              <a:rPr lang="en"/>
              <a:t>balanced dataSET</a:t>
            </a:r>
            <a:endParaRPr/>
          </a:p>
        </p:txBody>
      </p:sp>
      <p:sp>
        <p:nvSpPr>
          <p:cNvPr id="1593" name="Google Shape;1593;g2636d3785bb_3_327"/>
          <p:cNvSpPr/>
          <p:nvPr/>
        </p:nvSpPr>
        <p:spPr>
          <a:xfrm>
            <a:off x="0" y="156238"/>
            <a:ext cx="3549600" cy="120300"/>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594" name="Google Shape;1594;g2636d3785bb_3_327"/>
          <p:cNvGrpSpPr/>
          <p:nvPr/>
        </p:nvGrpSpPr>
        <p:grpSpPr>
          <a:xfrm>
            <a:off x="8420084" y="-257283"/>
            <a:ext cx="914666" cy="718380"/>
            <a:chOff x="388620" y="1420922"/>
            <a:chExt cx="680100" cy="534151"/>
          </a:xfrm>
        </p:grpSpPr>
        <p:sp>
          <p:nvSpPr>
            <p:cNvPr id="1595" name="Google Shape;1595;g2636d3785bb_3_327"/>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96" name="Google Shape;1596;g2636d3785bb_3_327"/>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97" name="Google Shape;1597;g2636d3785bb_3_327"/>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98" name="Google Shape;1598;g2636d3785bb_3_327"/>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99" name="Google Shape;1599;g2636d3785bb_3_327"/>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0" name="Google Shape;1600;g2636d3785bb_3_327"/>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1" name="Google Shape;1601;g2636d3785bb_3_327"/>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2" name="Google Shape;1602;g2636d3785bb_3_327"/>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3" name="Google Shape;1603;g2636d3785bb_3_327"/>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4" name="Google Shape;1604;g2636d3785bb_3_327"/>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5" name="Google Shape;1605;g2636d3785bb_3_327"/>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6" name="Google Shape;1606;g2636d3785bb_3_327"/>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7" name="Google Shape;1607;g2636d3785bb_3_327"/>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8" name="Google Shape;1608;g2636d3785bb_3_327"/>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9" name="Google Shape;1609;g2636d3785bb_3_327"/>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0" name="Google Shape;1610;g2636d3785bb_3_327"/>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1" name="Google Shape;1611;g2636d3785bb_3_327"/>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2" name="Google Shape;1612;g2636d3785bb_3_327"/>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3" name="Google Shape;1613;g2636d3785bb_3_327"/>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4" name="Google Shape;1614;g2636d3785bb_3_327"/>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615" name="Google Shape;1615;g2636d3785bb_3_327"/>
          <p:cNvSpPr txBox="1"/>
          <p:nvPr/>
        </p:nvSpPr>
        <p:spPr>
          <a:xfrm>
            <a:off x="1255335" y="1258107"/>
            <a:ext cx="1350000" cy="326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FOLD 1</a:t>
            </a:r>
            <a:endParaRPr/>
          </a:p>
        </p:txBody>
      </p:sp>
      <p:sp>
        <p:nvSpPr>
          <p:cNvPr id="1616" name="Google Shape;1616;g2636d3785bb_3_327"/>
          <p:cNvSpPr txBox="1"/>
          <p:nvPr/>
        </p:nvSpPr>
        <p:spPr>
          <a:xfrm>
            <a:off x="4121838" y="1258107"/>
            <a:ext cx="1350000" cy="326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FOLD 2</a:t>
            </a:r>
            <a:endParaRPr/>
          </a:p>
        </p:txBody>
      </p:sp>
      <p:sp>
        <p:nvSpPr>
          <p:cNvPr id="1617" name="Google Shape;1617;g2636d3785bb_3_327"/>
          <p:cNvSpPr txBox="1"/>
          <p:nvPr/>
        </p:nvSpPr>
        <p:spPr>
          <a:xfrm>
            <a:off x="6988342" y="1258107"/>
            <a:ext cx="1350000" cy="326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Urbanist"/>
                <a:ea typeface="Urbanist"/>
                <a:cs typeface="Urbanist"/>
                <a:sym typeface="Urbanist"/>
              </a:rPr>
              <a:t>FOLD 3</a:t>
            </a:r>
            <a:endParaRPr/>
          </a:p>
        </p:txBody>
      </p:sp>
      <p:sp>
        <p:nvSpPr>
          <p:cNvPr id="1618" name="Google Shape;1618;g2636d3785bb_3_327"/>
          <p:cNvSpPr txBox="1"/>
          <p:nvPr/>
        </p:nvSpPr>
        <p:spPr>
          <a:xfrm>
            <a:off x="6102040" y="3966760"/>
            <a:ext cx="2743200" cy="10623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000" b="0" i="0" u="none" strike="noStrike" cap="none">
                <a:solidFill>
                  <a:srgbClr val="000000"/>
                </a:solidFill>
                <a:latin typeface="Urbanist"/>
                <a:ea typeface="Urbanist"/>
                <a:cs typeface="Urbanist"/>
                <a:sym typeface="Urbanist"/>
              </a:rPr>
              <a:t>Dokumen </a:t>
            </a:r>
            <a:r>
              <a:rPr lang="en" sz="1000">
                <a:latin typeface="Urbanist"/>
                <a:ea typeface="Urbanist"/>
                <a:cs typeface="Urbanist"/>
                <a:sym typeface="Urbanist"/>
              </a:rPr>
              <a:t>6</a:t>
            </a:r>
            <a:r>
              <a:rPr lang="en" sz="1000" b="0" i="0" u="none" strike="noStrike" cap="none">
                <a:solidFill>
                  <a:srgbClr val="000000"/>
                </a:solidFill>
                <a:latin typeface="Urbanist"/>
                <a:ea typeface="Urbanist"/>
                <a:cs typeface="Urbanist"/>
                <a:sym typeface="Urbanist"/>
              </a:rPr>
              <a:t> diprediksi memiliki label yang sama dengan dokumen </a:t>
            </a:r>
            <a:r>
              <a:rPr lang="en" sz="1000">
                <a:latin typeface="Urbanist"/>
                <a:ea typeface="Urbanist"/>
                <a:cs typeface="Urbanist"/>
                <a:sym typeface="Urbanist"/>
              </a:rPr>
              <a:t>5</a:t>
            </a:r>
            <a:r>
              <a:rPr lang="en" sz="1000" b="0" i="0" u="none" strike="noStrike" cap="none">
                <a:solidFill>
                  <a:srgbClr val="000000"/>
                </a:solidFill>
                <a:latin typeface="Urbanist"/>
                <a:ea typeface="Urbanist"/>
                <a:cs typeface="Urbanist"/>
                <a:sym typeface="Urbanist"/>
              </a:rPr>
              <a:t> yakni positif.</a:t>
            </a:r>
            <a:endParaRPr/>
          </a:p>
          <a:p>
            <a:pPr marL="0" marR="0" lvl="0" indent="0" algn="ctr" rtl="0">
              <a:lnSpc>
                <a:spcPct val="100000"/>
              </a:lnSpc>
              <a:spcBef>
                <a:spcPts val="0"/>
              </a:spcBef>
              <a:spcAft>
                <a:spcPts val="0"/>
              </a:spcAft>
              <a:buNone/>
            </a:pPr>
            <a:r>
              <a:rPr lang="en" sz="1000" b="0" i="0" u="none" strike="noStrike" cap="none">
                <a:solidFill>
                  <a:srgbClr val="000000"/>
                </a:solidFill>
                <a:latin typeface="Urbanist"/>
                <a:ea typeface="Urbanist"/>
                <a:cs typeface="Urbanist"/>
                <a:sym typeface="Urbanist"/>
              </a:rPr>
              <a:t>Prediksi ini salah sehingga pada fold 3 dokumen </a:t>
            </a:r>
            <a:r>
              <a:rPr lang="en" sz="1000">
                <a:latin typeface="Urbanist"/>
                <a:ea typeface="Urbanist"/>
                <a:cs typeface="Urbanist"/>
                <a:sym typeface="Urbanist"/>
              </a:rPr>
              <a:t>5</a:t>
            </a:r>
            <a:r>
              <a:rPr lang="en" sz="1000" b="0" i="0" u="none" strike="noStrike" cap="none">
                <a:solidFill>
                  <a:srgbClr val="000000"/>
                </a:solidFill>
                <a:latin typeface="Urbanist"/>
                <a:ea typeface="Urbanist"/>
                <a:cs typeface="Urbanist"/>
                <a:sym typeface="Urbanist"/>
              </a:rPr>
              <a:t> dianggap false </a:t>
            </a:r>
            <a:r>
              <a:rPr lang="en" sz="1000">
                <a:latin typeface="Urbanist"/>
                <a:ea typeface="Urbanist"/>
                <a:cs typeface="Urbanist"/>
                <a:sym typeface="Urbanist"/>
              </a:rPr>
              <a:t>positive</a:t>
            </a:r>
            <a:endParaRPr/>
          </a:p>
        </p:txBody>
      </p:sp>
      <p:sp>
        <p:nvSpPr>
          <p:cNvPr id="1619" name="Google Shape;1619;g2636d3785bb_3_327"/>
          <p:cNvSpPr txBox="1"/>
          <p:nvPr/>
        </p:nvSpPr>
        <p:spPr>
          <a:xfrm>
            <a:off x="3276612" y="3976641"/>
            <a:ext cx="2743200" cy="10425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000" b="0" i="0" u="none" strike="noStrike" cap="none">
                <a:solidFill>
                  <a:srgbClr val="000000"/>
                </a:solidFill>
                <a:latin typeface="Urbanist"/>
                <a:ea typeface="Urbanist"/>
                <a:cs typeface="Urbanist"/>
                <a:sym typeface="Urbanist"/>
              </a:rPr>
              <a:t>Dokumen </a:t>
            </a:r>
            <a:r>
              <a:rPr lang="en" sz="1000">
                <a:latin typeface="Urbanist"/>
                <a:ea typeface="Urbanist"/>
                <a:cs typeface="Urbanist"/>
                <a:sym typeface="Urbanist"/>
              </a:rPr>
              <a:t>5</a:t>
            </a:r>
            <a:r>
              <a:rPr lang="en" sz="1000" b="0" i="0" u="none" strike="noStrike" cap="none">
                <a:solidFill>
                  <a:srgbClr val="000000"/>
                </a:solidFill>
                <a:latin typeface="Urbanist"/>
                <a:ea typeface="Urbanist"/>
                <a:cs typeface="Urbanist"/>
                <a:sym typeface="Urbanist"/>
              </a:rPr>
              <a:t> diprediksi memiliki label yang sama dengan dokumen 2 yakni positif. </a:t>
            </a:r>
            <a:endParaRPr/>
          </a:p>
          <a:p>
            <a:pPr marL="0" marR="0" lvl="0" indent="0" algn="ctr" rtl="0">
              <a:lnSpc>
                <a:spcPct val="100000"/>
              </a:lnSpc>
              <a:spcBef>
                <a:spcPts val="0"/>
              </a:spcBef>
              <a:spcAft>
                <a:spcPts val="0"/>
              </a:spcAft>
              <a:buNone/>
            </a:pPr>
            <a:r>
              <a:rPr lang="en" sz="1000" b="0" i="0" u="none" strike="noStrike" cap="none">
                <a:solidFill>
                  <a:srgbClr val="000000"/>
                </a:solidFill>
                <a:latin typeface="Urbanist"/>
                <a:ea typeface="Urbanist"/>
                <a:cs typeface="Urbanist"/>
                <a:sym typeface="Urbanist"/>
              </a:rPr>
              <a:t>Prediksi ini benar sehingga pada fold 2 dokumen 1 dianggap true positive. </a:t>
            </a:r>
            <a:endParaRPr/>
          </a:p>
        </p:txBody>
      </p:sp>
      <p:sp>
        <p:nvSpPr>
          <p:cNvPr id="1620" name="Google Shape;1620;g2636d3785bb_3_327"/>
          <p:cNvSpPr txBox="1"/>
          <p:nvPr/>
        </p:nvSpPr>
        <p:spPr>
          <a:xfrm>
            <a:off x="435257" y="3966760"/>
            <a:ext cx="2743200" cy="10623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1000" b="0" i="0" u="none" strike="noStrike" cap="none">
                <a:solidFill>
                  <a:srgbClr val="000000"/>
                </a:solidFill>
                <a:latin typeface="Urbanist"/>
                <a:ea typeface="Urbanist"/>
                <a:cs typeface="Urbanist"/>
                <a:sym typeface="Urbanist"/>
              </a:rPr>
              <a:t>Dokumen </a:t>
            </a:r>
            <a:r>
              <a:rPr lang="en" sz="1000">
                <a:latin typeface="Urbanist"/>
                <a:ea typeface="Urbanist"/>
                <a:cs typeface="Urbanist"/>
                <a:sym typeface="Urbanist"/>
              </a:rPr>
              <a:t>6</a:t>
            </a:r>
            <a:r>
              <a:rPr lang="en" sz="1000" b="0" i="0" u="none" strike="noStrike" cap="none">
                <a:solidFill>
                  <a:srgbClr val="000000"/>
                </a:solidFill>
                <a:latin typeface="Urbanist"/>
                <a:ea typeface="Urbanist"/>
                <a:cs typeface="Urbanist"/>
                <a:sym typeface="Urbanist"/>
              </a:rPr>
              <a:t> diprediksi memiliki label yang sama dengan dokumen 1 yakni negatif. </a:t>
            </a:r>
            <a:endParaRPr/>
          </a:p>
          <a:p>
            <a:pPr marL="0" marR="0" lvl="0" indent="0" algn="ctr" rtl="0">
              <a:lnSpc>
                <a:spcPct val="100000"/>
              </a:lnSpc>
              <a:spcBef>
                <a:spcPts val="0"/>
              </a:spcBef>
              <a:spcAft>
                <a:spcPts val="0"/>
              </a:spcAft>
              <a:buNone/>
            </a:pPr>
            <a:r>
              <a:rPr lang="en" sz="1000" b="0" i="0" u="none" strike="noStrike" cap="none">
                <a:solidFill>
                  <a:srgbClr val="000000"/>
                </a:solidFill>
                <a:latin typeface="Urbanist"/>
                <a:ea typeface="Urbanist"/>
                <a:cs typeface="Urbanist"/>
                <a:sym typeface="Urbanist"/>
              </a:rPr>
              <a:t>Prediksi salah sehingga pada fold 1 dokumen 1 dianggap </a:t>
            </a:r>
            <a:r>
              <a:rPr lang="en" sz="1000">
                <a:latin typeface="Urbanist"/>
                <a:ea typeface="Urbanist"/>
                <a:cs typeface="Urbanist"/>
                <a:sym typeface="Urbanist"/>
              </a:rPr>
              <a:t>true</a:t>
            </a:r>
            <a:r>
              <a:rPr lang="en" sz="1000" b="0" i="0" u="none" strike="noStrike" cap="none">
                <a:solidFill>
                  <a:srgbClr val="000000"/>
                </a:solidFill>
                <a:latin typeface="Urbanist"/>
                <a:ea typeface="Urbanist"/>
                <a:cs typeface="Urbanist"/>
                <a:sym typeface="Urbanist"/>
              </a:rPr>
              <a:t> </a:t>
            </a:r>
            <a:r>
              <a:rPr lang="en" sz="1000">
                <a:latin typeface="Urbanist"/>
                <a:ea typeface="Urbanist"/>
                <a:cs typeface="Urbanist"/>
                <a:sym typeface="Urbanist"/>
              </a:rPr>
              <a:t>negative</a:t>
            </a:r>
            <a:endParaRPr/>
          </a:p>
        </p:txBody>
      </p:sp>
      <p:pic>
        <p:nvPicPr>
          <p:cNvPr id="1621" name="Google Shape;1621;g2636d3785bb_3_327"/>
          <p:cNvPicPr preferRelativeResize="0"/>
          <p:nvPr/>
        </p:nvPicPr>
        <p:blipFill>
          <a:blip r:embed="rId3">
            <a:alphaModFix/>
          </a:blip>
          <a:stretch>
            <a:fillRect/>
          </a:stretch>
        </p:blipFill>
        <p:spPr>
          <a:xfrm>
            <a:off x="642950" y="1572725"/>
            <a:ext cx="2636951" cy="2686225"/>
          </a:xfrm>
          <a:prstGeom prst="rect">
            <a:avLst/>
          </a:prstGeom>
          <a:noFill/>
          <a:ln>
            <a:noFill/>
          </a:ln>
        </p:spPr>
      </p:pic>
      <p:pic>
        <p:nvPicPr>
          <p:cNvPr id="1622" name="Google Shape;1622;g2636d3785bb_3_327"/>
          <p:cNvPicPr preferRelativeResize="0"/>
          <p:nvPr/>
        </p:nvPicPr>
        <p:blipFill>
          <a:blip r:embed="rId4">
            <a:alphaModFix/>
          </a:blip>
          <a:stretch>
            <a:fillRect/>
          </a:stretch>
        </p:blipFill>
        <p:spPr>
          <a:xfrm>
            <a:off x="3474175" y="1584200"/>
            <a:ext cx="2636951" cy="2674024"/>
          </a:xfrm>
          <a:prstGeom prst="rect">
            <a:avLst/>
          </a:prstGeom>
          <a:noFill/>
          <a:ln>
            <a:noFill/>
          </a:ln>
        </p:spPr>
      </p:pic>
      <p:pic>
        <p:nvPicPr>
          <p:cNvPr id="1623" name="Google Shape;1623;g2636d3785bb_3_327"/>
          <p:cNvPicPr preferRelativeResize="0"/>
          <p:nvPr/>
        </p:nvPicPr>
        <p:blipFill>
          <a:blip r:embed="rId5">
            <a:alphaModFix/>
          </a:blip>
          <a:stretch>
            <a:fillRect/>
          </a:stretch>
        </p:blipFill>
        <p:spPr>
          <a:xfrm>
            <a:off x="6381600" y="1635125"/>
            <a:ext cx="2636951" cy="2572170"/>
          </a:xfrm>
          <a:prstGeom prst="rect">
            <a:avLst/>
          </a:prstGeom>
          <a:noFill/>
          <a:ln>
            <a:noFill/>
          </a:ln>
        </p:spPr>
      </p:pic>
      <p:sp>
        <p:nvSpPr>
          <p:cNvPr id="1624" name="Google Shape;1624;g2636d3785bb_3_327"/>
          <p:cNvSpPr txBox="1"/>
          <p:nvPr/>
        </p:nvSpPr>
        <p:spPr>
          <a:xfrm>
            <a:off x="8331512" y="420945"/>
            <a:ext cx="776700" cy="74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1 : negatif</a:t>
            </a:r>
            <a:endParaRPr sz="900" dirty="0">
              <a:solidFill>
                <a:schemeClr val="dk1"/>
              </a:solidFill>
              <a:latin typeface="Bebas Neue"/>
              <a:ea typeface="Bebas Neue"/>
              <a:cs typeface="Bebas Neue"/>
              <a:sym typeface="Bebas Neue"/>
            </a:endParaRP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2 : positif</a:t>
            </a:r>
            <a:endParaRPr sz="900" dirty="0">
              <a:solidFill>
                <a:schemeClr val="dk1"/>
              </a:solidFill>
              <a:latin typeface="Bebas Neue"/>
              <a:ea typeface="Bebas Neue"/>
              <a:cs typeface="Bebas Neue"/>
              <a:sym typeface="Bebas Neue"/>
            </a:endParaRP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5 : POSITIF</a:t>
            </a:r>
          </a:p>
          <a:p>
            <a:pPr marL="0" lvl="0" indent="0" algn="l" rtl="0">
              <a:spcBef>
                <a:spcPts val="0"/>
              </a:spcBef>
              <a:spcAft>
                <a:spcPts val="0"/>
              </a:spcAft>
              <a:buNone/>
            </a:pPr>
            <a:r>
              <a:rPr lang="en" sz="900" dirty="0">
                <a:solidFill>
                  <a:schemeClr val="dk1"/>
                </a:solidFill>
                <a:latin typeface="Bebas Neue"/>
                <a:ea typeface="Bebas Neue"/>
                <a:cs typeface="Bebas Neue"/>
                <a:sym typeface="Bebas Neue"/>
              </a:rPr>
              <a:t>DATA 6 : NEGATIF</a:t>
            </a:r>
            <a:endParaRPr sz="900" dirty="0">
              <a:solidFill>
                <a:schemeClr val="dk1"/>
              </a:solidFill>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93"/>
                                        </p:tgtEl>
                                        <p:attrNameLst>
                                          <p:attrName>style.visibility</p:attrName>
                                        </p:attrNameLst>
                                      </p:cBhvr>
                                      <p:to>
                                        <p:strVal val="visible"/>
                                      </p:to>
                                    </p:set>
                                    <p:animEffect transition="in" filter="fade">
                                      <p:cBhvr>
                                        <p:cTn id="7" dur="500"/>
                                        <p:tgtEl>
                                          <p:spTgt spid="1593"/>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594"/>
                                        </p:tgtEl>
                                        <p:attrNameLst>
                                          <p:attrName>style.visibility</p:attrName>
                                        </p:attrNameLst>
                                      </p:cBhvr>
                                      <p:to>
                                        <p:strVal val="visible"/>
                                      </p:to>
                                    </p:set>
                                    <p:anim calcmode="lin" valueType="num">
                                      <p:cBhvr additive="base">
                                        <p:cTn id="11" dur="500"/>
                                        <p:tgtEl>
                                          <p:spTgt spid="1594"/>
                                        </p:tgtEl>
                                        <p:attrNameLst>
                                          <p:attrName>ppt_w</p:attrName>
                                        </p:attrNameLst>
                                      </p:cBhvr>
                                      <p:tavLst>
                                        <p:tav tm="0">
                                          <p:val>
                                            <p:strVal val="0"/>
                                          </p:val>
                                        </p:tav>
                                        <p:tav tm="100000">
                                          <p:val>
                                            <p:strVal val="#ppt_w"/>
                                          </p:val>
                                        </p:tav>
                                      </p:tavLst>
                                    </p:anim>
                                    <p:anim calcmode="lin" valueType="num">
                                      <p:cBhvr additive="base">
                                        <p:cTn id="12" dur="500"/>
                                        <p:tgtEl>
                                          <p:spTgt spid="159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g2636d3785bb_3_366"/>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0" name="Google Shape;1630;g2636d3785bb_3_366"/>
          <p:cNvSpPr txBox="1">
            <a:spLocks noGrp="1"/>
          </p:cNvSpPr>
          <p:nvPr>
            <p:ph type="title"/>
          </p:nvPr>
        </p:nvSpPr>
        <p:spPr>
          <a:xfrm>
            <a:off x="622312" y="645013"/>
            <a:ext cx="77010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evaluasi</a:t>
            </a:r>
            <a:endParaRPr/>
          </a:p>
        </p:txBody>
      </p:sp>
      <p:sp>
        <p:nvSpPr>
          <p:cNvPr id="1631" name="Google Shape;1631;g2636d3785bb_3_366"/>
          <p:cNvSpPr/>
          <p:nvPr/>
        </p:nvSpPr>
        <p:spPr>
          <a:xfrm>
            <a:off x="7882804" y="4043864"/>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2" name="Google Shape;1632;g2636d3785bb_3_366"/>
          <p:cNvSpPr/>
          <p:nvPr/>
        </p:nvSpPr>
        <p:spPr>
          <a:xfrm>
            <a:off x="0" y="461038"/>
            <a:ext cx="3549600" cy="120300"/>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3" name="Google Shape;1633;g2636d3785bb_3_366"/>
          <p:cNvSpPr/>
          <p:nvPr/>
        </p:nvSpPr>
        <p:spPr>
          <a:xfrm>
            <a:off x="7743580" y="4591052"/>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634" name="Google Shape;1634;g2636d3785bb_3_366"/>
          <p:cNvGrpSpPr/>
          <p:nvPr/>
        </p:nvGrpSpPr>
        <p:grpSpPr>
          <a:xfrm>
            <a:off x="8420084" y="-257283"/>
            <a:ext cx="914666" cy="718380"/>
            <a:chOff x="388620" y="1420922"/>
            <a:chExt cx="680100" cy="534151"/>
          </a:xfrm>
        </p:grpSpPr>
        <p:sp>
          <p:nvSpPr>
            <p:cNvPr id="1635" name="Google Shape;1635;g2636d3785bb_3_366"/>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6" name="Google Shape;1636;g2636d3785bb_3_366"/>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7" name="Google Shape;1637;g2636d3785bb_3_366"/>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8" name="Google Shape;1638;g2636d3785bb_3_366"/>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9" name="Google Shape;1639;g2636d3785bb_3_366"/>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0" name="Google Shape;1640;g2636d3785bb_3_366"/>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1" name="Google Shape;1641;g2636d3785bb_3_366"/>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2" name="Google Shape;1642;g2636d3785bb_3_366"/>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3" name="Google Shape;1643;g2636d3785bb_3_366"/>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4" name="Google Shape;1644;g2636d3785bb_3_366"/>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5" name="Google Shape;1645;g2636d3785bb_3_366"/>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6" name="Google Shape;1646;g2636d3785bb_3_366"/>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7" name="Google Shape;1647;g2636d3785bb_3_366"/>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8" name="Google Shape;1648;g2636d3785bb_3_366"/>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9" name="Google Shape;1649;g2636d3785bb_3_366"/>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50" name="Google Shape;1650;g2636d3785bb_3_366"/>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51" name="Google Shape;1651;g2636d3785bb_3_366"/>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52" name="Google Shape;1652;g2636d3785bb_3_366"/>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53" name="Google Shape;1653;g2636d3785bb_3_366"/>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54" name="Google Shape;1654;g2636d3785bb_3_366"/>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655" name="Google Shape;1655;g2636d3785bb_3_366"/>
          <p:cNvGraphicFramePr/>
          <p:nvPr>
            <p:extLst>
              <p:ext uri="{D42A27DB-BD31-4B8C-83A1-F6EECF244321}">
                <p14:modId xmlns:p14="http://schemas.microsoft.com/office/powerpoint/2010/main" val="3819264727"/>
              </p:ext>
            </p:extLst>
          </p:nvPr>
        </p:nvGraphicFramePr>
        <p:xfrm>
          <a:off x="736875" y="1772813"/>
          <a:ext cx="3549575" cy="1253492"/>
        </p:xfrm>
        <a:graphic>
          <a:graphicData uri="http://schemas.openxmlformats.org/drawingml/2006/table">
            <a:tbl>
              <a:tblPr firstRow="1" firstCol="1" bandRow="1">
                <a:noFill/>
                <a:tableStyleId>{A62BFD42-FEC9-462F-A87F-D70136A35D4C}</a:tableStyleId>
              </a:tblPr>
              <a:tblGrid>
                <a:gridCol w="851900">
                  <a:extLst>
                    <a:ext uri="{9D8B030D-6E8A-4147-A177-3AD203B41FA5}">
                      <a16:colId xmlns:a16="http://schemas.microsoft.com/office/drawing/2014/main" val="20000"/>
                    </a:ext>
                  </a:extLst>
                </a:gridCol>
                <a:gridCol w="899225">
                  <a:extLst>
                    <a:ext uri="{9D8B030D-6E8A-4147-A177-3AD203B41FA5}">
                      <a16:colId xmlns:a16="http://schemas.microsoft.com/office/drawing/2014/main" val="20001"/>
                    </a:ext>
                  </a:extLst>
                </a:gridCol>
                <a:gridCol w="899225">
                  <a:extLst>
                    <a:ext uri="{9D8B030D-6E8A-4147-A177-3AD203B41FA5}">
                      <a16:colId xmlns:a16="http://schemas.microsoft.com/office/drawing/2014/main" val="20002"/>
                    </a:ext>
                  </a:extLst>
                </a:gridCol>
                <a:gridCol w="899225">
                  <a:extLst>
                    <a:ext uri="{9D8B030D-6E8A-4147-A177-3AD203B41FA5}">
                      <a16:colId xmlns:a16="http://schemas.microsoft.com/office/drawing/2014/main" val="20003"/>
                    </a:ext>
                  </a:extLst>
                </a:gridCol>
              </a:tblGrid>
              <a:tr h="152400">
                <a:tc>
                  <a:txBody>
                    <a:bodyPr/>
                    <a:lstStyle/>
                    <a:p>
                      <a:pPr marL="0" marR="0" lvl="0" indent="0" algn="just" rtl="0">
                        <a:lnSpc>
                          <a:spcPct val="200000"/>
                        </a:lnSpc>
                        <a:spcBef>
                          <a:spcPts val="0"/>
                        </a:spcBef>
                        <a:spcAft>
                          <a:spcPts val="0"/>
                        </a:spcAft>
                        <a:buNone/>
                      </a:pPr>
                      <a:r>
                        <a:rPr lang="en" sz="1200" u="none" strike="noStrike" cap="none" dirty="0"/>
                        <a:t> </a:t>
                      </a:r>
                      <a:endParaRPr sz="1100" u="none" strike="noStrike" cap="none" dirty="0">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 </a:t>
                      </a:r>
                      <a:endParaRPr sz="1100" u="none" strike="noStrike" cap="none">
                        <a:latin typeface="Calibri"/>
                        <a:ea typeface="Calibri"/>
                        <a:cs typeface="Calibri"/>
                        <a:sym typeface="Calibri"/>
                      </a:endParaRPr>
                    </a:p>
                  </a:txBody>
                  <a:tcPr marL="68575" marR="68575" marT="0" marB="0"/>
                </a:tc>
                <a:tc gridSpan="2">
                  <a:txBody>
                    <a:bodyPr/>
                    <a:lstStyle/>
                    <a:p>
                      <a:pPr marL="0" marR="0" lvl="0" indent="0" algn="ctr" rtl="0">
                        <a:lnSpc>
                          <a:spcPct val="200000"/>
                        </a:lnSpc>
                        <a:spcBef>
                          <a:spcPts val="0"/>
                        </a:spcBef>
                        <a:spcAft>
                          <a:spcPts val="0"/>
                        </a:spcAft>
                        <a:buNone/>
                      </a:pPr>
                      <a:r>
                        <a:rPr lang="en" sz="1200" u="none" strike="noStrike" cap="none"/>
                        <a:t>Actual</a:t>
                      </a:r>
                      <a:endParaRPr sz="1100" u="none" strike="noStrike" cap="none">
                        <a:latin typeface="Calibri"/>
                        <a:ea typeface="Calibri"/>
                        <a:cs typeface="Calibri"/>
                        <a:sym typeface="Calibri"/>
                      </a:endParaRPr>
                    </a:p>
                  </a:txBody>
                  <a:tcPr marL="68575" marR="68575" marT="0" marB="0"/>
                </a:tc>
                <a:tc hMerge="1">
                  <a:txBody>
                    <a:bodyPr/>
                    <a:lstStyle/>
                    <a:p>
                      <a:endParaRPr lang="en-US"/>
                    </a:p>
                  </a:txBody>
                  <a:tcPr/>
                </a:tc>
                <a:extLst>
                  <a:ext uri="{0D108BD9-81ED-4DB2-BD59-A6C34878D82A}">
                    <a16:rowId xmlns:a16="http://schemas.microsoft.com/office/drawing/2014/main" val="10000"/>
                  </a:ext>
                </a:extLst>
              </a:tr>
              <a:tr h="263525">
                <a:tc>
                  <a:txBody>
                    <a:bodyPr/>
                    <a:lstStyle/>
                    <a:p>
                      <a:pPr marL="0" marR="0" lvl="0" indent="0" algn="just" rtl="0">
                        <a:lnSpc>
                          <a:spcPct val="200000"/>
                        </a:lnSpc>
                        <a:spcBef>
                          <a:spcPts val="0"/>
                        </a:spcBef>
                        <a:spcAft>
                          <a:spcPts val="0"/>
                        </a:spcAft>
                        <a:buNone/>
                      </a:pPr>
                      <a:r>
                        <a:rPr lang="en" sz="1200" u="none" strike="noStrike" cap="none"/>
                        <a:t> </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Class</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Positive</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Negative</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152400">
                <a:tc rowSpan="2">
                  <a:txBody>
                    <a:bodyPr/>
                    <a:lstStyle/>
                    <a:p>
                      <a:pPr marL="0" marR="0" lvl="0" indent="0" algn="just" rtl="0">
                        <a:lnSpc>
                          <a:spcPct val="200000"/>
                        </a:lnSpc>
                        <a:spcBef>
                          <a:spcPts val="0"/>
                        </a:spcBef>
                        <a:spcAft>
                          <a:spcPts val="0"/>
                        </a:spcAft>
                        <a:buNone/>
                      </a:pPr>
                      <a:r>
                        <a:rPr lang="en" sz="900" u="none" strike="noStrike" cap="none"/>
                        <a:t> </a:t>
                      </a:r>
                      <a:endParaRPr sz="1100" u="none" strike="noStrike" cap="none"/>
                    </a:p>
                    <a:p>
                      <a:pPr marL="0" marR="0" lvl="0" indent="0" algn="just" rtl="0">
                        <a:lnSpc>
                          <a:spcPct val="200000"/>
                        </a:lnSpc>
                        <a:spcBef>
                          <a:spcPts val="0"/>
                        </a:spcBef>
                        <a:spcAft>
                          <a:spcPts val="0"/>
                        </a:spcAft>
                        <a:buNone/>
                      </a:pPr>
                      <a:r>
                        <a:rPr lang="en" sz="1200" u="none" strike="noStrike" cap="none"/>
                        <a:t>Predicted</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Positive</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152400">
                <a:tc vMerge="1">
                  <a:txBody>
                    <a:bodyPr/>
                    <a:lstStyle/>
                    <a:p>
                      <a:endParaRPr lang="en-US"/>
                    </a:p>
                  </a:txBody>
                  <a:tcPr/>
                </a:tc>
                <a:tc>
                  <a:txBody>
                    <a:bodyPr/>
                    <a:lstStyle/>
                    <a:p>
                      <a:pPr marL="0" marR="0" lvl="0" indent="0" algn="ctr" rtl="0">
                        <a:lnSpc>
                          <a:spcPct val="200000"/>
                        </a:lnSpc>
                        <a:spcBef>
                          <a:spcPts val="0"/>
                        </a:spcBef>
                        <a:spcAft>
                          <a:spcPts val="0"/>
                        </a:spcAft>
                        <a:buNone/>
                      </a:pPr>
                      <a:r>
                        <a:rPr lang="en" sz="1200" u="none" strike="noStrike" cap="none"/>
                        <a:t>Negative</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dirty="0"/>
                        <a:t>0</a:t>
                      </a:r>
                      <a:endParaRPr sz="1100" u="none" strike="noStrike" cap="none" dirty="0">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bl>
          </a:graphicData>
        </a:graphic>
      </p:graphicFrame>
      <p:graphicFrame>
        <p:nvGraphicFramePr>
          <p:cNvPr id="1656" name="Google Shape;1656;g2636d3785bb_3_366"/>
          <p:cNvGraphicFramePr/>
          <p:nvPr>
            <p:extLst>
              <p:ext uri="{D42A27DB-BD31-4B8C-83A1-F6EECF244321}">
                <p14:modId xmlns:p14="http://schemas.microsoft.com/office/powerpoint/2010/main" val="1406346079"/>
              </p:ext>
            </p:extLst>
          </p:nvPr>
        </p:nvGraphicFramePr>
        <p:xfrm>
          <a:off x="5170287" y="1772813"/>
          <a:ext cx="3549575" cy="1253492"/>
        </p:xfrm>
        <a:graphic>
          <a:graphicData uri="http://schemas.openxmlformats.org/drawingml/2006/table">
            <a:tbl>
              <a:tblPr firstRow="1" firstCol="1" bandRow="1">
                <a:noFill/>
                <a:tableStyleId>{A62BFD42-FEC9-462F-A87F-D70136A35D4C}</a:tableStyleId>
              </a:tblPr>
              <a:tblGrid>
                <a:gridCol w="851900">
                  <a:extLst>
                    <a:ext uri="{9D8B030D-6E8A-4147-A177-3AD203B41FA5}">
                      <a16:colId xmlns:a16="http://schemas.microsoft.com/office/drawing/2014/main" val="20000"/>
                    </a:ext>
                  </a:extLst>
                </a:gridCol>
                <a:gridCol w="899225">
                  <a:extLst>
                    <a:ext uri="{9D8B030D-6E8A-4147-A177-3AD203B41FA5}">
                      <a16:colId xmlns:a16="http://schemas.microsoft.com/office/drawing/2014/main" val="20001"/>
                    </a:ext>
                  </a:extLst>
                </a:gridCol>
                <a:gridCol w="899225">
                  <a:extLst>
                    <a:ext uri="{9D8B030D-6E8A-4147-A177-3AD203B41FA5}">
                      <a16:colId xmlns:a16="http://schemas.microsoft.com/office/drawing/2014/main" val="20002"/>
                    </a:ext>
                  </a:extLst>
                </a:gridCol>
                <a:gridCol w="899225">
                  <a:extLst>
                    <a:ext uri="{9D8B030D-6E8A-4147-A177-3AD203B41FA5}">
                      <a16:colId xmlns:a16="http://schemas.microsoft.com/office/drawing/2014/main" val="20003"/>
                    </a:ext>
                  </a:extLst>
                </a:gridCol>
              </a:tblGrid>
              <a:tr h="152400">
                <a:tc>
                  <a:txBody>
                    <a:bodyPr/>
                    <a:lstStyle/>
                    <a:p>
                      <a:pPr marL="0" marR="0" lvl="0" indent="0" algn="just" rtl="0">
                        <a:lnSpc>
                          <a:spcPct val="200000"/>
                        </a:lnSpc>
                        <a:spcBef>
                          <a:spcPts val="0"/>
                        </a:spcBef>
                        <a:spcAft>
                          <a:spcPts val="0"/>
                        </a:spcAft>
                        <a:buNone/>
                      </a:pPr>
                      <a:r>
                        <a:rPr lang="en" sz="1200" u="none" strike="noStrike" cap="none" dirty="0"/>
                        <a:t> </a:t>
                      </a:r>
                      <a:endParaRPr sz="1100" u="none" strike="noStrike" cap="none" dirty="0">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 </a:t>
                      </a:r>
                      <a:endParaRPr sz="1100" u="none" strike="noStrike" cap="none">
                        <a:latin typeface="Calibri"/>
                        <a:ea typeface="Calibri"/>
                        <a:cs typeface="Calibri"/>
                        <a:sym typeface="Calibri"/>
                      </a:endParaRPr>
                    </a:p>
                  </a:txBody>
                  <a:tcPr marL="68575" marR="68575" marT="0" marB="0"/>
                </a:tc>
                <a:tc gridSpan="2">
                  <a:txBody>
                    <a:bodyPr/>
                    <a:lstStyle/>
                    <a:p>
                      <a:pPr marL="0" marR="0" lvl="0" indent="0" algn="ctr" rtl="0">
                        <a:lnSpc>
                          <a:spcPct val="200000"/>
                        </a:lnSpc>
                        <a:spcBef>
                          <a:spcPts val="0"/>
                        </a:spcBef>
                        <a:spcAft>
                          <a:spcPts val="0"/>
                        </a:spcAft>
                        <a:buNone/>
                      </a:pPr>
                      <a:r>
                        <a:rPr lang="en" sz="1200" u="none" strike="noStrike" cap="none"/>
                        <a:t>Actual</a:t>
                      </a:r>
                      <a:endParaRPr sz="1100" u="none" strike="noStrike" cap="none">
                        <a:latin typeface="Calibri"/>
                        <a:ea typeface="Calibri"/>
                        <a:cs typeface="Calibri"/>
                        <a:sym typeface="Calibri"/>
                      </a:endParaRPr>
                    </a:p>
                  </a:txBody>
                  <a:tcPr marL="68575" marR="68575" marT="0" marB="0"/>
                </a:tc>
                <a:tc hMerge="1">
                  <a:txBody>
                    <a:bodyPr/>
                    <a:lstStyle/>
                    <a:p>
                      <a:endParaRPr lang="en-US"/>
                    </a:p>
                  </a:txBody>
                  <a:tcPr/>
                </a:tc>
                <a:extLst>
                  <a:ext uri="{0D108BD9-81ED-4DB2-BD59-A6C34878D82A}">
                    <a16:rowId xmlns:a16="http://schemas.microsoft.com/office/drawing/2014/main" val="10000"/>
                  </a:ext>
                </a:extLst>
              </a:tr>
              <a:tr h="263525">
                <a:tc>
                  <a:txBody>
                    <a:bodyPr/>
                    <a:lstStyle/>
                    <a:p>
                      <a:pPr marL="0" marR="0" lvl="0" indent="0" algn="just" rtl="0">
                        <a:lnSpc>
                          <a:spcPct val="200000"/>
                        </a:lnSpc>
                        <a:spcBef>
                          <a:spcPts val="0"/>
                        </a:spcBef>
                        <a:spcAft>
                          <a:spcPts val="0"/>
                        </a:spcAft>
                        <a:buNone/>
                      </a:pPr>
                      <a:r>
                        <a:rPr lang="en" sz="1200" u="none" strike="noStrike" cap="none"/>
                        <a:t> </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Class</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dirty="0"/>
                        <a:t>Positive</a:t>
                      </a:r>
                      <a:endParaRPr sz="1100" u="none" strike="noStrike" cap="none" dirty="0">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Negative</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152400">
                <a:tc rowSpan="2">
                  <a:txBody>
                    <a:bodyPr/>
                    <a:lstStyle/>
                    <a:p>
                      <a:pPr marL="0" marR="0" lvl="0" indent="0" algn="just" rtl="0">
                        <a:lnSpc>
                          <a:spcPct val="200000"/>
                        </a:lnSpc>
                        <a:spcBef>
                          <a:spcPts val="0"/>
                        </a:spcBef>
                        <a:spcAft>
                          <a:spcPts val="0"/>
                        </a:spcAft>
                        <a:buNone/>
                      </a:pPr>
                      <a:r>
                        <a:rPr lang="en" sz="900" u="none" strike="noStrike" cap="none"/>
                        <a:t> </a:t>
                      </a:r>
                      <a:endParaRPr sz="1100" u="none" strike="noStrike" cap="none"/>
                    </a:p>
                    <a:p>
                      <a:pPr marL="0" marR="0" lvl="0" indent="0" algn="just" rtl="0">
                        <a:lnSpc>
                          <a:spcPct val="200000"/>
                        </a:lnSpc>
                        <a:spcBef>
                          <a:spcPts val="0"/>
                        </a:spcBef>
                        <a:spcAft>
                          <a:spcPts val="0"/>
                        </a:spcAft>
                        <a:buNone/>
                      </a:pPr>
                      <a:r>
                        <a:rPr lang="en" sz="1200" u="none" strike="noStrike" cap="none"/>
                        <a:t>Predicted</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Positive</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u="none" strike="noStrike" cap="none"/>
                        <a:t>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152400">
                <a:tc vMerge="1">
                  <a:txBody>
                    <a:bodyPr/>
                    <a:lstStyle/>
                    <a:p>
                      <a:endParaRPr lang="en-US"/>
                    </a:p>
                  </a:txBody>
                  <a:tcPr/>
                </a:tc>
                <a:tc>
                  <a:txBody>
                    <a:bodyPr/>
                    <a:lstStyle/>
                    <a:p>
                      <a:pPr marL="0" marR="0" lvl="0" indent="0" algn="ctr" rtl="0">
                        <a:lnSpc>
                          <a:spcPct val="200000"/>
                        </a:lnSpc>
                        <a:spcBef>
                          <a:spcPts val="0"/>
                        </a:spcBef>
                        <a:spcAft>
                          <a:spcPts val="0"/>
                        </a:spcAft>
                        <a:buNone/>
                      </a:pPr>
                      <a:r>
                        <a:rPr lang="en" sz="1200" u="none" strike="noStrike" cap="none"/>
                        <a:t>Negative</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a:t>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200000"/>
                        </a:lnSpc>
                        <a:spcBef>
                          <a:spcPts val="0"/>
                        </a:spcBef>
                        <a:spcAft>
                          <a:spcPts val="0"/>
                        </a:spcAft>
                        <a:buNone/>
                      </a:pPr>
                      <a:r>
                        <a:rPr lang="en" sz="1200" dirty="0"/>
                        <a:t>1</a:t>
                      </a:r>
                      <a:endParaRPr sz="1100" u="none" strike="noStrike" cap="none" dirty="0">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bl>
          </a:graphicData>
        </a:graphic>
      </p:graphicFrame>
      <p:sp>
        <p:nvSpPr>
          <p:cNvPr id="1657" name="Google Shape;1657;g2636d3785bb_3_366"/>
          <p:cNvSpPr/>
          <p:nvPr/>
        </p:nvSpPr>
        <p:spPr>
          <a:xfrm>
            <a:off x="4806925" y="1237925"/>
            <a:ext cx="4032300" cy="324900"/>
          </a:xfrm>
          <a:prstGeom prst="roundRect">
            <a:avLst>
              <a:gd name="adj" fmla="val 50000"/>
            </a:avLst>
          </a:prstGeom>
          <a:solidFill>
            <a:srgbClr val="03DA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g2636d3785bb_3_366"/>
          <p:cNvSpPr/>
          <p:nvPr/>
        </p:nvSpPr>
        <p:spPr>
          <a:xfrm>
            <a:off x="609600" y="1237925"/>
            <a:ext cx="4032300" cy="324900"/>
          </a:xfrm>
          <a:prstGeom prst="roundRect">
            <a:avLst>
              <a:gd name="adj" fmla="val 50000"/>
            </a:avLst>
          </a:prstGeom>
          <a:solidFill>
            <a:srgbClr val="5A5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g2636d3785bb_3_366"/>
          <p:cNvSpPr/>
          <p:nvPr/>
        </p:nvSpPr>
        <p:spPr>
          <a:xfrm>
            <a:off x="4356228" y="1027313"/>
            <a:ext cx="745500" cy="745500"/>
          </a:xfrm>
          <a:prstGeom prst="ellipse">
            <a:avLst/>
          </a:prstGeom>
          <a:solidFill>
            <a:srgbClr val="FFFFFF"/>
          </a:solidFill>
          <a:ln>
            <a:noFill/>
          </a:ln>
          <a:effectLst>
            <a:outerShdw blurRad="57150" dist="47625" dir="5460000" algn="bl" rotWithShape="0">
              <a:srgbClr val="434343">
                <a:alpha val="2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g2636d3785bb_3_366"/>
          <p:cNvSpPr txBox="1"/>
          <p:nvPr/>
        </p:nvSpPr>
        <p:spPr>
          <a:xfrm>
            <a:off x="871550" y="1287775"/>
            <a:ext cx="3414900" cy="22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Fira Sans"/>
                <a:ea typeface="Fira Sans"/>
                <a:cs typeface="Fira Sans"/>
                <a:sym typeface="Fira Sans"/>
              </a:rPr>
              <a:t>Imbalanced Data</a:t>
            </a:r>
            <a:endParaRPr b="1">
              <a:solidFill>
                <a:srgbClr val="FFFFFF"/>
              </a:solidFill>
              <a:latin typeface="Fira Sans"/>
              <a:ea typeface="Fira Sans"/>
              <a:cs typeface="Fira Sans"/>
              <a:sym typeface="Fira Sans"/>
            </a:endParaRPr>
          </a:p>
        </p:txBody>
      </p:sp>
      <p:sp>
        <p:nvSpPr>
          <p:cNvPr id="1661" name="Google Shape;1661;g2636d3785bb_3_366"/>
          <p:cNvSpPr txBox="1"/>
          <p:nvPr/>
        </p:nvSpPr>
        <p:spPr>
          <a:xfrm>
            <a:off x="5157775" y="1287775"/>
            <a:ext cx="3414900" cy="22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Fira Sans"/>
                <a:ea typeface="Fira Sans"/>
                <a:cs typeface="Fira Sans"/>
                <a:sym typeface="Fira Sans"/>
              </a:rPr>
              <a:t>Balanced Data</a:t>
            </a:r>
            <a:endParaRPr b="1">
              <a:solidFill>
                <a:srgbClr val="000000"/>
              </a:solidFill>
              <a:latin typeface="Fira Sans"/>
              <a:ea typeface="Fira Sans"/>
              <a:cs typeface="Fira Sans"/>
              <a:sym typeface="Fira Sans"/>
            </a:endParaRPr>
          </a:p>
        </p:txBody>
      </p:sp>
      <p:sp>
        <p:nvSpPr>
          <p:cNvPr id="1662" name="Google Shape;1662;g2636d3785bb_3_366"/>
          <p:cNvSpPr txBox="1"/>
          <p:nvPr/>
        </p:nvSpPr>
        <p:spPr>
          <a:xfrm>
            <a:off x="4447938" y="1245050"/>
            <a:ext cx="553200" cy="30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000000"/>
                </a:solidFill>
                <a:latin typeface="Fira Sans"/>
                <a:ea typeface="Fira Sans"/>
                <a:cs typeface="Fira Sans"/>
                <a:sym typeface="Fira Sans"/>
              </a:rPr>
              <a:t>vs</a:t>
            </a:r>
            <a:endParaRPr sz="1200" b="1">
              <a:solidFill>
                <a:srgbClr val="000000"/>
              </a:solidFill>
              <a:latin typeface="Fira Sans"/>
              <a:ea typeface="Fira Sans"/>
              <a:cs typeface="Fira Sans"/>
              <a:sym typeface="Fira Sans"/>
            </a:endParaRPr>
          </a:p>
        </p:txBody>
      </p:sp>
      <p:sp>
        <p:nvSpPr>
          <p:cNvPr id="1664" name="Google Shape;1664;g2636d3785bb_3_366"/>
          <p:cNvSpPr txBox="1"/>
          <p:nvPr/>
        </p:nvSpPr>
        <p:spPr>
          <a:xfrm>
            <a:off x="3854169" y="3645632"/>
            <a:ext cx="5109600" cy="626700"/>
          </a:xfrm>
          <a:prstGeom prst="rect">
            <a:avLst/>
          </a:prstGeom>
          <a:blipFill rotWithShape="1">
            <a:blip r:embed="rId3">
              <a:alphaModFix/>
            </a:blip>
            <a:stretch>
              <a:fillRect b="-19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latin typeface="Arial"/>
                <a:ea typeface="Arial"/>
                <a:cs typeface="Arial"/>
                <a:sym typeface="Arial"/>
              </a:rPr>
              <a:t> </a:t>
            </a:r>
            <a:endParaRPr/>
          </a:p>
        </p:txBody>
      </p:sp>
      <p:sp>
        <p:nvSpPr>
          <p:cNvPr id="1665" name="Google Shape;1665;g2636d3785bb_3_366"/>
          <p:cNvSpPr txBox="1"/>
          <p:nvPr/>
        </p:nvSpPr>
        <p:spPr>
          <a:xfrm>
            <a:off x="3761035" y="4197239"/>
            <a:ext cx="5295900" cy="626700"/>
          </a:xfrm>
          <a:prstGeom prst="rect">
            <a:avLst/>
          </a:prstGeom>
          <a:blipFill rotWithShape="1">
            <a:blip r:embed="rId4">
              <a:alphaModFix/>
            </a:blip>
            <a:stretch>
              <a:fillRect b="-195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latin typeface="Arial"/>
                <a:ea typeface="Arial"/>
                <a:cs typeface="Arial"/>
                <a:sym typeface="Arial"/>
              </a:rPr>
              <a:t> </a:t>
            </a:r>
            <a:endParaRPr/>
          </a:p>
        </p:txBody>
      </p:sp>
      <p:pic>
        <p:nvPicPr>
          <p:cNvPr id="1666" name="Google Shape;1666;g2636d3785bb_3_366"/>
          <p:cNvPicPr preferRelativeResize="0"/>
          <p:nvPr/>
        </p:nvPicPr>
        <p:blipFill>
          <a:blip r:embed="rId5">
            <a:alphaModFix/>
          </a:blip>
          <a:stretch>
            <a:fillRect/>
          </a:stretch>
        </p:blipFill>
        <p:spPr>
          <a:xfrm>
            <a:off x="642950" y="3083938"/>
            <a:ext cx="4438625" cy="1750079"/>
          </a:xfrm>
          <a:prstGeom prst="rect">
            <a:avLst/>
          </a:prstGeom>
          <a:noFill/>
          <a:ln>
            <a:noFill/>
          </a:ln>
        </p:spPr>
      </p:pic>
      <mc:AlternateContent xmlns:mc="http://schemas.openxmlformats.org/markup-compatibility/2006" xmlns:a14="http://schemas.microsoft.com/office/drawing/2010/main">
        <mc:Choice Requires="a14">
          <p:sp>
            <p:nvSpPr>
              <p:cNvPr id="2" name="Rectangle 1"/>
              <p:cNvSpPr/>
              <p:nvPr/>
            </p:nvSpPr>
            <p:spPr>
              <a:xfrm>
                <a:off x="5101728" y="3094025"/>
                <a:ext cx="3255571" cy="748025"/>
              </a:xfrm>
              <a:prstGeom prst="rect">
                <a:avLst/>
              </a:prstGeom>
            </p:spPr>
            <p:txBody>
              <a:bodyPr wrap="none">
                <a:spAutoFit/>
              </a:bodyPr>
              <a:lstStyle/>
              <a:p>
                <a:pPr algn="ctr">
                  <a:lnSpc>
                    <a:spcPct val="200000"/>
                  </a:lnSpc>
                </a:pPr>
                <a14:m>
                  <m:oMath xmlns:m="http://schemas.openxmlformats.org/officeDocument/2006/math">
                    <m:r>
                      <a:rPr lang="en-US" sz="1500" i="1" kern="100" smtClean="0">
                        <a:latin typeface="Cambria Math" panose="02040503050406030204" pitchFamily="18" charset="0"/>
                        <a:ea typeface="Calibri" panose="020F0502020204030204" pitchFamily="34" charset="0"/>
                        <a:cs typeface="Times New Roman" panose="02020603050405020304" pitchFamily="18" charset="0"/>
                      </a:rPr>
                      <m:t>𝐴𝑘𝑢𝑟𝑎𝑠</m:t>
                    </m:r>
                    <m:r>
                      <a:rPr lang="en-US" sz="1500" b="0" i="1" kern="100" smtClean="0">
                        <a:latin typeface="Cambria Math" panose="02040503050406030204" pitchFamily="18" charset="0"/>
                        <a:ea typeface="Calibri" panose="020F0502020204030204" pitchFamily="34" charset="0"/>
                        <a:cs typeface="Times New Roman" panose="02020603050405020304" pitchFamily="18" charset="0"/>
                      </a:rPr>
                      <m:t>𝑖</m:t>
                    </m:r>
                    <m:r>
                      <a:rPr lang="en-US" sz="1500" b="0" i="1" kern="100" smtClean="0">
                        <a:latin typeface="Cambria Math" panose="02040503050406030204" pitchFamily="18" charset="0"/>
                        <a:ea typeface="Calibri" panose="020F0502020204030204" pitchFamily="34" charset="0"/>
                        <a:cs typeface="Times New Roman" panose="02020603050405020304" pitchFamily="18" charset="0"/>
                      </a:rPr>
                      <m:t>=</m:t>
                    </m:r>
                    <m:f>
                      <m:fPr>
                        <m:ctrlPr>
                          <a:rPr lang="en-US" sz="1500" i="1" kern="100">
                            <a:latin typeface="Cambria Math" panose="02040503050406030204" pitchFamily="18" charset="0"/>
                            <a:ea typeface="Calibri" panose="020F0502020204030204" pitchFamily="34" charset="0"/>
                            <a:cs typeface="Times New Roman" panose="02020603050405020304" pitchFamily="18" charset="0"/>
                          </a:rPr>
                        </m:ctrlPr>
                      </m:fPr>
                      <m:num>
                        <m:r>
                          <a:rPr lang="en-US" sz="1500" kern="100">
                            <a:latin typeface="Cambria Math" panose="02040503050406030204" pitchFamily="18" charset="0"/>
                            <a:ea typeface="Calibri" panose="020F0502020204030204" pitchFamily="34" charset="0"/>
                            <a:cs typeface="Times New Roman" panose="02020603050405020304" pitchFamily="18" charset="0"/>
                          </a:rPr>
                          <m:t>1</m:t>
                        </m:r>
                        <m:r>
                          <a:rPr lang="en-US" sz="1500" i="1" kern="100">
                            <a:latin typeface="Cambria Math" panose="02040503050406030204" pitchFamily="18" charset="0"/>
                            <a:ea typeface="Calibri" panose="020F0502020204030204" pitchFamily="34" charset="0"/>
                            <a:cs typeface="Times New Roman" panose="02020603050405020304" pitchFamily="18" charset="0"/>
                          </a:rPr>
                          <m:t>+</m:t>
                        </m:r>
                        <m:r>
                          <a:rPr lang="en-US" sz="1500" kern="100">
                            <a:latin typeface="Cambria Math" panose="02040503050406030204" pitchFamily="18" charset="0"/>
                            <a:ea typeface="Calibri" panose="020F0502020204030204" pitchFamily="34" charset="0"/>
                            <a:cs typeface="Times New Roman" panose="02020603050405020304" pitchFamily="18" charset="0"/>
                          </a:rPr>
                          <m:t>1</m:t>
                        </m:r>
                      </m:num>
                      <m:den>
                        <m:r>
                          <a:rPr lang="en-US" sz="1500" kern="100">
                            <a:latin typeface="Cambria Math" panose="02040503050406030204" pitchFamily="18" charset="0"/>
                            <a:ea typeface="Calibri" panose="020F0502020204030204" pitchFamily="34" charset="0"/>
                            <a:cs typeface="Times New Roman" panose="02020603050405020304" pitchFamily="18" charset="0"/>
                          </a:rPr>
                          <m:t>1</m:t>
                        </m:r>
                        <m:r>
                          <a:rPr lang="en-US" sz="1500" i="1" kern="100">
                            <a:latin typeface="Cambria Math" panose="02040503050406030204" pitchFamily="18" charset="0"/>
                            <a:ea typeface="Calibri" panose="020F0502020204030204" pitchFamily="34" charset="0"/>
                            <a:cs typeface="Times New Roman" panose="02020603050405020304" pitchFamily="18" charset="0"/>
                          </a:rPr>
                          <m:t>+</m:t>
                        </m:r>
                        <m:r>
                          <a:rPr lang="en-US" sz="1500" kern="100">
                            <a:latin typeface="Cambria Math" panose="02040503050406030204" pitchFamily="18" charset="0"/>
                            <a:ea typeface="Calibri" panose="020F0502020204030204" pitchFamily="34" charset="0"/>
                            <a:cs typeface="Times New Roman" panose="02020603050405020304" pitchFamily="18" charset="0"/>
                          </a:rPr>
                          <m:t>1</m:t>
                        </m:r>
                        <m:r>
                          <a:rPr lang="en-US" sz="1500" i="1" kern="100">
                            <a:latin typeface="Cambria Math" panose="02040503050406030204" pitchFamily="18" charset="0"/>
                            <a:ea typeface="Calibri" panose="020F0502020204030204" pitchFamily="34" charset="0"/>
                            <a:cs typeface="Times New Roman" panose="02020603050405020304" pitchFamily="18" charset="0"/>
                          </a:rPr>
                          <m:t>+</m:t>
                        </m:r>
                        <m:r>
                          <a:rPr lang="en-US" sz="1500" kern="100">
                            <a:latin typeface="Cambria Math" panose="02040503050406030204" pitchFamily="18" charset="0"/>
                            <a:ea typeface="Calibri" panose="020F0502020204030204" pitchFamily="34" charset="0"/>
                            <a:cs typeface="Times New Roman" panose="02020603050405020304" pitchFamily="18" charset="0"/>
                          </a:rPr>
                          <m:t>0</m:t>
                        </m:r>
                        <m:r>
                          <a:rPr lang="en-US" sz="1500" i="1" kern="100">
                            <a:latin typeface="Cambria Math" panose="02040503050406030204" pitchFamily="18" charset="0"/>
                            <a:ea typeface="Calibri" panose="020F0502020204030204" pitchFamily="34" charset="0"/>
                            <a:cs typeface="Times New Roman" panose="02020603050405020304" pitchFamily="18" charset="0"/>
                          </a:rPr>
                          <m:t>+</m:t>
                        </m:r>
                        <m:r>
                          <a:rPr lang="en-US" sz="1500" kern="100">
                            <a:latin typeface="Cambria Math" panose="02040503050406030204" pitchFamily="18" charset="0"/>
                            <a:ea typeface="Calibri" panose="020F0502020204030204" pitchFamily="34" charset="0"/>
                            <a:cs typeface="Times New Roman" panose="02020603050405020304" pitchFamily="18" charset="0"/>
                          </a:rPr>
                          <m:t>1</m:t>
                        </m:r>
                      </m:den>
                    </m:f>
                    <m:r>
                      <a:rPr lang="en-US" sz="1500" kern="100">
                        <a:latin typeface="Cambria Math" panose="02040503050406030204" pitchFamily="18" charset="0"/>
                        <a:ea typeface="Calibri" panose="020F0502020204030204" pitchFamily="34" charset="0"/>
                        <a:cs typeface="Times New Roman" panose="02020603050405020304" pitchFamily="18" charset="0"/>
                      </a:rPr>
                      <m:t>= </m:t>
                    </m:r>
                    <m:f>
                      <m:fPr>
                        <m:ctrlPr>
                          <a:rPr lang="en-US" sz="1500" i="1" kern="100">
                            <a:latin typeface="Cambria Math" panose="02040503050406030204" pitchFamily="18" charset="0"/>
                            <a:ea typeface="Calibri" panose="020F0502020204030204" pitchFamily="34" charset="0"/>
                            <a:cs typeface="Times New Roman" panose="02020603050405020304" pitchFamily="18" charset="0"/>
                          </a:rPr>
                        </m:ctrlPr>
                      </m:fPr>
                      <m:num>
                        <m:r>
                          <a:rPr lang="en-US" sz="1500" kern="100">
                            <a:latin typeface="Cambria Math" panose="02040503050406030204" pitchFamily="18" charset="0"/>
                            <a:ea typeface="Calibri" panose="020F0502020204030204" pitchFamily="34" charset="0"/>
                            <a:cs typeface="Times New Roman" panose="02020603050405020304" pitchFamily="18" charset="0"/>
                          </a:rPr>
                          <m:t>2</m:t>
                        </m:r>
                      </m:num>
                      <m:den>
                        <m:r>
                          <a:rPr lang="en-US" sz="1500" kern="100">
                            <a:latin typeface="Cambria Math" panose="02040503050406030204" pitchFamily="18" charset="0"/>
                            <a:ea typeface="Calibri" panose="020F0502020204030204" pitchFamily="34" charset="0"/>
                            <a:cs typeface="Times New Roman" panose="02020603050405020304" pitchFamily="18" charset="0"/>
                          </a:rPr>
                          <m:t>3</m:t>
                        </m:r>
                      </m:den>
                    </m:f>
                    <m:r>
                      <a:rPr lang="en-US" sz="1500" kern="100">
                        <a:latin typeface="Cambria Math" panose="02040503050406030204" pitchFamily="18" charset="0"/>
                        <a:ea typeface="Calibri" panose="020F0502020204030204" pitchFamily="34" charset="0"/>
                        <a:cs typeface="Times New Roman" panose="02020603050405020304" pitchFamily="18" charset="0"/>
                      </a:rPr>
                      <m:t>=0.67</m:t>
                    </m:r>
                  </m:oMath>
                </a14:m>
                <a:r>
                  <a:rPr lang="en-US" sz="1500" kern="100" dirty="0">
                    <a:latin typeface="Times New Roman" panose="02020603050405020304" pitchFamily="18" charset="0"/>
                    <a:ea typeface="等线"/>
                    <a:cs typeface="Mangal"/>
                  </a:rPr>
                  <a:t>= 67%</a:t>
                </a:r>
                <a:endParaRPr lang="en-US" sz="1500" kern="100" dirty="0">
                  <a:effectLst/>
                  <a:latin typeface="Calibri" panose="020F0502020204030204" pitchFamily="34" charset="0"/>
                  <a:ea typeface="Calibri" panose="020F0502020204030204" pitchFamily="34" charset="0"/>
                  <a:cs typeface="Mangal"/>
                </a:endParaRPr>
              </a:p>
            </p:txBody>
          </p:sp>
        </mc:Choice>
        <mc:Fallback xmlns="">
          <p:sp>
            <p:nvSpPr>
              <p:cNvPr id="2" name="Rectangle 1"/>
              <p:cNvSpPr>
                <a:spLocks noRot="1" noChangeAspect="1" noMove="1" noResize="1" noEditPoints="1" noAdjustHandles="1" noChangeArrowheads="1" noChangeShapeType="1" noTextEdit="1"/>
              </p:cNvSpPr>
              <p:nvPr/>
            </p:nvSpPr>
            <p:spPr>
              <a:xfrm>
                <a:off x="5101728" y="3094025"/>
                <a:ext cx="3255571" cy="748025"/>
              </a:xfrm>
              <a:prstGeom prst="rect">
                <a:avLst/>
              </a:prstGeom>
              <a:blipFill rotWithShape="0">
                <a:blip r:embed="rId6"/>
                <a:stretch>
                  <a:fillRect r="-375"/>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32"/>
                                        </p:tgtEl>
                                        <p:attrNameLst>
                                          <p:attrName>style.visibility</p:attrName>
                                        </p:attrNameLst>
                                      </p:cBhvr>
                                      <p:to>
                                        <p:strVal val="visible"/>
                                      </p:to>
                                    </p:set>
                                    <p:animEffect transition="in" filter="fade">
                                      <p:cBhvr>
                                        <p:cTn id="7" dur="500"/>
                                        <p:tgtEl>
                                          <p:spTgt spid="163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631"/>
                                        </p:tgtEl>
                                        <p:attrNameLst>
                                          <p:attrName>style.visibility</p:attrName>
                                        </p:attrNameLst>
                                      </p:cBhvr>
                                      <p:to>
                                        <p:strVal val="visible"/>
                                      </p:to>
                                    </p:set>
                                    <p:anim calcmode="lin" valueType="num">
                                      <p:cBhvr additive="base">
                                        <p:cTn id="11" dur="500"/>
                                        <p:tgtEl>
                                          <p:spTgt spid="1631"/>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33"/>
                                        </p:tgtEl>
                                        <p:attrNameLst>
                                          <p:attrName>style.visibility</p:attrName>
                                        </p:attrNameLst>
                                      </p:cBhvr>
                                      <p:to>
                                        <p:strVal val="visible"/>
                                      </p:to>
                                    </p:set>
                                    <p:animEffect transition="in" filter="fade">
                                      <p:cBhvr>
                                        <p:cTn id="15" dur="2000"/>
                                        <p:tgtEl>
                                          <p:spTgt spid="1633"/>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1634"/>
                                        </p:tgtEl>
                                        <p:attrNameLst>
                                          <p:attrName>style.visibility</p:attrName>
                                        </p:attrNameLst>
                                      </p:cBhvr>
                                      <p:to>
                                        <p:strVal val="visible"/>
                                      </p:to>
                                    </p:set>
                                    <p:anim calcmode="lin" valueType="num">
                                      <p:cBhvr additive="base">
                                        <p:cTn id="19" dur="500"/>
                                        <p:tgtEl>
                                          <p:spTgt spid="1634"/>
                                        </p:tgtEl>
                                        <p:attrNameLst>
                                          <p:attrName>ppt_w</p:attrName>
                                        </p:attrNameLst>
                                      </p:cBhvr>
                                      <p:tavLst>
                                        <p:tav tm="0">
                                          <p:val>
                                            <p:strVal val="0"/>
                                          </p:val>
                                        </p:tav>
                                        <p:tav tm="100000">
                                          <p:val>
                                            <p:strVal val="#ppt_w"/>
                                          </p:val>
                                        </p:tav>
                                      </p:tavLst>
                                    </p:anim>
                                    <p:anim calcmode="lin" valueType="num">
                                      <p:cBhvr additive="base">
                                        <p:cTn id="20" dur="500"/>
                                        <p:tgtEl>
                                          <p:spTgt spid="163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70"/>
        <p:cNvGrpSpPr/>
        <p:nvPr/>
      </p:nvGrpSpPr>
      <p:grpSpPr>
        <a:xfrm>
          <a:off x="0" y="0"/>
          <a:ext cx="0" cy="0"/>
          <a:chOff x="0" y="0"/>
          <a:chExt cx="0" cy="0"/>
        </a:xfrm>
      </p:grpSpPr>
      <p:sp>
        <p:nvSpPr>
          <p:cNvPr id="1671" name="Google Shape;1671;p105"/>
          <p:cNvSpPr/>
          <p:nvPr/>
        </p:nvSpPr>
        <p:spPr>
          <a:xfrm>
            <a:off x="0" y="-2"/>
            <a:ext cx="503238" cy="5143500"/>
          </a:xfrm>
          <a:prstGeom prst="flowChartProcess">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72" name="Google Shape;1672;p105"/>
          <p:cNvSpPr txBox="1">
            <a:spLocks noGrp="1"/>
          </p:cNvSpPr>
          <p:nvPr>
            <p:ph type="title"/>
          </p:nvPr>
        </p:nvSpPr>
        <p:spPr>
          <a:xfrm>
            <a:off x="719138" y="632474"/>
            <a:ext cx="3852862"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Skenario Pengujian</a:t>
            </a:r>
            <a:endParaRPr/>
          </a:p>
        </p:txBody>
      </p:sp>
      <p:sp>
        <p:nvSpPr>
          <p:cNvPr id="1673" name="Google Shape;1673;p105"/>
          <p:cNvSpPr/>
          <p:nvPr/>
        </p:nvSpPr>
        <p:spPr>
          <a:xfrm>
            <a:off x="7755804" y="3916864"/>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74" name="Google Shape;1674;p105"/>
          <p:cNvSpPr/>
          <p:nvPr/>
        </p:nvSpPr>
        <p:spPr>
          <a:xfrm>
            <a:off x="0" y="461038"/>
            <a:ext cx="3549628" cy="120378"/>
          </a:xfrm>
          <a:prstGeom prst="rect">
            <a:avLst/>
          </a:prstGeom>
          <a:solidFill>
            <a:srgbClr val="FF2F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75" name="Google Shape;1675;p105"/>
          <p:cNvSpPr/>
          <p:nvPr/>
        </p:nvSpPr>
        <p:spPr>
          <a:xfrm>
            <a:off x="7417530" y="4638402"/>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676" name="Google Shape;1676;p105"/>
          <p:cNvGrpSpPr/>
          <p:nvPr/>
        </p:nvGrpSpPr>
        <p:grpSpPr>
          <a:xfrm>
            <a:off x="8420100" y="-257225"/>
            <a:ext cx="914556" cy="718263"/>
            <a:chOff x="388620" y="1420922"/>
            <a:chExt cx="679997" cy="534048"/>
          </a:xfrm>
        </p:grpSpPr>
        <p:sp>
          <p:nvSpPr>
            <p:cNvPr id="1677" name="Google Shape;1677;p105"/>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78" name="Google Shape;1678;p105"/>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79" name="Google Shape;1679;p105"/>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0" name="Google Shape;1680;p105"/>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1" name="Google Shape;1681;p105"/>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2" name="Google Shape;1682;p105"/>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3" name="Google Shape;1683;p105"/>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4" name="Google Shape;1684;p105"/>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5" name="Google Shape;1685;p105"/>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6" name="Google Shape;1686;p105"/>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7" name="Google Shape;1687;p105"/>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8" name="Google Shape;1688;p105"/>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89" name="Google Shape;1689;p105"/>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90" name="Google Shape;1690;p105"/>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91" name="Google Shape;1691;p105"/>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92" name="Google Shape;1692;p105"/>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93" name="Google Shape;1693;p105"/>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94" name="Google Shape;1694;p105"/>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95" name="Google Shape;1695;p105"/>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96" name="Google Shape;1696;p105"/>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aphicFrame>
        <p:nvGraphicFramePr>
          <p:cNvPr id="1697" name="Google Shape;1697;p105"/>
          <p:cNvGraphicFramePr/>
          <p:nvPr>
            <p:extLst>
              <p:ext uri="{D42A27DB-BD31-4B8C-83A1-F6EECF244321}">
                <p14:modId xmlns:p14="http://schemas.microsoft.com/office/powerpoint/2010/main" val="2616968470"/>
              </p:ext>
            </p:extLst>
          </p:nvPr>
        </p:nvGraphicFramePr>
        <p:xfrm>
          <a:off x="1151321" y="1316063"/>
          <a:ext cx="6841300" cy="3596944"/>
        </p:xfrm>
        <a:graphic>
          <a:graphicData uri="http://schemas.openxmlformats.org/drawingml/2006/table">
            <a:tbl>
              <a:tblPr firstRow="1" firstCol="1" bandRow="1">
                <a:noFill/>
                <a:tableStyleId>{A62BFD42-FEC9-462F-A87F-D70136A35D4C}</a:tableStyleId>
              </a:tblPr>
              <a:tblGrid>
                <a:gridCol w="1750725">
                  <a:extLst>
                    <a:ext uri="{9D8B030D-6E8A-4147-A177-3AD203B41FA5}">
                      <a16:colId xmlns:a16="http://schemas.microsoft.com/office/drawing/2014/main" val="20000"/>
                    </a:ext>
                  </a:extLst>
                </a:gridCol>
                <a:gridCol w="1190300">
                  <a:extLst>
                    <a:ext uri="{9D8B030D-6E8A-4147-A177-3AD203B41FA5}">
                      <a16:colId xmlns:a16="http://schemas.microsoft.com/office/drawing/2014/main" val="20001"/>
                    </a:ext>
                  </a:extLst>
                </a:gridCol>
                <a:gridCol w="1223225">
                  <a:extLst>
                    <a:ext uri="{9D8B030D-6E8A-4147-A177-3AD203B41FA5}">
                      <a16:colId xmlns:a16="http://schemas.microsoft.com/office/drawing/2014/main" val="20002"/>
                    </a:ext>
                  </a:extLst>
                </a:gridCol>
                <a:gridCol w="1263325">
                  <a:extLst>
                    <a:ext uri="{9D8B030D-6E8A-4147-A177-3AD203B41FA5}">
                      <a16:colId xmlns:a16="http://schemas.microsoft.com/office/drawing/2014/main" val="20003"/>
                    </a:ext>
                  </a:extLst>
                </a:gridCol>
                <a:gridCol w="1413725">
                  <a:extLst>
                    <a:ext uri="{9D8B030D-6E8A-4147-A177-3AD203B41FA5}">
                      <a16:colId xmlns:a16="http://schemas.microsoft.com/office/drawing/2014/main" val="20004"/>
                    </a:ext>
                  </a:extLst>
                </a:gridCol>
              </a:tblGrid>
              <a:tr h="547700">
                <a:tc>
                  <a:txBody>
                    <a:bodyPr/>
                    <a:lstStyle/>
                    <a:p>
                      <a:pPr marL="0" marR="0" lvl="0" indent="0" algn="ctr" rtl="0">
                        <a:lnSpc>
                          <a:spcPct val="200000"/>
                        </a:lnSpc>
                        <a:spcBef>
                          <a:spcPts val="0"/>
                        </a:spcBef>
                        <a:spcAft>
                          <a:spcPts val="0"/>
                        </a:spcAft>
                        <a:buNone/>
                      </a:pPr>
                      <a:r>
                        <a:rPr lang="en" sz="1200" dirty="0"/>
                        <a:t>Data</a:t>
                      </a:r>
                      <a:endParaRPr sz="1200" u="none" strike="noStrike" cap="none" dirty="0"/>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a:t>Nilai k (neighbor)</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a:t>Random State</a:t>
                      </a:r>
                      <a:endParaRPr sz="1200" u="none" strike="noStrike" cap="none">
                        <a:latin typeface="Calibri"/>
                        <a:ea typeface="Calibri"/>
                        <a:cs typeface="Calibri"/>
                        <a:sym typeface="Calibri"/>
                      </a:endParaRPr>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a:t>Nilai k untuk k-fold</a:t>
                      </a:r>
                      <a:endParaRPr sz="1200"/>
                    </a:p>
                  </a:txBody>
                  <a:tcPr marL="59525" marR="59525" marT="0" marB="0">
                    <a:lnB w="9525" cap="flat" cmpd="sng">
                      <a:solidFill>
                        <a:schemeClr val="accent2"/>
                      </a:solidFill>
                      <a:prstDash val="solid"/>
                      <a:round/>
                      <a:headEnd type="none" w="sm" len="sm"/>
                      <a:tailEnd type="none" w="sm" len="sm"/>
                    </a:lnB>
                  </a:tcPr>
                </a:tc>
                <a:tc>
                  <a:txBody>
                    <a:bodyPr/>
                    <a:lstStyle/>
                    <a:p>
                      <a:pPr marL="0" marR="0" lvl="0" indent="0" algn="ctr" rtl="0">
                        <a:lnSpc>
                          <a:spcPct val="200000"/>
                        </a:lnSpc>
                        <a:spcBef>
                          <a:spcPts val="0"/>
                        </a:spcBef>
                        <a:spcAft>
                          <a:spcPts val="0"/>
                        </a:spcAft>
                        <a:buNone/>
                      </a:pPr>
                      <a:r>
                        <a:rPr lang="en" sz="1200"/>
                        <a:t>Pengujian</a:t>
                      </a:r>
                      <a:endParaRPr sz="1200"/>
                    </a:p>
                  </a:txBody>
                  <a:tcPr marL="59525" marR="59525" marT="0" marB="0">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11350">
                <a:tc>
                  <a:txBody>
                    <a:bodyPr/>
                    <a:lstStyle/>
                    <a:p>
                      <a:pPr marL="0" lvl="0" indent="0" algn="just" rtl="0">
                        <a:lnSpc>
                          <a:spcPct val="150000"/>
                        </a:lnSpc>
                        <a:spcBef>
                          <a:spcPts val="1200"/>
                        </a:spcBef>
                        <a:spcAft>
                          <a:spcPts val="0"/>
                        </a:spcAft>
                        <a:buNone/>
                      </a:pPr>
                      <a:r>
                        <a:rPr lang="en" sz="1200" b="0" dirty="0">
                          <a:latin typeface="Times New Roman"/>
                          <a:ea typeface="Times New Roman"/>
                          <a:cs typeface="Times New Roman"/>
                          <a:sym typeface="Times New Roman"/>
                        </a:rPr>
                        <a:t>Data sebelum covid</a:t>
                      </a:r>
                      <a:endParaRPr sz="1200" b="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42</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PA1-PA4</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7700">
                <a:tc>
                  <a:txBody>
                    <a:bodyPr/>
                    <a:lstStyle/>
                    <a:p>
                      <a:pPr marL="0" lvl="0" indent="0" algn="just" rtl="0">
                        <a:lnSpc>
                          <a:spcPct val="150000"/>
                        </a:lnSpc>
                        <a:spcBef>
                          <a:spcPts val="1200"/>
                        </a:spcBef>
                        <a:spcAft>
                          <a:spcPts val="0"/>
                        </a:spcAft>
                        <a:buNone/>
                      </a:pPr>
                      <a:r>
                        <a:rPr lang="en" sz="1200" b="0" dirty="0">
                          <a:latin typeface="Times New Roman"/>
                          <a:ea typeface="Times New Roman"/>
                          <a:cs typeface="Times New Roman"/>
                          <a:sym typeface="Times New Roman"/>
                        </a:rPr>
                        <a:t>Data setelah covid</a:t>
                      </a:r>
                      <a:endParaRPr sz="1200" b="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42</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PB1-PB4</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11350">
                <a:tc>
                  <a:txBody>
                    <a:bodyPr/>
                    <a:lstStyle/>
                    <a:p>
                      <a:pPr marL="0" lvl="0" indent="0" algn="just" rtl="0">
                        <a:lnSpc>
                          <a:spcPct val="150000"/>
                        </a:lnSpc>
                        <a:spcBef>
                          <a:spcPts val="1200"/>
                        </a:spcBef>
                        <a:spcAft>
                          <a:spcPts val="0"/>
                        </a:spcAft>
                        <a:buNone/>
                      </a:pPr>
                      <a:r>
                        <a:rPr lang="en" sz="1200" b="0" dirty="0">
                          <a:latin typeface="Times New Roman"/>
                          <a:ea typeface="Times New Roman"/>
                          <a:cs typeface="Times New Roman"/>
                          <a:sym typeface="Times New Roman"/>
                        </a:rPr>
                        <a:t>Data sebelum covid menggunakan </a:t>
                      </a:r>
                      <a:r>
                        <a:rPr lang="en" sz="1200" b="0" i="1" dirty="0">
                          <a:latin typeface="Times New Roman"/>
                          <a:ea typeface="Times New Roman"/>
                          <a:cs typeface="Times New Roman"/>
                          <a:sym typeface="Times New Roman"/>
                        </a:rPr>
                        <a:t>Tomek Links</a:t>
                      </a:r>
                      <a:endParaRPr sz="1200" b="0" i="1"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42</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dirty="0">
                          <a:latin typeface="Times New Roman"/>
                          <a:ea typeface="Times New Roman"/>
                          <a:cs typeface="Times New Roman"/>
                          <a:sym typeface="Times New Roman"/>
                        </a:rPr>
                        <a:t>PA5-PA8</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33700">
                <a:tc>
                  <a:txBody>
                    <a:bodyPr/>
                    <a:lstStyle/>
                    <a:p>
                      <a:pPr marL="0" lvl="0" indent="0" algn="just" rtl="0">
                        <a:lnSpc>
                          <a:spcPct val="150000"/>
                        </a:lnSpc>
                        <a:spcBef>
                          <a:spcPts val="1200"/>
                        </a:spcBef>
                        <a:spcAft>
                          <a:spcPts val="0"/>
                        </a:spcAft>
                        <a:buNone/>
                      </a:pPr>
                      <a:r>
                        <a:rPr lang="en" sz="1200" b="0" dirty="0">
                          <a:latin typeface="Times New Roman"/>
                          <a:ea typeface="Times New Roman"/>
                          <a:cs typeface="Times New Roman"/>
                          <a:sym typeface="Times New Roman"/>
                        </a:rPr>
                        <a:t>Data setelah covid menggunakan </a:t>
                      </a:r>
                      <a:r>
                        <a:rPr lang="en" sz="1200" b="0" i="1" dirty="0">
                          <a:latin typeface="Times New Roman"/>
                          <a:ea typeface="Times New Roman"/>
                          <a:cs typeface="Times New Roman"/>
                          <a:sym typeface="Times New Roman"/>
                        </a:rPr>
                        <a:t>Tomek Links</a:t>
                      </a:r>
                      <a:endParaRPr sz="1200" b="0" i="1"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42</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a:latin typeface="Times New Roman"/>
                          <a:ea typeface="Times New Roman"/>
                          <a:cs typeface="Times New Roman"/>
                          <a:sym typeface="Times New Roman"/>
                        </a:rPr>
                        <a:t>3, 5, 7, dan 9</a:t>
                      </a:r>
                      <a:endParaRPr sz="120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lnSpc>
                          <a:spcPct val="150000"/>
                        </a:lnSpc>
                        <a:spcBef>
                          <a:spcPts val="1200"/>
                        </a:spcBef>
                        <a:spcAft>
                          <a:spcPts val="0"/>
                        </a:spcAft>
                        <a:buNone/>
                      </a:pPr>
                      <a:r>
                        <a:rPr lang="en" sz="1200" dirty="0">
                          <a:latin typeface="Times New Roman"/>
                          <a:ea typeface="Times New Roman"/>
                          <a:cs typeface="Times New Roman"/>
                          <a:sym typeface="Times New Roman"/>
                        </a:rPr>
                        <a:t>PB5-PB8</a:t>
                      </a:r>
                      <a:endParaRPr sz="1200" dirty="0">
                        <a:latin typeface="Times New Roman"/>
                        <a:ea typeface="Times New Roman"/>
                        <a:cs typeface="Times New Roman"/>
                        <a:sym typeface="Times New Roman"/>
                      </a:endParaRPr>
                    </a:p>
                  </a:txBody>
                  <a:tcPr marL="68575" marR="6857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74"/>
                                        </p:tgtEl>
                                        <p:attrNameLst>
                                          <p:attrName>style.visibility</p:attrName>
                                        </p:attrNameLst>
                                      </p:cBhvr>
                                      <p:to>
                                        <p:strVal val="visible"/>
                                      </p:to>
                                    </p:set>
                                    <p:animEffect transition="in" filter="fade">
                                      <p:cBhvr>
                                        <p:cTn id="7" dur="500"/>
                                        <p:tgtEl>
                                          <p:spTgt spid="167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673"/>
                                        </p:tgtEl>
                                        <p:attrNameLst>
                                          <p:attrName>style.visibility</p:attrName>
                                        </p:attrNameLst>
                                      </p:cBhvr>
                                      <p:to>
                                        <p:strVal val="visible"/>
                                      </p:to>
                                    </p:set>
                                    <p:anim calcmode="lin" valueType="num">
                                      <p:cBhvr additive="base">
                                        <p:cTn id="11" dur="500"/>
                                        <p:tgtEl>
                                          <p:spTgt spid="1673"/>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75"/>
                                        </p:tgtEl>
                                        <p:attrNameLst>
                                          <p:attrName>style.visibility</p:attrName>
                                        </p:attrNameLst>
                                      </p:cBhvr>
                                      <p:to>
                                        <p:strVal val="visible"/>
                                      </p:to>
                                    </p:set>
                                    <p:animEffect transition="in" filter="fade">
                                      <p:cBhvr>
                                        <p:cTn id="15" dur="2000"/>
                                        <p:tgtEl>
                                          <p:spTgt spid="1675"/>
                                        </p:tgtEl>
                                      </p:cBhvr>
                                    </p:animEffect>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1676"/>
                                        </p:tgtEl>
                                        <p:attrNameLst>
                                          <p:attrName>style.visibility</p:attrName>
                                        </p:attrNameLst>
                                      </p:cBhvr>
                                      <p:to>
                                        <p:strVal val="visible"/>
                                      </p:to>
                                    </p:set>
                                    <p:anim calcmode="lin" valueType="num">
                                      <p:cBhvr additive="base">
                                        <p:cTn id="19" dur="500"/>
                                        <p:tgtEl>
                                          <p:spTgt spid="1676"/>
                                        </p:tgtEl>
                                        <p:attrNameLst>
                                          <p:attrName>ppt_w</p:attrName>
                                        </p:attrNameLst>
                                      </p:cBhvr>
                                      <p:tavLst>
                                        <p:tav tm="0">
                                          <p:val>
                                            <p:strVal val="0"/>
                                          </p:val>
                                        </p:tav>
                                        <p:tav tm="100000">
                                          <p:val>
                                            <p:strVal val="#ppt_w"/>
                                          </p:val>
                                        </p:tav>
                                      </p:tavLst>
                                    </p:anim>
                                    <p:anim calcmode="lin" valueType="num">
                                      <p:cBhvr additive="base">
                                        <p:cTn id="20" dur="500"/>
                                        <p:tgtEl>
                                          <p:spTgt spid="167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2" name="Google Shape;1702;p106"/>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03" name="Google Shape;1703;p106"/>
          <p:cNvSpPr txBox="1">
            <a:spLocks noGrp="1"/>
          </p:cNvSpPr>
          <p:nvPr>
            <p:ph type="title"/>
          </p:nvPr>
        </p:nvSpPr>
        <p:spPr>
          <a:xfrm>
            <a:off x="719138" y="850661"/>
            <a:ext cx="4651148" cy="62609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sz="3600"/>
              <a:t>Kebutuhan hardware dan software</a:t>
            </a:r>
            <a:endParaRPr sz="3600"/>
          </a:p>
        </p:txBody>
      </p:sp>
      <p:sp>
        <p:nvSpPr>
          <p:cNvPr id="1704" name="Google Shape;1704;p106"/>
          <p:cNvSpPr/>
          <p:nvPr/>
        </p:nvSpPr>
        <p:spPr>
          <a:xfrm>
            <a:off x="1470660" y="4222550"/>
            <a:ext cx="2758068" cy="275806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05" name="Google Shape;1705;p106"/>
          <p:cNvSpPr/>
          <p:nvPr/>
        </p:nvSpPr>
        <p:spPr>
          <a:xfrm>
            <a:off x="0" y="257836"/>
            <a:ext cx="3549628" cy="12037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06" name="Google Shape;1706;p106"/>
          <p:cNvSpPr/>
          <p:nvPr/>
        </p:nvSpPr>
        <p:spPr>
          <a:xfrm>
            <a:off x="3614047" y="4157047"/>
            <a:ext cx="676548" cy="676548"/>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707" name="Google Shape;1707;p106"/>
          <p:cNvGrpSpPr/>
          <p:nvPr/>
        </p:nvGrpSpPr>
        <p:grpSpPr>
          <a:xfrm>
            <a:off x="8420100" y="-257225"/>
            <a:ext cx="914556" cy="718263"/>
            <a:chOff x="388620" y="1420922"/>
            <a:chExt cx="679997" cy="534048"/>
          </a:xfrm>
        </p:grpSpPr>
        <p:sp>
          <p:nvSpPr>
            <p:cNvPr id="1708" name="Google Shape;1708;p106"/>
            <p:cNvSpPr/>
            <p:nvPr/>
          </p:nvSpPr>
          <p:spPr>
            <a:xfrm>
              <a:off x="3886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09" name="Google Shape;1709;p106"/>
            <p:cNvSpPr/>
            <p:nvPr/>
          </p:nvSpPr>
          <p:spPr>
            <a:xfrm>
              <a:off x="5410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0" name="Google Shape;1710;p106"/>
            <p:cNvSpPr/>
            <p:nvPr/>
          </p:nvSpPr>
          <p:spPr>
            <a:xfrm>
              <a:off x="693420" y="14209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1" name="Google Shape;1711;p106"/>
            <p:cNvSpPr/>
            <p:nvPr/>
          </p:nvSpPr>
          <p:spPr>
            <a:xfrm>
              <a:off x="8458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2" name="Google Shape;1712;p106"/>
            <p:cNvSpPr/>
            <p:nvPr/>
          </p:nvSpPr>
          <p:spPr>
            <a:xfrm>
              <a:off x="998220" y="14209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3" name="Google Shape;1713;p106"/>
            <p:cNvSpPr/>
            <p:nvPr/>
          </p:nvSpPr>
          <p:spPr>
            <a:xfrm>
              <a:off x="3886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4" name="Google Shape;1714;p106"/>
            <p:cNvSpPr/>
            <p:nvPr/>
          </p:nvSpPr>
          <p:spPr>
            <a:xfrm>
              <a:off x="5410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5" name="Google Shape;1715;p106"/>
            <p:cNvSpPr/>
            <p:nvPr/>
          </p:nvSpPr>
          <p:spPr>
            <a:xfrm>
              <a:off x="693420" y="157332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6" name="Google Shape;1716;p106"/>
            <p:cNvSpPr/>
            <p:nvPr/>
          </p:nvSpPr>
          <p:spPr>
            <a:xfrm>
              <a:off x="8458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7" name="Google Shape;1717;p106"/>
            <p:cNvSpPr/>
            <p:nvPr/>
          </p:nvSpPr>
          <p:spPr>
            <a:xfrm>
              <a:off x="998220" y="157332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8" name="Google Shape;1718;p106"/>
            <p:cNvSpPr/>
            <p:nvPr/>
          </p:nvSpPr>
          <p:spPr>
            <a:xfrm>
              <a:off x="3886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9" name="Google Shape;1719;p106"/>
            <p:cNvSpPr/>
            <p:nvPr/>
          </p:nvSpPr>
          <p:spPr>
            <a:xfrm>
              <a:off x="5410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0" name="Google Shape;1720;p106"/>
            <p:cNvSpPr/>
            <p:nvPr/>
          </p:nvSpPr>
          <p:spPr>
            <a:xfrm>
              <a:off x="693420" y="1728948"/>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1" name="Google Shape;1721;p106"/>
            <p:cNvSpPr/>
            <p:nvPr/>
          </p:nvSpPr>
          <p:spPr>
            <a:xfrm>
              <a:off x="8458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2" name="Google Shape;1722;p106"/>
            <p:cNvSpPr/>
            <p:nvPr/>
          </p:nvSpPr>
          <p:spPr>
            <a:xfrm>
              <a:off x="998220" y="1728947"/>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3" name="Google Shape;1723;p106"/>
            <p:cNvSpPr/>
            <p:nvPr/>
          </p:nvSpPr>
          <p:spPr>
            <a:xfrm>
              <a:off x="3886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4" name="Google Shape;1724;p106"/>
            <p:cNvSpPr/>
            <p:nvPr/>
          </p:nvSpPr>
          <p:spPr>
            <a:xfrm>
              <a:off x="5410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5" name="Google Shape;1725;p106"/>
            <p:cNvSpPr/>
            <p:nvPr/>
          </p:nvSpPr>
          <p:spPr>
            <a:xfrm>
              <a:off x="693420" y="1884573"/>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6" name="Google Shape;1726;p106"/>
            <p:cNvSpPr/>
            <p:nvPr/>
          </p:nvSpPr>
          <p:spPr>
            <a:xfrm>
              <a:off x="8458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7" name="Google Shape;1727;p106"/>
            <p:cNvSpPr/>
            <p:nvPr/>
          </p:nvSpPr>
          <p:spPr>
            <a:xfrm>
              <a:off x="998220" y="1884572"/>
              <a:ext cx="70397" cy="70397"/>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728" name="Google Shape;1728;p106"/>
          <p:cNvSpPr/>
          <p:nvPr/>
        </p:nvSpPr>
        <p:spPr>
          <a:xfrm flipH="1">
            <a:off x="8173403" y="1708136"/>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9" name="Google Shape;1729;p106"/>
          <p:cNvSpPr/>
          <p:nvPr/>
        </p:nvSpPr>
        <p:spPr>
          <a:xfrm flipH="1">
            <a:off x="8173403" y="2300949"/>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30" name="Google Shape;1730;p106"/>
          <p:cNvSpPr/>
          <p:nvPr/>
        </p:nvSpPr>
        <p:spPr>
          <a:xfrm flipH="1">
            <a:off x="8173404" y="2903958"/>
            <a:ext cx="633175" cy="633175"/>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31" name="Google Shape;1731;p106"/>
          <p:cNvSpPr txBox="1"/>
          <p:nvPr/>
        </p:nvSpPr>
        <p:spPr>
          <a:xfrm>
            <a:off x="2253361" y="1662820"/>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1732" name="Google Shape;1732;p106"/>
          <p:cNvSpPr txBox="1"/>
          <p:nvPr/>
        </p:nvSpPr>
        <p:spPr>
          <a:xfrm>
            <a:off x="5401695" y="1662820"/>
            <a:ext cx="734700" cy="447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02</a:t>
            </a:r>
            <a:endParaRPr/>
          </a:p>
        </p:txBody>
      </p:sp>
      <p:sp>
        <p:nvSpPr>
          <p:cNvPr id="1733" name="Google Shape;1733;p106"/>
          <p:cNvSpPr txBox="1"/>
          <p:nvPr/>
        </p:nvSpPr>
        <p:spPr>
          <a:xfrm>
            <a:off x="1830660" y="2247900"/>
            <a:ext cx="1580102" cy="4848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Clr>
                <a:srgbClr val="1D0D00"/>
              </a:buClr>
              <a:buSzPts val="2400"/>
              <a:buFont typeface="Bebas Neue"/>
              <a:buNone/>
            </a:pPr>
            <a:r>
              <a:rPr lang="en" sz="2400" b="0" i="0" u="none" strike="noStrike" cap="none">
                <a:solidFill>
                  <a:srgbClr val="1D0D00"/>
                </a:solidFill>
                <a:latin typeface="DM Sans Medium"/>
                <a:ea typeface="DM Sans Medium"/>
                <a:cs typeface="DM Sans Medium"/>
                <a:sym typeface="DM Sans Medium"/>
              </a:rPr>
              <a:t>Hardware</a:t>
            </a:r>
            <a:endParaRPr/>
          </a:p>
        </p:txBody>
      </p:sp>
      <p:sp>
        <p:nvSpPr>
          <p:cNvPr id="1734" name="Google Shape;1734;p106"/>
          <p:cNvSpPr txBox="1"/>
          <p:nvPr/>
        </p:nvSpPr>
        <p:spPr>
          <a:xfrm>
            <a:off x="5103674" y="2247900"/>
            <a:ext cx="1580102" cy="4848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Clr>
                <a:srgbClr val="1D0D00"/>
              </a:buClr>
              <a:buSzPts val="2400"/>
              <a:buFont typeface="Bebas Neue"/>
              <a:buNone/>
            </a:pPr>
            <a:r>
              <a:rPr lang="en" sz="2400" b="0" i="0" u="none" strike="noStrike" cap="none">
                <a:solidFill>
                  <a:srgbClr val="1D0D00"/>
                </a:solidFill>
                <a:latin typeface="DM Sans Medium"/>
                <a:ea typeface="DM Sans Medium"/>
                <a:cs typeface="DM Sans Medium"/>
                <a:sym typeface="DM Sans Medium"/>
              </a:rPr>
              <a:t>Software</a:t>
            </a:r>
            <a:endParaRPr/>
          </a:p>
        </p:txBody>
      </p:sp>
      <p:sp>
        <p:nvSpPr>
          <p:cNvPr id="1735" name="Google Shape;1735;p106"/>
          <p:cNvSpPr txBox="1"/>
          <p:nvPr/>
        </p:nvSpPr>
        <p:spPr>
          <a:xfrm>
            <a:off x="960303" y="2689479"/>
            <a:ext cx="3398700" cy="10158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200000"/>
              </a:lnSpc>
              <a:spcBef>
                <a:spcPts val="0"/>
              </a:spcBef>
              <a:spcAft>
                <a:spcPts val="0"/>
              </a:spcAft>
              <a:buClr>
                <a:srgbClr val="000000"/>
              </a:buClr>
              <a:buSzPts val="1200"/>
              <a:buFont typeface="Arial"/>
              <a:buAutoNum type="arabicPeriod"/>
            </a:pPr>
            <a:r>
              <a:rPr lang="en" sz="1200" b="0" i="1" u="none" strike="noStrike" cap="none">
                <a:solidFill>
                  <a:srgbClr val="000000"/>
                </a:solidFill>
                <a:latin typeface="DM Sans"/>
                <a:ea typeface="DM Sans"/>
                <a:cs typeface="DM Sans"/>
                <a:sym typeface="DM Sans"/>
              </a:rPr>
              <a:t>Processor Intel(R) Core(TM)</a:t>
            </a:r>
            <a:r>
              <a:rPr lang="en" sz="1200" b="0" i="0" u="none" strike="noStrike" cap="none">
                <a:solidFill>
                  <a:srgbClr val="000000"/>
                </a:solidFill>
                <a:latin typeface="DM Sans"/>
                <a:ea typeface="DM Sans"/>
                <a:cs typeface="DM Sans"/>
                <a:sym typeface="DM Sans"/>
              </a:rPr>
              <a:t> i5-8265U CPU @ 1.60GHz   1.80 GHz</a:t>
            </a:r>
            <a:endParaRPr sz="1200" b="0" i="0" u="none" strike="noStrike" cap="none">
              <a:solidFill>
                <a:srgbClr val="000000"/>
              </a:solidFill>
              <a:latin typeface="DM Sans"/>
              <a:ea typeface="DM Sans"/>
              <a:cs typeface="DM Sans"/>
              <a:sym typeface="DM Sans"/>
            </a:endParaRPr>
          </a:p>
          <a:p>
            <a:pPr marL="342900" marR="0" lvl="0" indent="-342900" algn="l" rtl="0">
              <a:lnSpc>
                <a:spcPct val="200000"/>
              </a:lnSpc>
              <a:spcBef>
                <a:spcPts val="0"/>
              </a:spcBef>
              <a:spcAft>
                <a:spcPts val="0"/>
              </a:spcAft>
              <a:buClr>
                <a:srgbClr val="000000"/>
              </a:buClr>
              <a:buSzPts val="1200"/>
              <a:buFont typeface="Arial"/>
              <a:buAutoNum type="arabicPeriod"/>
            </a:pPr>
            <a:r>
              <a:rPr lang="en" sz="1200" b="0" i="0" u="none" strike="noStrike" cap="none">
                <a:solidFill>
                  <a:srgbClr val="000000"/>
                </a:solidFill>
                <a:latin typeface="DM Sans"/>
                <a:ea typeface="DM Sans"/>
                <a:cs typeface="DM Sans"/>
                <a:sym typeface="DM Sans"/>
              </a:rPr>
              <a:t>RAM : 4 GB</a:t>
            </a:r>
            <a:endParaRPr sz="1200" b="0" i="0" u="none" strike="noStrike" cap="none">
              <a:solidFill>
                <a:srgbClr val="000000"/>
              </a:solidFill>
              <a:latin typeface="DM Sans"/>
              <a:ea typeface="DM Sans"/>
              <a:cs typeface="DM Sans"/>
              <a:sym typeface="DM Sans"/>
            </a:endParaRPr>
          </a:p>
        </p:txBody>
      </p:sp>
      <p:sp>
        <p:nvSpPr>
          <p:cNvPr id="1736" name="Google Shape;1736;p106"/>
          <p:cNvSpPr txBox="1"/>
          <p:nvPr/>
        </p:nvSpPr>
        <p:spPr>
          <a:xfrm>
            <a:off x="4635538" y="2642700"/>
            <a:ext cx="2686200" cy="6465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200000"/>
              </a:lnSpc>
              <a:spcBef>
                <a:spcPts val="0"/>
              </a:spcBef>
              <a:spcAft>
                <a:spcPts val="0"/>
              </a:spcAft>
              <a:buClr>
                <a:srgbClr val="000000"/>
              </a:buClr>
              <a:buSzPts val="1200"/>
              <a:buFont typeface="Arial"/>
              <a:buAutoNum type="arabicPeriod"/>
            </a:pPr>
            <a:r>
              <a:rPr lang="en" sz="1200" b="0" i="0" u="none" strike="noStrike" cap="none">
                <a:solidFill>
                  <a:srgbClr val="000000"/>
                </a:solidFill>
                <a:latin typeface="DM Sans"/>
                <a:ea typeface="DM Sans"/>
                <a:cs typeface="DM Sans"/>
                <a:sym typeface="DM Sans"/>
              </a:rPr>
              <a:t>Sistem Operasi Windows 11</a:t>
            </a:r>
            <a:endParaRPr sz="1200" b="0" i="0" u="none" strike="noStrike" cap="none">
              <a:solidFill>
                <a:srgbClr val="000000"/>
              </a:solidFill>
              <a:latin typeface="DM Sans"/>
              <a:ea typeface="DM Sans"/>
              <a:cs typeface="DM Sans"/>
              <a:sym typeface="DM Sans"/>
            </a:endParaRPr>
          </a:p>
          <a:p>
            <a:pPr marL="342900" marR="0" lvl="0" indent="-342900" algn="l" rtl="0">
              <a:lnSpc>
                <a:spcPct val="200000"/>
              </a:lnSpc>
              <a:spcBef>
                <a:spcPts val="0"/>
              </a:spcBef>
              <a:spcAft>
                <a:spcPts val="0"/>
              </a:spcAft>
              <a:buClr>
                <a:srgbClr val="000000"/>
              </a:buClr>
              <a:buSzPts val="1200"/>
              <a:buFont typeface="Arial"/>
              <a:buAutoNum type="arabicPeriod"/>
            </a:pPr>
            <a:r>
              <a:rPr lang="en" sz="1200" b="0" i="1" u="none" strike="noStrike" cap="none">
                <a:solidFill>
                  <a:srgbClr val="000000"/>
                </a:solidFill>
                <a:latin typeface="DM Sans"/>
                <a:ea typeface="DM Sans"/>
                <a:cs typeface="DM Sans"/>
                <a:sym typeface="DM Sans"/>
              </a:rPr>
              <a:t>Google Colaboratory</a:t>
            </a:r>
            <a:endParaRPr sz="1200" b="0" i="0" u="none" strike="noStrike" cap="none">
              <a:solidFill>
                <a:srgbClr val="000000"/>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05"/>
                                        </p:tgtEl>
                                        <p:attrNameLst>
                                          <p:attrName>style.visibility</p:attrName>
                                        </p:attrNameLst>
                                      </p:cBhvr>
                                      <p:to>
                                        <p:strVal val="visible"/>
                                      </p:to>
                                    </p:set>
                                    <p:animEffect transition="in" filter="fade">
                                      <p:cBhvr>
                                        <p:cTn id="7" dur="500"/>
                                        <p:tgtEl>
                                          <p:spTgt spid="170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704"/>
                                        </p:tgtEl>
                                        <p:attrNameLst>
                                          <p:attrName>style.visibility</p:attrName>
                                        </p:attrNameLst>
                                      </p:cBhvr>
                                      <p:to>
                                        <p:strVal val="visible"/>
                                      </p:to>
                                    </p:set>
                                    <p:anim calcmode="lin" valueType="num">
                                      <p:cBhvr additive="base">
                                        <p:cTn id="11" dur="500"/>
                                        <p:tgtEl>
                                          <p:spTgt spid="1704"/>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06"/>
                                        </p:tgtEl>
                                        <p:attrNameLst>
                                          <p:attrName>style.visibility</p:attrName>
                                        </p:attrNameLst>
                                      </p:cBhvr>
                                      <p:to>
                                        <p:strVal val="visible"/>
                                      </p:to>
                                    </p:set>
                                    <p:animEffect transition="in" filter="fade">
                                      <p:cBhvr>
                                        <p:cTn id="15" dur="2000"/>
                                        <p:tgtEl>
                                          <p:spTgt spid="1706"/>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730"/>
                                        </p:tgtEl>
                                        <p:attrNameLst>
                                          <p:attrName>style.visibility</p:attrName>
                                        </p:attrNameLst>
                                      </p:cBhvr>
                                      <p:to>
                                        <p:strVal val="visible"/>
                                      </p:to>
                                    </p:set>
                                    <p:animEffect transition="in" filter="fade">
                                      <p:cBhvr>
                                        <p:cTn id="19" dur="500"/>
                                        <p:tgtEl>
                                          <p:spTgt spid="1730"/>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729"/>
                                        </p:tgtEl>
                                        <p:attrNameLst>
                                          <p:attrName>style.visibility</p:attrName>
                                        </p:attrNameLst>
                                      </p:cBhvr>
                                      <p:to>
                                        <p:strVal val="visible"/>
                                      </p:to>
                                    </p:set>
                                    <p:animEffect transition="in" filter="fade">
                                      <p:cBhvr>
                                        <p:cTn id="23" dur="500"/>
                                        <p:tgtEl>
                                          <p:spTgt spid="1729"/>
                                        </p:tgtEl>
                                      </p:cBhvr>
                                    </p:animEffect>
                                  </p:childTnLst>
                                </p:cTn>
                              </p:par>
                            </p:childTnLst>
                          </p:cTn>
                        </p:par>
                        <p:par>
                          <p:cTn id="24" fill="hold">
                            <p:stCondLst>
                              <p:cond delay="4000"/>
                            </p:stCondLst>
                            <p:childTnLst>
                              <p:par>
                                <p:cTn id="25" presetID="10" presetClass="entr" presetSubtype="0" fill="hold" nodeType="afterEffect">
                                  <p:stCondLst>
                                    <p:cond delay="0"/>
                                  </p:stCondLst>
                                  <p:childTnLst>
                                    <p:set>
                                      <p:cBhvr>
                                        <p:cTn id="26" dur="1" fill="hold">
                                          <p:stCondLst>
                                            <p:cond delay="0"/>
                                          </p:stCondLst>
                                        </p:cTn>
                                        <p:tgtEl>
                                          <p:spTgt spid="1728"/>
                                        </p:tgtEl>
                                        <p:attrNameLst>
                                          <p:attrName>style.visibility</p:attrName>
                                        </p:attrNameLst>
                                      </p:cBhvr>
                                      <p:to>
                                        <p:strVal val="visible"/>
                                      </p:to>
                                    </p:set>
                                    <p:animEffect transition="in" filter="fade">
                                      <p:cBhvr>
                                        <p:cTn id="27" dur="500"/>
                                        <p:tgtEl>
                                          <p:spTgt spid="1728"/>
                                        </p:tgtEl>
                                      </p:cBhvr>
                                    </p:animEffect>
                                  </p:childTnLst>
                                </p:cTn>
                              </p:par>
                            </p:childTnLst>
                          </p:cTn>
                        </p:par>
                        <p:par>
                          <p:cTn id="28" fill="hold">
                            <p:stCondLst>
                              <p:cond delay="4500"/>
                            </p:stCondLst>
                            <p:childTnLst>
                              <p:par>
                                <p:cTn id="29" presetID="23" presetClass="entr" presetSubtype="16" fill="hold" nodeType="afterEffect">
                                  <p:stCondLst>
                                    <p:cond delay="0"/>
                                  </p:stCondLst>
                                  <p:childTnLst>
                                    <p:set>
                                      <p:cBhvr>
                                        <p:cTn id="30" dur="1" fill="hold">
                                          <p:stCondLst>
                                            <p:cond delay="0"/>
                                          </p:stCondLst>
                                        </p:cTn>
                                        <p:tgtEl>
                                          <p:spTgt spid="1707"/>
                                        </p:tgtEl>
                                        <p:attrNameLst>
                                          <p:attrName>style.visibility</p:attrName>
                                        </p:attrNameLst>
                                      </p:cBhvr>
                                      <p:to>
                                        <p:strVal val="visible"/>
                                      </p:to>
                                    </p:set>
                                    <p:anim calcmode="lin" valueType="num">
                                      <p:cBhvr additive="base">
                                        <p:cTn id="31" dur="500"/>
                                        <p:tgtEl>
                                          <p:spTgt spid="1707"/>
                                        </p:tgtEl>
                                        <p:attrNameLst>
                                          <p:attrName>ppt_w</p:attrName>
                                        </p:attrNameLst>
                                      </p:cBhvr>
                                      <p:tavLst>
                                        <p:tav tm="0">
                                          <p:val>
                                            <p:strVal val="0"/>
                                          </p:val>
                                        </p:tav>
                                        <p:tav tm="100000">
                                          <p:val>
                                            <p:strVal val="#ppt_w"/>
                                          </p:val>
                                        </p:tav>
                                      </p:tavLst>
                                    </p:anim>
                                    <p:anim calcmode="lin" valueType="num">
                                      <p:cBhvr additive="base">
                                        <p:cTn id="32" dur="500"/>
                                        <p:tgtEl>
                                          <p:spTgt spid="170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41"/>
        <p:cNvGrpSpPr/>
        <p:nvPr/>
      </p:nvGrpSpPr>
      <p:grpSpPr>
        <a:xfrm>
          <a:off x="0" y="0"/>
          <a:ext cx="0" cy="0"/>
          <a:chOff x="0" y="0"/>
          <a:chExt cx="0" cy="0"/>
        </a:xfrm>
      </p:grpSpPr>
      <p:grpSp>
        <p:nvGrpSpPr>
          <p:cNvPr id="1742" name="Google Shape;1742;g265bef59cd1_1_55"/>
          <p:cNvGrpSpPr/>
          <p:nvPr/>
        </p:nvGrpSpPr>
        <p:grpSpPr>
          <a:xfrm>
            <a:off x="3873190" y="4491534"/>
            <a:ext cx="1245366" cy="186000"/>
            <a:chOff x="1836563" y="443835"/>
            <a:chExt cx="1245366" cy="186000"/>
          </a:xfrm>
        </p:grpSpPr>
        <p:sp>
          <p:nvSpPr>
            <p:cNvPr id="1743" name="Google Shape;1743;g265bef59cd1_1_55"/>
            <p:cNvSpPr/>
            <p:nvPr/>
          </p:nvSpPr>
          <p:spPr>
            <a:xfrm>
              <a:off x="1836563"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44" name="Google Shape;1744;g265bef59cd1_1_55"/>
            <p:cNvSpPr/>
            <p:nvPr/>
          </p:nvSpPr>
          <p:spPr>
            <a:xfrm>
              <a:off x="2189685"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45" name="Google Shape;1745;g265bef59cd1_1_55"/>
            <p:cNvSpPr/>
            <p:nvPr/>
          </p:nvSpPr>
          <p:spPr>
            <a:xfrm>
              <a:off x="2542807"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46" name="Google Shape;1746;g265bef59cd1_1_55"/>
            <p:cNvSpPr/>
            <p:nvPr/>
          </p:nvSpPr>
          <p:spPr>
            <a:xfrm>
              <a:off x="2895929"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747" name="Google Shape;1747;g265bef59cd1_1_55"/>
          <p:cNvSpPr/>
          <p:nvPr/>
        </p:nvSpPr>
        <p:spPr>
          <a:xfrm>
            <a:off x="-488331" y="-1720336"/>
            <a:ext cx="2996100" cy="2996100"/>
          </a:xfrm>
          <a:prstGeom prst="flowChartConnector">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48" name="Google Shape;1748;g265bef59cd1_1_55"/>
          <p:cNvSpPr/>
          <p:nvPr/>
        </p:nvSpPr>
        <p:spPr>
          <a:xfrm rot="5400000">
            <a:off x="7783790" y="1248051"/>
            <a:ext cx="2011760" cy="556260"/>
          </a:xfrm>
          <a:prstGeom prst="flowChartProcess">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49" name="Google Shape;1749;g265bef59cd1_1_55"/>
          <p:cNvSpPr/>
          <p:nvPr/>
        </p:nvSpPr>
        <p:spPr>
          <a:xfrm rot="5400000">
            <a:off x="7783790" y="3259813"/>
            <a:ext cx="2011760" cy="556260"/>
          </a:xfrm>
          <a:prstGeom prst="flowChartProcess">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50" name="Google Shape;1750;g265bef59cd1_1_55"/>
          <p:cNvSpPr txBox="1">
            <a:spLocks noGrp="1"/>
          </p:cNvSpPr>
          <p:nvPr>
            <p:ph type="title"/>
          </p:nvPr>
        </p:nvSpPr>
        <p:spPr>
          <a:xfrm>
            <a:off x="647700" y="2512872"/>
            <a:ext cx="7696200" cy="12192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7500"/>
              <a:buNone/>
            </a:pPr>
            <a:r>
              <a:rPr lang="en" sz="4900"/>
              <a:t>Implementasi hasil dan analisis hasil</a:t>
            </a:r>
            <a:endParaRPr sz="4900"/>
          </a:p>
        </p:txBody>
      </p:sp>
      <p:sp>
        <p:nvSpPr>
          <p:cNvPr id="1751" name="Google Shape;1751;g265bef59cd1_1_55"/>
          <p:cNvSpPr txBox="1">
            <a:spLocks noGrp="1"/>
          </p:cNvSpPr>
          <p:nvPr>
            <p:ph type="body" idx="4294967295"/>
          </p:nvPr>
        </p:nvSpPr>
        <p:spPr>
          <a:xfrm>
            <a:off x="647700" y="1351825"/>
            <a:ext cx="7696200" cy="8334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9600"/>
              <a:buNone/>
            </a:pPr>
            <a:r>
              <a:rPr lang="en" sz="8000">
                <a:solidFill>
                  <a:schemeClr val="accent2"/>
                </a:solidFill>
                <a:latin typeface="Bebas Neue"/>
                <a:ea typeface="Bebas Neue"/>
                <a:cs typeface="Bebas Neue"/>
                <a:sym typeface="Bebas Neue"/>
              </a:rPr>
              <a:t>Bab iv</a:t>
            </a:r>
            <a:endParaRPr sz="8000">
              <a:solidFill>
                <a:schemeClr val="accent2"/>
              </a:solidFill>
              <a:latin typeface="Bebas Neue"/>
              <a:ea typeface="Bebas Neue"/>
              <a:cs typeface="Bebas Neue"/>
              <a:sym typeface="Bebas Neue"/>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6" name="Google Shape;1756;g265c0407e0d_0_21"/>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57" name="Google Shape;1757;g265c0407e0d_0_21"/>
          <p:cNvSpPr txBox="1">
            <a:spLocks noGrp="1"/>
          </p:cNvSpPr>
          <p:nvPr>
            <p:ph type="title"/>
          </p:nvPr>
        </p:nvSpPr>
        <p:spPr>
          <a:xfrm>
            <a:off x="719177" y="632475"/>
            <a:ext cx="65463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dirty="0"/>
              <a:t>Implementasi hasil dan analisis hasil</a:t>
            </a:r>
            <a:endParaRPr dirty="0"/>
          </a:p>
        </p:txBody>
      </p:sp>
      <p:sp>
        <p:nvSpPr>
          <p:cNvPr id="1758" name="Google Shape;1758;g265c0407e0d_0_21"/>
          <p:cNvSpPr/>
          <p:nvPr/>
        </p:nvSpPr>
        <p:spPr>
          <a:xfrm>
            <a:off x="1318260" y="45273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59" name="Google Shape;1759;g265c0407e0d_0_21"/>
          <p:cNvSpPr/>
          <p:nvPr/>
        </p:nvSpPr>
        <p:spPr>
          <a:xfrm>
            <a:off x="0" y="461038"/>
            <a:ext cx="3549600" cy="1203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0" name="Google Shape;1760;g265c0407e0d_0_21"/>
          <p:cNvSpPr/>
          <p:nvPr/>
        </p:nvSpPr>
        <p:spPr>
          <a:xfrm>
            <a:off x="3461647" y="4461847"/>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761" name="Google Shape;1761;g265c0407e0d_0_21"/>
          <p:cNvGrpSpPr/>
          <p:nvPr/>
        </p:nvGrpSpPr>
        <p:grpSpPr>
          <a:xfrm>
            <a:off x="8420084" y="-257283"/>
            <a:ext cx="914666" cy="718380"/>
            <a:chOff x="388620" y="1420922"/>
            <a:chExt cx="680100" cy="534151"/>
          </a:xfrm>
        </p:grpSpPr>
        <p:sp>
          <p:nvSpPr>
            <p:cNvPr id="1762" name="Google Shape;1762;g265c0407e0d_0_21"/>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3" name="Google Shape;1763;g265c0407e0d_0_21"/>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4" name="Google Shape;1764;g265c0407e0d_0_21"/>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5" name="Google Shape;1765;g265c0407e0d_0_21"/>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6" name="Google Shape;1766;g265c0407e0d_0_21"/>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7" name="Google Shape;1767;g265c0407e0d_0_21"/>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8" name="Google Shape;1768;g265c0407e0d_0_21"/>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9" name="Google Shape;1769;g265c0407e0d_0_21"/>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0" name="Google Shape;1770;g265c0407e0d_0_21"/>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1" name="Google Shape;1771;g265c0407e0d_0_21"/>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2" name="Google Shape;1772;g265c0407e0d_0_21"/>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3" name="Google Shape;1773;g265c0407e0d_0_21"/>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4" name="Google Shape;1774;g265c0407e0d_0_21"/>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5" name="Google Shape;1775;g265c0407e0d_0_21"/>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6" name="Google Shape;1776;g265c0407e0d_0_21"/>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7" name="Google Shape;1777;g265c0407e0d_0_21"/>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8" name="Google Shape;1778;g265c0407e0d_0_21"/>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9" name="Google Shape;1779;g265c0407e0d_0_21"/>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80" name="Google Shape;1780;g265c0407e0d_0_21"/>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81" name="Google Shape;1781;g265c0407e0d_0_21"/>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782" name="Google Shape;1782;g265c0407e0d_0_21"/>
          <p:cNvSpPr/>
          <p:nvPr/>
        </p:nvSpPr>
        <p:spPr>
          <a:xfrm flipH="1">
            <a:off x="8690424" y="4116011"/>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83" name="Google Shape;1783;g265c0407e0d_0_21"/>
          <p:cNvSpPr/>
          <p:nvPr/>
        </p:nvSpPr>
        <p:spPr>
          <a:xfrm flipH="1">
            <a:off x="8690424" y="4632624"/>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84" name="Google Shape;1784;g265c0407e0d_0_21"/>
          <p:cNvSpPr txBox="1"/>
          <p:nvPr/>
        </p:nvSpPr>
        <p:spPr>
          <a:xfrm>
            <a:off x="949182" y="112933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1785" name="Google Shape;1785;g265c0407e0d_0_21"/>
          <p:cNvSpPr txBox="1"/>
          <p:nvPr/>
        </p:nvSpPr>
        <p:spPr>
          <a:xfrm>
            <a:off x="531600" y="1900450"/>
            <a:ext cx="24462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Implementasi </a:t>
            </a:r>
            <a:r>
              <a:rPr lang="en" sz="1800" b="0" i="0" u="none" strike="noStrike" cap="none">
                <a:solidFill>
                  <a:srgbClr val="1D0D00"/>
                </a:solidFill>
                <a:latin typeface="DM Sans Medium"/>
                <a:ea typeface="DM Sans Medium"/>
                <a:cs typeface="DM Sans Medium"/>
                <a:sym typeface="DM Sans Medium"/>
              </a:rPr>
              <a:t>Pengumpulan Data</a:t>
            </a:r>
            <a:endParaRPr sz="1800" b="0" i="0" u="none" strike="noStrike" cap="none">
              <a:solidFill>
                <a:srgbClr val="1D0D00"/>
              </a:solidFill>
              <a:latin typeface="DM Sans Medium"/>
              <a:ea typeface="DM Sans Medium"/>
              <a:cs typeface="DM Sans Medium"/>
              <a:sym typeface="DM Sans Medium"/>
            </a:endParaRPr>
          </a:p>
        </p:txBody>
      </p:sp>
      <p:sp>
        <p:nvSpPr>
          <p:cNvPr id="1786" name="Google Shape;1786;g265c0407e0d_0_21"/>
          <p:cNvSpPr txBox="1"/>
          <p:nvPr/>
        </p:nvSpPr>
        <p:spPr>
          <a:xfrm>
            <a:off x="3097000" y="1129737"/>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02</a:t>
            </a:r>
            <a:endParaRPr/>
          </a:p>
        </p:txBody>
      </p:sp>
      <p:sp>
        <p:nvSpPr>
          <p:cNvPr id="1787" name="Google Shape;1787;g265c0407e0d_0_21"/>
          <p:cNvSpPr txBox="1"/>
          <p:nvPr/>
        </p:nvSpPr>
        <p:spPr>
          <a:xfrm>
            <a:off x="5150400" y="113658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03</a:t>
            </a:r>
            <a:endParaRPr/>
          </a:p>
        </p:txBody>
      </p:sp>
      <p:sp>
        <p:nvSpPr>
          <p:cNvPr id="1788" name="Google Shape;1788;g265c0407e0d_0_21"/>
          <p:cNvSpPr txBox="1"/>
          <p:nvPr/>
        </p:nvSpPr>
        <p:spPr>
          <a:xfrm>
            <a:off x="2939763" y="1906543"/>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endParaRPr sz="1800">
              <a:solidFill>
                <a:srgbClr val="1D0D00"/>
              </a:solidFill>
              <a:latin typeface="DM Sans Medium"/>
              <a:ea typeface="DM Sans Medium"/>
              <a:cs typeface="DM Sans Medium"/>
              <a:sym typeface="DM Sans Medium"/>
            </a:endParaRPr>
          </a:p>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Implementasi </a:t>
            </a:r>
            <a:r>
              <a:rPr lang="en" sz="1800" b="0" i="0" u="none" strike="noStrike" cap="none">
                <a:solidFill>
                  <a:srgbClr val="1D0D00"/>
                </a:solidFill>
                <a:latin typeface="DM Sans Medium"/>
                <a:ea typeface="DM Sans Medium"/>
                <a:cs typeface="DM Sans Medium"/>
                <a:sym typeface="DM Sans Medium"/>
              </a:rPr>
              <a:t>Pre-Processing</a:t>
            </a:r>
            <a:endParaRPr sz="1800" b="0" i="0" u="none" strike="noStrike" cap="none">
              <a:solidFill>
                <a:srgbClr val="1D0D00"/>
              </a:solidFill>
              <a:latin typeface="DM Sans Medium"/>
              <a:ea typeface="DM Sans Medium"/>
              <a:cs typeface="DM Sans Medium"/>
              <a:sym typeface="DM Sans Medium"/>
            </a:endParaRPr>
          </a:p>
        </p:txBody>
      </p:sp>
      <p:sp>
        <p:nvSpPr>
          <p:cNvPr id="1789" name="Google Shape;1789;g265c0407e0d_0_21"/>
          <p:cNvSpPr txBox="1"/>
          <p:nvPr/>
        </p:nvSpPr>
        <p:spPr>
          <a:xfrm>
            <a:off x="4738325" y="1682350"/>
            <a:ext cx="23079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700">
                <a:solidFill>
                  <a:srgbClr val="1D0D00"/>
                </a:solidFill>
                <a:latin typeface="DM Sans Medium"/>
                <a:ea typeface="DM Sans Medium"/>
                <a:cs typeface="DM Sans Medium"/>
                <a:sym typeface="DM Sans Medium"/>
              </a:rPr>
              <a:t>Implementasi Pembagian Rentang Waktu Data</a:t>
            </a:r>
            <a:endParaRPr sz="1700">
              <a:solidFill>
                <a:srgbClr val="1D0D00"/>
              </a:solidFill>
              <a:latin typeface="DM Sans Medium"/>
              <a:ea typeface="DM Sans Medium"/>
              <a:cs typeface="DM Sans Medium"/>
              <a:sym typeface="DM Sans Medium"/>
            </a:endParaRPr>
          </a:p>
        </p:txBody>
      </p:sp>
      <p:sp>
        <p:nvSpPr>
          <p:cNvPr id="1790" name="Google Shape;1790;g265c0407e0d_0_21"/>
          <p:cNvSpPr txBox="1"/>
          <p:nvPr/>
        </p:nvSpPr>
        <p:spPr>
          <a:xfrm>
            <a:off x="7265625" y="112933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4</a:t>
            </a:r>
            <a:endParaRPr/>
          </a:p>
        </p:txBody>
      </p:sp>
      <p:sp>
        <p:nvSpPr>
          <p:cNvPr id="1791" name="Google Shape;1791;g265c0407e0d_0_21"/>
          <p:cNvSpPr txBox="1"/>
          <p:nvPr/>
        </p:nvSpPr>
        <p:spPr>
          <a:xfrm>
            <a:off x="7005950" y="1885750"/>
            <a:ext cx="21381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700">
                <a:solidFill>
                  <a:srgbClr val="1D0D00"/>
                </a:solidFill>
                <a:latin typeface="DM Sans Medium"/>
                <a:ea typeface="DM Sans Medium"/>
                <a:cs typeface="DM Sans Medium"/>
                <a:sym typeface="DM Sans Medium"/>
              </a:rPr>
              <a:t>Implementasi </a:t>
            </a:r>
            <a:r>
              <a:rPr lang="en" sz="1700" b="0" i="0" u="none" strike="noStrike" cap="none">
                <a:solidFill>
                  <a:srgbClr val="1D0D00"/>
                </a:solidFill>
                <a:latin typeface="DM Sans Medium"/>
                <a:ea typeface="DM Sans Medium"/>
                <a:cs typeface="DM Sans Medium"/>
                <a:sym typeface="DM Sans Medium"/>
              </a:rPr>
              <a:t>Pembobotan Kata</a:t>
            </a:r>
            <a:endParaRPr sz="1300"/>
          </a:p>
        </p:txBody>
      </p:sp>
      <p:sp>
        <p:nvSpPr>
          <p:cNvPr id="1792" name="Google Shape;1792;g265c0407e0d_0_21"/>
          <p:cNvSpPr txBox="1"/>
          <p:nvPr/>
        </p:nvSpPr>
        <p:spPr>
          <a:xfrm>
            <a:off x="913857" y="2683192"/>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5</a:t>
            </a:r>
            <a:endParaRPr/>
          </a:p>
        </p:txBody>
      </p:sp>
      <p:sp>
        <p:nvSpPr>
          <p:cNvPr id="1793" name="Google Shape;1793;g265c0407e0d_0_21"/>
          <p:cNvSpPr txBox="1"/>
          <p:nvPr/>
        </p:nvSpPr>
        <p:spPr>
          <a:xfrm>
            <a:off x="620149" y="3447075"/>
            <a:ext cx="21381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Implementasi Pembagian Data</a:t>
            </a:r>
            <a:endParaRPr sz="1800">
              <a:solidFill>
                <a:srgbClr val="1D0D00"/>
              </a:solidFill>
              <a:latin typeface="DM Sans Medium"/>
              <a:ea typeface="DM Sans Medium"/>
              <a:cs typeface="DM Sans Medium"/>
              <a:sym typeface="DM Sans Medium"/>
            </a:endParaRPr>
          </a:p>
        </p:txBody>
      </p:sp>
      <p:sp>
        <p:nvSpPr>
          <p:cNvPr id="1794" name="Google Shape;1794;g265c0407e0d_0_21"/>
          <p:cNvSpPr txBox="1"/>
          <p:nvPr/>
        </p:nvSpPr>
        <p:spPr>
          <a:xfrm>
            <a:off x="3109350" y="2676350"/>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6</a:t>
            </a:r>
            <a:endParaRPr/>
          </a:p>
        </p:txBody>
      </p:sp>
      <p:sp>
        <p:nvSpPr>
          <p:cNvPr id="1795" name="Google Shape;1795;g265c0407e0d_0_21"/>
          <p:cNvSpPr txBox="1"/>
          <p:nvPr/>
        </p:nvSpPr>
        <p:spPr>
          <a:xfrm>
            <a:off x="5132475" y="2683192"/>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7</a:t>
            </a:r>
            <a:endParaRPr/>
          </a:p>
        </p:txBody>
      </p:sp>
      <p:sp>
        <p:nvSpPr>
          <p:cNvPr id="1796" name="Google Shape;1796;g265c0407e0d_0_21"/>
          <p:cNvSpPr txBox="1"/>
          <p:nvPr/>
        </p:nvSpPr>
        <p:spPr>
          <a:xfrm>
            <a:off x="2952113" y="3453156"/>
            <a:ext cx="1847400" cy="5748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Implementasi Klasifikasi</a:t>
            </a:r>
            <a:endParaRPr sz="1800" b="0" u="none" strike="noStrike" cap="none">
              <a:solidFill>
                <a:srgbClr val="1D0D00"/>
              </a:solidFill>
              <a:latin typeface="DM Sans Medium"/>
              <a:ea typeface="DM Sans Medium"/>
              <a:cs typeface="DM Sans Medium"/>
              <a:sym typeface="DM Sans Medium"/>
            </a:endParaRPr>
          </a:p>
        </p:txBody>
      </p:sp>
      <p:sp>
        <p:nvSpPr>
          <p:cNvPr id="1797" name="Google Shape;1797;g265c0407e0d_0_21"/>
          <p:cNvSpPr txBox="1"/>
          <p:nvPr/>
        </p:nvSpPr>
        <p:spPr>
          <a:xfrm>
            <a:off x="5025200" y="3229000"/>
            <a:ext cx="1847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Implementasi </a:t>
            </a:r>
            <a:r>
              <a:rPr lang="en" sz="1800" i="1">
                <a:solidFill>
                  <a:srgbClr val="1D0D00"/>
                </a:solidFill>
                <a:latin typeface="DM Sans Medium"/>
                <a:ea typeface="DM Sans Medium"/>
                <a:cs typeface="DM Sans Medium"/>
                <a:sym typeface="DM Sans Medium"/>
              </a:rPr>
              <a:t>Balancing Data</a:t>
            </a:r>
            <a:endParaRPr i="1"/>
          </a:p>
        </p:txBody>
      </p:sp>
      <p:sp>
        <p:nvSpPr>
          <p:cNvPr id="1798" name="Google Shape;1798;g265c0407e0d_0_21"/>
          <p:cNvSpPr txBox="1"/>
          <p:nvPr/>
        </p:nvSpPr>
        <p:spPr>
          <a:xfrm>
            <a:off x="7237750" y="2651642"/>
            <a:ext cx="15507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8</a:t>
            </a:r>
            <a:endParaRPr/>
          </a:p>
        </p:txBody>
      </p:sp>
      <p:sp>
        <p:nvSpPr>
          <p:cNvPr id="1799" name="Google Shape;1799;g265c0407e0d_0_21"/>
          <p:cNvSpPr txBox="1"/>
          <p:nvPr/>
        </p:nvSpPr>
        <p:spPr>
          <a:xfrm>
            <a:off x="7018300" y="3279975"/>
            <a:ext cx="2028900" cy="13437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Clr>
                <a:srgbClr val="1D0D00"/>
              </a:buClr>
              <a:buSzPts val="2400"/>
              <a:buFont typeface="Bebas Neue"/>
              <a:buNone/>
            </a:pPr>
            <a:r>
              <a:rPr lang="en" sz="1800">
                <a:solidFill>
                  <a:srgbClr val="1D0D00"/>
                </a:solidFill>
                <a:latin typeface="DM Sans Medium"/>
                <a:ea typeface="DM Sans Medium"/>
                <a:cs typeface="DM Sans Medium"/>
                <a:sym typeface="DM Sans Medium"/>
              </a:rPr>
              <a:t>Implementasi Klasifikasi Menggunakan </a:t>
            </a:r>
            <a:r>
              <a:rPr lang="en" sz="1800" i="1">
                <a:solidFill>
                  <a:srgbClr val="1D0D00"/>
                </a:solidFill>
                <a:latin typeface="DM Sans Medium"/>
                <a:ea typeface="DM Sans Medium"/>
                <a:cs typeface="DM Sans Medium"/>
                <a:sym typeface="DM Sans Medium"/>
              </a:rPr>
              <a:t>Balanced Data</a:t>
            </a:r>
            <a:endParaRPr sz="1800" i="1">
              <a:solidFill>
                <a:srgbClr val="1D0D00"/>
              </a:solidFill>
              <a:latin typeface="DM Sans Medium"/>
              <a:ea typeface="DM Sans Medium"/>
              <a:cs typeface="DM Sans Medium"/>
              <a:sym typeface="DM Sans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59"/>
                                        </p:tgtEl>
                                        <p:attrNameLst>
                                          <p:attrName>style.visibility</p:attrName>
                                        </p:attrNameLst>
                                      </p:cBhvr>
                                      <p:to>
                                        <p:strVal val="visible"/>
                                      </p:to>
                                    </p:set>
                                    <p:animEffect transition="in" filter="fade">
                                      <p:cBhvr>
                                        <p:cTn id="7" dur="500"/>
                                        <p:tgtEl>
                                          <p:spTgt spid="175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758"/>
                                        </p:tgtEl>
                                        <p:attrNameLst>
                                          <p:attrName>style.visibility</p:attrName>
                                        </p:attrNameLst>
                                      </p:cBhvr>
                                      <p:to>
                                        <p:strVal val="visible"/>
                                      </p:to>
                                    </p:set>
                                    <p:anim calcmode="lin" valueType="num">
                                      <p:cBhvr additive="base">
                                        <p:cTn id="11" dur="500"/>
                                        <p:tgtEl>
                                          <p:spTgt spid="1758"/>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60"/>
                                        </p:tgtEl>
                                        <p:attrNameLst>
                                          <p:attrName>style.visibility</p:attrName>
                                        </p:attrNameLst>
                                      </p:cBhvr>
                                      <p:to>
                                        <p:strVal val="visible"/>
                                      </p:to>
                                    </p:set>
                                    <p:animEffect transition="in" filter="fade">
                                      <p:cBhvr>
                                        <p:cTn id="15" dur="2000"/>
                                        <p:tgtEl>
                                          <p:spTgt spid="1760"/>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783"/>
                                        </p:tgtEl>
                                        <p:attrNameLst>
                                          <p:attrName>style.visibility</p:attrName>
                                        </p:attrNameLst>
                                      </p:cBhvr>
                                      <p:to>
                                        <p:strVal val="visible"/>
                                      </p:to>
                                    </p:set>
                                    <p:animEffect transition="in" filter="fade">
                                      <p:cBhvr>
                                        <p:cTn id="19" dur="500"/>
                                        <p:tgtEl>
                                          <p:spTgt spid="1783"/>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782"/>
                                        </p:tgtEl>
                                        <p:attrNameLst>
                                          <p:attrName>style.visibility</p:attrName>
                                        </p:attrNameLst>
                                      </p:cBhvr>
                                      <p:to>
                                        <p:strVal val="visible"/>
                                      </p:to>
                                    </p:set>
                                    <p:animEffect transition="in" filter="fade">
                                      <p:cBhvr>
                                        <p:cTn id="23" dur="500"/>
                                        <p:tgtEl>
                                          <p:spTgt spid="1782"/>
                                        </p:tgtEl>
                                      </p:cBhvr>
                                    </p:animEffect>
                                  </p:childTnLst>
                                </p:cTn>
                              </p:par>
                            </p:childTnLst>
                          </p:cTn>
                        </p:par>
                        <p:par>
                          <p:cTn id="24" fill="hold">
                            <p:stCondLst>
                              <p:cond delay="4000"/>
                            </p:stCondLst>
                            <p:childTnLst>
                              <p:par>
                                <p:cTn id="25" presetID="23" presetClass="entr" presetSubtype="16" fill="hold" nodeType="afterEffect">
                                  <p:stCondLst>
                                    <p:cond delay="0"/>
                                  </p:stCondLst>
                                  <p:childTnLst>
                                    <p:set>
                                      <p:cBhvr>
                                        <p:cTn id="26" dur="1" fill="hold">
                                          <p:stCondLst>
                                            <p:cond delay="0"/>
                                          </p:stCondLst>
                                        </p:cTn>
                                        <p:tgtEl>
                                          <p:spTgt spid="1761"/>
                                        </p:tgtEl>
                                        <p:attrNameLst>
                                          <p:attrName>style.visibility</p:attrName>
                                        </p:attrNameLst>
                                      </p:cBhvr>
                                      <p:to>
                                        <p:strVal val="visible"/>
                                      </p:to>
                                    </p:set>
                                    <p:anim calcmode="lin" valueType="num">
                                      <p:cBhvr additive="base">
                                        <p:cTn id="27" dur="500"/>
                                        <p:tgtEl>
                                          <p:spTgt spid="1761"/>
                                        </p:tgtEl>
                                        <p:attrNameLst>
                                          <p:attrName>ppt_w</p:attrName>
                                        </p:attrNameLst>
                                      </p:cBhvr>
                                      <p:tavLst>
                                        <p:tav tm="0">
                                          <p:val>
                                            <p:strVal val="0"/>
                                          </p:val>
                                        </p:tav>
                                        <p:tav tm="100000">
                                          <p:val>
                                            <p:strVal val="#ppt_w"/>
                                          </p:val>
                                        </p:tav>
                                      </p:tavLst>
                                    </p:anim>
                                    <p:anim calcmode="lin" valueType="num">
                                      <p:cBhvr additive="base">
                                        <p:cTn id="28" dur="500"/>
                                        <p:tgtEl>
                                          <p:spTgt spid="176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04"/>
        <p:cNvGrpSpPr/>
        <p:nvPr/>
      </p:nvGrpSpPr>
      <p:grpSpPr>
        <a:xfrm>
          <a:off x="0" y="0"/>
          <a:ext cx="0" cy="0"/>
          <a:chOff x="0" y="0"/>
          <a:chExt cx="0" cy="0"/>
        </a:xfrm>
      </p:grpSpPr>
      <p:sp>
        <p:nvSpPr>
          <p:cNvPr id="1805" name="Google Shape;1805;g265c0407e0d_0_73"/>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06" name="Google Shape;1806;g265c0407e0d_0_73"/>
          <p:cNvSpPr/>
          <p:nvPr/>
        </p:nvSpPr>
        <p:spPr>
          <a:xfrm>
            <a:off x="0" y="461038"/>
            <a:ext cx="3549600" cy="1203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807" name="Google Shape;1807;g265c0407e0d_0_73"/>
          <p:cNvGrpSpPr/>
          <p:nvPr/>
        </p:nvGrpSpPr>
        <p:grpSpPr>
          <a:xfrm>
            <a:off x="8420084" y="-257283"/>
            <a:ext cx="914666" cy="718380"/>
            <a:chOff x="388620" y="1420922"/>
            <a:chExt cx="680100" cy="534151"/>
          </a:xfrm>
        </p:grpSpPr>
        <p:sp>
          <p:nvSpPr>
            <p:cNvPr id="1808" name="Google Shape;1808;g265c0407e0d_0_73"/>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09" name="Google Shape;1809;g265c0407e0d_0_73"/>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0" name="Google Shape;1810;g265c0407e0d_0_73"/>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1" name="Google Shape;1811;g265c0407e0d_0_73"/>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2" name="Google Shape;1812;g265c0407e0d_0_73"/>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3" name="Google Shape;1813;g265c0407e0d_0_73"/>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4" name="Google Shape;1814;g265c0407e0d_0_73"/>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5" name="Google Shape;1815;g265c0407e0d_0_73"/>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6" name="Google Shape;1816;g265c0407e0d_0_73"/>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7" name="Google Shape;1817;g265c0407e0d_0_73"/>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8" name="Google Shape;1818;g265c0407e0d_0_73"/>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19" name="Google Shape;1819;g265c0407e0d_0_73"/>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0" name="Google Shape;1820;g265c0407e0d_0_73"/>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1" name="Google Shape;1821;g265c0407e0d_0_73"/>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2" name="Google Shape;1822;g265c0407e0d_0_73"/>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3" name="Google Shape;1823;g265c0407e0d_0_73"/>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4" name="Google Shape;1824;g265c0407e0d_0_73"/>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5" name="Google Shape;1825;g265c0407e0d_0_73"/>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6" name="Google Shape;1826;g265c0407e0d_0_73"/>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7" name="Google Shape;1827;g265c0407e0d_0_73"/>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pic>
        <p:nvPicPr>
          <p:cNvPr id="1828" name="Google Shape;1828;g265c0407e0d_0_73"/>
          <p:cNvPicPr preferRelativeResize="0"/>
          <p:nvPr/>
        </p:nvPicPr>
        <p:blipFill>
          <a:blip r:embed="rId3">
            <a:alphaModFix/>
          </a:blip>
          <a:stretch>
            <a:fillRect/>
          </a:stretch>
        </p:blipFill>
        <p:spPr>
          <a:xfrm>
            <a:off x="4421520" y="1038538"/>
            <a:ext cx="400050" cy="304800"/>
          </a:xfrm>
          <a:prstGeom prst="rect">
            <a:avLst/>
          </a:prstGeom>
          <a:noFill/>
          <a:ln>
            <a:noFill/>
          </a:ln>
        </p:spPr>
      </p:pic>
      <p:pic>
        <p:nvPicPr>
          <p:cNvPr id="1829" name="Google Shape;1829;g265c0407e0d_0_73"/>
          <p:cNvPicPr preferRelativeResize="0"/>
          <p:nvPr/>
        </p:nvPicPr>
        <p:blipFill>
          <a:blip r:embed="rId4">
            <a:alphaModFix/>
          </a:blip>
          <a:stretch>
            <a:fillRect/>
          </a:stretch>
        </p:blipFill>
        <p:spPr>
          <a:xfrm>
            <a:off x="1719462" y="3291273"/>
            <a:ext cx="5705075" cy="1299775"/>
          </a:xfrm>
          <a:prstGeom prst="rect">
            <a:avLst/>
          </a:prstGeom>
          <a:noFill/>
          <a:ln>
            <a:noFill/>
          </a:ln>
        </p:spPr>
      </p:pic>
      <p:sp>
        <p:nvSpPr>
          <p:cNvPr id="1830" name="Google Shape;1830;g265c0407e0d_0_73"/>
          <p:cNvSpPr txBox="1">
            <a:spLocks noGrp="1"/>
          </p:cNvSpPr>
          <p:nvPr>
            <p:ph type="title"/>
          </p:nvPr>
        </p:nvSpPr>
        <p:spPr>
          <a:xfrm>
            <a:off x="2365500" y="1900150"/>
            <a:ext cx="4413000" cy="1062900"/>
          </a:xfrm>
          <a:prstGeom prst="rect">
            <a:avLst/>
          </a:prstGeom>
          <a:noFill/>
          <a:ln>
            <a:noFill/>
          </a:ln>
        </p:spPr>
        <p:txBody>
          <a:bodyPr spcFirstLastPara="1" wrap="square" lIns="91425" tIns="45700" rIns="91425" bIns="45700" anchor="b" anchorCtr="0">
            <a:noAutofit/>
          </a:bodyPr>
          <a:lstStyle/>
          <a:p>
            <a:pPr marL="0" lvl="0" indent="0" algn="ctr" rtl="0">
              <a:lnSpc>
                <a:spcPct val="115000"/>
              </a:lnSpc>
              <a:spcBef>
                <a:spcPts val="0"/>
              </a:spcBef>
              <a:spcAft>
                <a:spcPts val="0"/>
              </a:spcAft>
              <a:buSzPts val="4000"/>
              <a:buNone/>
            </a:pPr>
            <a:r>
              <a:rPr lang="en" sz="4400"/>
              <a:t>Demo</a:t>
            </a:r>
            <a:endParaRPr sz="4400"/>
          </a:p>
          <a:p>
            <a:pPr marL="0" lvl="0" indent="0" algn="ctr" rtl="0">
              <a:lnSpc>
                <a:spcPct val="115000"/>
              </a:lnSpc>
              <a:spcBef>
                <a:spcPts val="0"/>
              </a:spcBef>
              <a:spcAft>
                <a:spcPts val="0"/>
              </a:spcAft>
              <a:buSzPts val="4000"/>
              <a:buNone/>
            </a:pPr>
            <a:r>
              <a:rPr lang="en" sz="4400"/>
              <a:t>perogram</a:t>
            </a:r>
            <a:endParaRPr sz="4400"/>
          </a:p>
        </p:txBody>
      </p:sp>
      <p:sp>
        <p:nvSpPr>
          <p:cNvPr id="1831" name="Google Shape;1831;g265c0407e0d_0_73"/>
          <p:cNvSpPr/>
          <p:nvPr/>
        </p:nvSpPr>
        <p:spPr>
          <a:xfrm>
            <a:off x="7719060" y="45273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32" name="Google Shape;1832;g265c0407e0d_0_73"/>
          <p:cNvSpPr/>
          <p:nvPr/>
        </p:nvSpPr>
        <p:spPr>
          <a:xfrm>
            <a:off x="7719047" y="4703747"/>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37"/>
        <p:cNvGrpSpPr/>
        <p:nvPr/>
      </p:nvGrpSpPr>
      <p:grpSpPr>
        <a:xfrm>
          <a:off x="0" y="0"/>
          <a:ext cx="0" cy="0"/>
          <a:chOff x="0" y="0"/>
          <a:chExt cx="0" cy="0"/>
        </a:xfrm>
      </p:grpSpPr>
      <p:grpSp>
        <p:nvGrpSpPr>
          <p:cNvPr id="1838" name="Google Shape;1838;g265c0407e0d_0_0"/>
          <p:cNvGrpSpPr/>
          <p:nvPr/>
        </p:nvGrpSpPr>
        <p:grpSpPr>
          <a:xfrm>
            <a:off x="3873190" y="4491534"/>
            <a:ext cx="1245366" cy="186000"/>
            <a:chOff x="1836563" y="443835"/>
            <a:chExt cx="1245366" cy="186000"/>
          </a:xfrm>
        </p:grpSpPr>
        <p:sp>
          <p:nvSpPr>
            <p:cNvPr id="1839" name="Google Shape;1839;g265c0407e0d_0_0"/>
            <p:cNvSpPr/>
            <p:nvPr/>
          </p:nvSpPr>
          <p:spPr>
            <a:xfrm>
              <a:off x="1836563"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40" name="Google Shape;1840;g265c0407e0d_0_0"/>
            <p:cNvSpPr/>
            <p:nvPr/>
          </p:nvSpPr>
          <p:spPr>
            <a:xfrm>
              <a:off x="2189685"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41" name="Google Shape;1841;g265c0407e0d_0_0"/>
            <p:cNvSpPr/>
            <p:nvPr/>
          </p:nvSpPr>
          <p:spPr>
            <a:xfrm>
              <a:off x="2542807"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42" name="Google Shape;1842;g265c0407e0d_0_0"/>
            <p:cNvSpPr/>
            <p:nvPr/>
          </p:nvSpPr>
          <p:spPr>
            <a:xfrm>
              <a:off x="2895929" y="443835"/>
              <a:ext cx="186000" cy="1860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843" name="Google Shape;1843;g265c0407e0d_0_0"/>
          <p:cNvSpPr/>
          <p:nvPr/>
        </p:nvSpPr>
        <p:spPr>
          <a:xfrm>
            <a:off x="-488331" y="-1720336"/>
            <a:ext cx="2996100" cy="2996100"/>
          </a:xfrm>
          <a:prstGeom prst="flowChartConnector">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44" name="Google Shape;1844;g265c0407e0d_0_0"/>
          <p:cNvSpPr/>
          <p:nvPr/>
        </p:nvSpPr>
        <p:spPr>
          <a:xfrm rot="5400000">
            <a:off x="7783790" y="1248051"/>
            <a:ext cx="2011760" cy="556260"/>
          </a:xfrm>
          <a:prstGeom prst="flowChartProcess">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45" name="Google Shape;1845;g265c0407e0d_0_0"/>
          <p:cNvSpPr/>
          <p:nvPr/>
        </p:nvSpPr>
        <p:spPr>
          <a:xfrm rot="5400000">
            <a:off x="7783790" y="3259813"/>
            <a:ext cx="2011760" cy="556260"/>
          </a:xfrm>
          <a:prstGeom prst="flowChartProcess">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46" name="Google Shape;1846;g265c0407e0d_0_0"/>
          <p:cNvSpPr txBox="1">
            <a:spLocks noGrp="1"/>
          </p:cNvSpPr>
          <p:nvPr>
            <p:ph type="title"/>
          </p:nvPr>
        </p:nvSpPr>
        <p:spPr>
          <a:xfrm>
            <a:off x="647700" y="2284272"/>
            <a:ext cx="7696200" cy="12192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7500"/>
              <a:buNone/>
            </a:pPr>
            <a:r>
              <a:rPr lang="en" sz="6000"/>
              <a:t>Kesimpulan dan saran</a:t>
            </a:r>
            <a:endParaRPr sz="6000"/>
          </a:p>
        </p:txBody>
      </p:sp>
      <p:sp>
        <p:nvSpPr>
          <p:cNvPr id="1847" name="Google Shape;1847;g265c0407e0d_0_0"/>
          <p:cNvSpPr txBox="1">
            <a:spLocks noGrp="1"/>
          </p:cNvSpPr>
          <p:nvPr>
            <p:ph type="body" idx="4294967295"/>
          </p:nvPr>
        </p:nvSpPr>
        <p:spPr>
          <a:xfrm>
            <a:off x="647700" y="1428025"/>
            <a:ext cx="7696200" cy="8334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9600"/>
              <a:buNone/>
            </a:pPr>
            <a:r>
              <a:rPr lang="en" sz="8000">
                <a:solidFill>
                  <a:schemeClr val="accent2"/>
                </a:solidFill>
                <a:latin typeface="Bebas Neue"/>
                <a:ea typeface="Bebas Neue"/>
                <a:cs typeface="Bebas Neue"/>
                <a:sym typeface="Bebas Neue"/>
              </a:rPr>
              <a:t>Bab v</a:t>
            </a:r>
            <a:endParaRPr sz="8000">
              <a:solidFill>
                <a:schemeClr val="accent2"/>
              </a:solidFill>
              <a:latin typeface="Bebas Neue"/>
              <a:ea typeface="Bebas Neue"/>
              <a:cs typeface="Bebas Neue"/>
              <a:sym typeface="Bebas Neue"/>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52"/>
        <p:cNvGrpSpPr/>
        <p:nvPr/>
      </p:nvGrpSpPr>
      <p:grpSpPr>
        <a:xfrm>
          <a:off x="0" y="0"/>
          <a:ext cx="0" cy="0"/>
          <a:chOff x="0" y="0"/>
          <a:chExt cx="0" cy="0"/>
        </a:xfrm>
      </p:grpSpPr>
      <p:sp>
        <p:nvSpPr>
          <p:cNvPr id="1853" name="Google Shape;1853;g265bef59cd1_1_0"/>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54" name="Google Shape;1854;g265bef59cd1_1_0"/>
          <p:cNvSpPr txBox="1">
            <a:spLocks noGrp="1"/>
          </p:cNvSpPr>
          <p:nvPr>
            <p:ph type="title"/>
          </p:nvPr>
        </p:nvSpPr>
        <p:spPr>
          <a:xfrm>
            <a:off x="566738" y="22874"/>
            <a:ext cx="38529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dirty="0"/>
              <a:t>Kesimpulan</a:t>
            </a:r>
            <a:endParaRPr dirty="0"/>
          </a:p>
        </p:txBody>
      </p:sp>
      <p:sp>
        <p:nvSpPr>
          <p:cNvPr id="1855" name="Google Shape;1855;g265bef59cd1_1_0"/>
          <p:cNvSpPr/>
          <p:nvPr/>
        </p:nvSpPr>
        <p:spPr>
          <a:xfrm>
            <a:off x="1318260" y="45273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56" name="Google Shape;1856;g265bef59cd1_1_0"/>
          <p:cNvSpPr/>
          <p:nvPr/>
        </p:nvSpPr>
        <p:spPr>
          <a:xfrm>
            <a:off x="0" y="537238"/>
            <a:ext cx="3549600" cy="1203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57" name="Google Shape;1857;g265bef59cd1_1_0"/>
          <p:cNvSpPr/>
          <p:nvPr/>
        </p:nvSpPr>
        <p:spPr>
          <a:xfrm>
            <a:off x="3461647" y="4461847"/>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858" name="Google Shape;1858;g265bef59cd1_1_0"/>
          <p:cNvGrpSpPr/>
          <p:nvPr/>
        </p:nvGrpSpPr>
        <p:grpSpPr>
          <a:xfrm>
            <a:off x="8420084" y="-257283"/>
            <a:ext cx="914666" cy="718380"/>
            <a:chOff x="388620" y="1420922"/>
            <a:chExt cx="680100" cy="534151"/>
          </a:xfrm>
        </p:grpSpPr>
        <p:sp>
          <p:nvSpPr>
            <p:cNvPr id="1859" name="Google Shape;1859;g265bef59cd1_1_0"/>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0" name="Google Shape;1860;g265bef59cd1_1_0"/>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1" name="Google Shape;1861;g265bef59cd1_1_0"/>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2" name="Google Shape;1862;g265bef59cd1_1_0"/>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3" name="Google Shape;1863;g265bef59cd1_1_0"/>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4" name="Google Shape;1864;g265bef59cd1_1_0"/>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5" name="Google Shape;1865;g265bef59cd1_1_0"/>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6" name="Google Shape;1866;g265bef59cd1_1_0"/>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7" name="Google Shape;1867;g265bef59cd1_1_0"/>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8" name="Google Shape;1868;g265bef59cd1_1_0"/>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9" name="Google Shape;1869;g265bef59cd1_1_0"/>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0" name="Google Shape;1870;g265bef59cd1_1_0"/>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1" name="Google Shape;1871;g265bef59cd1_1_0"/>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2" name="Google Shape;1872;g265bef59cd1_1_0"/>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3" name="Google Shape;1873;g265bef59cd1_1_0"/>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4" name="Google Shape;1874;g265bef59cd1_1_0"/>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5" name="Google Shape;1875;g265bef59cd1_1_0"/>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6" name="Google Shape;1876;g265bef59cd1_1_0"/>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7" name="Google Shape;1877;g265bef59cd1_1_0"/>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78" name="Google Shape;1878;g265bef59cd1_1_0"/>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879" name="Google Shape;1879;g265bef59cd1_1_0"/>
          <p:cNvSpPr/>
          <p:nvPr/>
        </p:nvSpPr>
        <p:spPr>
          <a:xfrm flipH="1">
            <a:off x="8690424" y="2211011"/>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80" name="Google Shape;1880;g265bef59cd1_1_0"/>
          <p:cNvSpPr/>
          <p:nvPr/>
        </p:nvSpPr>
        <p:spPr>
          <a:xfrm flipH="1">
            <a:off x="8690424" y="2803824"/>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2" name="Group 1"/>
          <p:cNvGrpSpPr/>
          <p:nvPr/>
        </p:nvGrpSpPr>
        <p:grpSpPr>
          <a:xfrm>
            <a:off x="326644" y="632591"/>
            <a:ext cx="4245356" cy="3499011"/>
            <a:chOff x="326644" y="632591"/>
            <a:chExt cx="4245356" cy="3499011"/>
          </a:xfrm>
        </p:grpSpPr>
        <p:sp>
          <p:nvSpPr>
            <p:cNvPr id="1881" name="Google Shape;1881;g265bef59cd1_1_0"/>
            <p:cNvSpPr txBox="1"/>
            <p:nvPr/>
          </p:nvSpPr>
          <p:spPr>
            <a:xfrm>
              <a:off x="326644" y="635367"/>
              <a:ext cx="913719" cy="596774"/>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dirty="0">
                  <a:solidFill>
                    <a:srgbClr val="567AFB"/>
                  </a:solidFill>
                  <a:latin typeface="Urbanist"/>
                  <a:ea typeface="Urbanist"/>
                  <a:cs typeface="Urbanist"/>
                  <a:sym typeface="Urbanist"/>
                </a:rPr>
                <a:t>01</a:t>
              </a:r>
              <a:endParaRPr dirty="0"/>
            </a:p>
          </p:txBody>
        </p:sp>
        <p:sp>
          <p:nvSpPr>
            <p:cNvPr id="1882" name="Google Shape;1882;g265bef59cd1_1_0"/>
            <p:cNvSpPr txBox="1"/>
            <p:nvPr/>
          </p:nvSpPr>
          <p:spPr>
            <a:xfrm>
              <a:off x="894783" y="1326306"/>
              <a:ext cx="3640806" cy="1269423"/>
            </a:xfrm>
            <a:prstGeom prst="rect">
              <a:avLst/>
            </a:prstGeom>
            <a:noFill/>
            <a:ln>
              <a:noFill/>
            </a:ln>
          </p:spPr>
          <p:txBody>
            <a:bodyPr spcFirstLastPara="1" wrap="square" lIns="91425" tIns="91425" rIns="91425" bIns="91425" anchor="t" anchorCtr="0">
              <a:noAutofit/>
            </a:bodyPr>
            <a:lstStyle/>
            <a:p>
              <a:pPr lvl="0">
                <a:lnSpc>
                  <a:spcPct val="115000"/>
                </a:lnSpc>
                <a:buClr>
                  <a:schemeClr val="hlink"/>
                </a:buClr>
                <a:buSzPts val="1100"/>
              </a:pPr>
              <a:r>
                <a:rPr lang="en-US" sz="1300" dirty="0" err="1">
                  <a:solidFill>
                    <a:schemeClr val="hlink"/>
                  </a:solidFill>
                  <a:latin typeface="DM Sans SemiBold"/>
                  <a:ea typeface="DM Sans SemiBold"/>
                  <a:cs typeface="DM Sans SemiBold"/>
                  <a:sym typeface="DM Sans SemiBold"/>
                </a:rPr>
                <a:t>Penelitian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KNN </a:t>
              </a:r>
              <a:r>
                <a:rPr lang="en-US" sz="1300" dirty="0" err="1">
                  <a:solidFill>
                    <a:schemeClr val="hlink"/>
                  </a:solidFill>
                  <a:latin typeface="DM Sans SemiBold"/>
                  <a:ea typeface="DM Sans SemiBold"/>
                  <a:cs typeface="DM Sans SemiBold"/>
                  <a:sym typeface="DM Sans SemiBold"/>
                </a:rPr>
                <a:t>menghasilkan</a:t>
              </a:r>
              <a:r>
                <a:rPr lang="en-US" sz="1300" dirty="0">
                  <a:solidFill>
                    <a:schemeClr val="hlink"/>
                  </a:solidFill>
                  <a:latin typeface="DM Sans SemiBold"/>
                  <a:ea typeface="DM Sans SemiBold"/>
                  <a:cs typeface="DM Sans SemiBold"/>
                  <a:sym typeface="DM Sans SemiBold"/>
                </a:rPr>
                <a:t> akurasi </a:t>
              </a:r>
              <a:r>
                <a:rPr lang="en-US" sz="1300" dirty="0" err="1">
                  <a:solidFill>
                    <a:schemeClr val="hlink"/>
                  </a:solidFill>
                  <a:latin typeface="DM Sans SemiBold"/>
                  <a:ea typeface="DM Sans SemiBold"/>
                  <a:cs typeface="DM Sans SemiBold"/>
                  <a:sym typeface="DM Sans SemiBold"/>
                </a:rPr>
                <a:t>tertinggi</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sebesar</a:t>
              </a:r>
              <a:r>
                <a:rPr lang="en-US" sz="1300" dirty="0">
                  <a:solidFill>
                    <a:schemeClr val="hlink"/>
                  </a:solidFill>
                  <a:latin typeface="DM Sans SemiBold"/>
                  <a:ea typeface="DM Sans SemiBold"/>
                  <a:cs typeface="DM Sans SemiBold"/>
                  <a:sym typeface="DM Sans SemiBold"/>
                </a:rPr>
                <a:t> 93.7%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5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KNN dan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9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k-Fold Cross Validation</a:t>
              </a:r>
              <a:endParaRPr sz="1300" i="1" dirty="0">
                <a:solidFill>
                  <a:schemeClr val="hlink"/>
                </a:solidFill>
                <a:latin typeface="DM Sans SemiBold"/>
                <a:ea typeface="DM Sans SemiBold"/>
                <a:cs typeface="DM Sans SemiBold"/>
                <a:sym typeface="DM Sans SemiBold"/>
              </a:endParaRPr>
            </a:p>
          </p:txBody>
        </p:sp>
        <p:sp>
          <p:nvSpPr>
            <p:cNvPr id="38" name="Google Shape;1854;g265bef59cd1_1_0"/>
            <p:cNvSpPr txBox="1">
              <a:spLocks/>
            </p:cNvSpPr>
            <p:nvPr/>
          </p:nvSpPr>
          <p:spPr>
            <a:xfrm>
              <a:off x="1026844" y="632591"/>
              <a:ext cx="3545156" cy="6261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000"/>
                <a:buFont typeface="DM Serif Display"/>
                <a:buNone/>
                <a:defRPr sz="38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1800" b="1" dirty="0" err="1">
                  <a:latin typeface="Arial" panose="020B0604020202020204" pitchFamily="34" charset="0"/>
                  <a:cs typeface="Arial" panose="020B0604020202020204" pitchFamily="34" charset="0"/>
                </a:rPr>
                <a:t>Hasil</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Analisis</a:t>
              </a:r>
              <a:r>
                <a:rPr lang="en-US" sz="1800" b="1" dirty="0">
                  <a:latin typeface="Arial" panose="020B0604020202020204" pitchFamily="34" charset="0"/>
                  <a:cs typeface="Arial" panose="020B0604020202020204" pitchFamily="34" charset="0"/>
                </a:rPr>
                <a:t> Data Ulasan Sebelum </a:t>
              </a:r>
              <a:r>
                <a:rPr lang="en-US" sz="1800" b="1" dirty="0" err="1">
                  <a:latin typeface="Arial" panose="020B0604020202020204" pitchFamily="34" charset="0"/>
                  <a:cs typeface="Arial" panose="020B0604020202020204" pitchFamily="34" charset="0"/>
                </a:rPr>
                <a:t>Pandemi</a:t>
              </a:r>
              <a:r>
                <a:rPr lang="en-US" sz="1800" b="1" dirty="0">
                  <a:latin typeface="Arial" panose="020B0604020202020204" pitchFamily="34" charset="0"/>
                  <a:cs typeface="Arial" panose="020B0604020202020204" pitchFamily="34" charset="0"/>
                </a:rPr>
                <a:t> Covid-19</a:t>
              </a:r>
              <a:endParaRPr lang="en-US" sz="2400" b="1" dirty="0">
                <a:latin typeface="Arial" panose="020B0604020202020204" pitchFamily="34" charset="0"/>
                <a:cs typeface="Arial" panose="020B0604020202020204" pitchFamily="34" charset="0"/>
              </a:endParaRPr>
            </a:p>
          </p:txBody>
        </p:sp>
        <p:sp>
          <p:nvSpPr>
            <p:cNvPr id="39" name="Google Shape;1881;g265bef59cd1_1_0"/>
            <p:cNvSpPr txBox="1"/>
            <p:nvPr/>
          </p:nvSpPr>
          <p:spPr>
            <a:xfrm>
              <a:off x="591198" y="1291173"/>
              <a:ext cx="446554" cy="46827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US" sz="2000" b="1" dirty="0">
                  <a:solidFill>
                    <a:schemeClr val="tx1"/>
                  </a:solidFill>
                  <a:latin typeface="Urbanist"/>
                  <a:ea typeface="Urbanist"/>
                  <a:cs typeface="Urbanist"/>
                  <a:sym typeface="Urbanist"/>
                </a:rPr>
                <a:t>a</a:t>
              </a:r>
              <a:r>
                <a:rPr lang="en" sz="2000" b="1" dirty="0">
                  <a:solidFill>
                    <a:schemeClr val="tx1"/>
                  </a:solidFill>
                  <a:latin typeface="Urbanist"/>
                  <a:ea typeface="Urbanist"/>
                  <a:cs typeface="Urbanist"/>
                  <a:sym typeface="Urbanist"/>
                </a:rPr>
                <a:t>.</a:t>
              </a:r>
              <a:endParaRPr sz="1200" dirty="0">
                <a:solidFill>
                  <a:schemeClr val="tx1"/>
                </a:solidFill>
              </a:endParaRPr>
            </a:p>
          </p:txBody>
        </p:sp>
        <p:sp>
          <p:nvSpPr>
            <p:cNvPr id="40" name="Google Shape;1882;g265bef59cd1_1_0"/>
            <p:cNvSpPr txBox="1"/>
            <p:nvPr/>
          </p:nvSpPr>
          <p:spPr>
            <a:xfrm>
              <a:off x="894783" y="2862179"/>
              <a:ext cx="3640806" cy="1269423"/>
            </a:xfrm>
            <a:prstGeom prst="rect">
              <a:avLst/>
            </a:prstGeom>
            <a:noFill/>
            <a:ln>
              <a:noFill/>
            </a:ln>
          </p:spPr>
          <p:txBody>
            <a:bodyPr spcFirstLastPara="1" wrap="square" lIns="91425" tIns="91425" rIns="91425" bIns="91425" anchor="t" anchorCtr="0">
              <a:noAutofit/>
            </a:bodyPr>
            <a:lstStyle/>
            <a:p>
              <a:pPr lvl="0">
                <a:lnSpc>
                  <a:spcPct val="115000"/>
                </a:lnSpc>
                <a:buClr>
                  <a:schemeClr val="hlink"/>
                </a:buClr>
                <a:buSzPts val="1100"/>
              </a:pPr>
              <a:r>
                <a:rPr lang="en-US" sz="1300" dirty="0" err="1">
                  <a:solidFill>
                    <a:schemeClr val="hlink"/>
                  </a:solidFill>
                  <a:latin typeface="DM Sans SemiBold"/>
                  <a:ea typeface="DM Sans SemiBold"/>
                  <a:cs typeface="DM Sans SemiBold"/>
                  <a:sym typeface="DM Sans SemiBold"/>
                </a:rPr>
                <a:t>Penelitian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KNN dan Tomek Links </a:t>
              </a:r>
              <a:r>
                <a:rPr lang="en-US" sz="1300" dirty="0" err="1">
                  <a:solidFill>
                    <a:schemeClr val="hlink"/>
                  </a:solidFill>
                  <a:latin typeface="DM Sans SemiBold"/>
                  <a:ea typeface="DM Sans SemiBold"/>
                  <a:cs typeface="DM Sans SemiBold"/>
                  <a:sym typeface="DM Sans SemiBold"/>
                </a:rPr>
                <a:t>menghasilkan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akurasi</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tertinggi</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sebesar</a:t>
              </a:r>
              <a:r>
                <a:rPr lang="en-US" sz="1300" dirty="0">
                  <a:solidFill>
                    <a:schemeClr val="hlink"/>
                  </a:solidFill>
                  <a:latin typeface="DM Sans SemiBold"/>
                  <a:ea typeface="DM Sans SemiBold"/>
                  <a:cs typeface="DM Sans SemiBold"/>
                  <a:sym typeface="DM Sans SemiBold"/>
                </a:rPr>
                <a:t> 94.3%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3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KNN dan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9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k-Fold Cross Validation</a:t>
              </a:r>
              <a:endParaRPr sz="1300" i="1" dirty="0">
                <a:solidFill>
                  <a:schemeClr val="hlink"/>
                </a:solidFill>
                <a:latin typeface="DM Sans SemiBold"/>
                <a:ea typeface="DM Sans SemiBold"/>
                <a:cs typeface="DM Sans SemiBold"/>
                <a:sym typeface="DM Sans SemiBold"/>
              </a:endParaRPr>
            </a:p>
          </p:txBody>
        </p:sp>
        <p:sp>
          <p:nvSpPr>
            <p:cNvPr id="41" name="Google Shape;1881;g265bef59cd1_1_0"/>
            <p:cNvSpPr txBox="1"/>
            <p:nvPr/>
          </p:nvSpPr>
          <p:spPr>
            <a:xfrm>
              <a:off x="591198" y="2827046"/>
              <a:ext cx="446554" cy="46827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US" sz="2000" b="1" dirty="0">
                  <a:solidFill>
                    <a:schemeClr val="tx1"/>
                  </a:solidFill>
                  <a:latin typeface="Urbanist"/>
                  <a:ea typeface="Urbanist"/>
                  <a:cs typeface="Urbanist"/>
                  <a:sym typeface="Urbanist"/>
                </a:rPr>
                <a:t>b</a:t>
              </a:r>
              <a:r>
                <a:rPr lang="en" sz="2000" b="1" dirty="0">
                  <a:solidFill>
                    <a:schemeClr val="tx1"/>
                  </a:solidFill>
                  <a:latin typeface="Urbanist"/>
                  <a:ea typeface="Urbanist"/>
                  <a:cs typeface="Urbanist"/>
                  <a:sym typeface="Urbanist"/>
                </a:rPr>
                <a:t>.</a:t>
              </a:r>
              <a:endParaRPr sz="1200" dirty="0">
                <a:solidFill>
                  <a:schemeClr val="tx1"/>
                </a:solidFill>
              </a:endParaRPr>
            </a:p>
          </p:txBody>
        </p:sp>
      </p:grpSp>
      <p:grpSp>
        <p:nvGrpSpPr>
          <p:cNvPr id="43" name="Group 42"/>
          <p:cNvGrpSpPr/>
          <p:nvPr/>
        </p:nvGrpSpPr>
        <p:grpSpPr>
          <a:xfrm>
            <a:off x="4445068" y="582558"/>
            <a:ext cx="4245356" cy="3499011"/>
            <a:chOff x="326644" y="632591"/>
            <a:chExt cx="4245356" cy="3499011"/>
          </a:xfrm>
        </p:grpSpPr>
        <p:sp>
          <p:nvSpPr>
            <p:cNvPr id="44" name="Google Shape;1881;g265bef59cd1_1_0"/>
            <p:cNvSpPr txBox="1"/>
            <p:nvPr/>
          </p:nvSpPr>
          <p:spPr>
            <a:xfrm>
              <a:off x="326644" y="635367"/>
              <a:ext cx="913719" cy="596774"/>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dirty="0">
                  <a:solidFill>
                    <a:srgbClr val="567AFB"/>
                  </a:solidFill>
                  <a:latin typeface="Urbanist"/>
                  <a:ea typeface="Urbanist"/>
                  <a:cs typeface="Urbanist"/>
                  <a:sym typeface="Urbanist"/>
                </a:rPr>
                <a:t>02</a:t>
              </a:r>
              <a:endParaRPr dirty="0"/>
            </a:p>
          </p:txBody>
        </p:sp>
        <p:sp>
          <p:nvSpPr>
            <p:cNvPr id="45" name="Google Shape;1882;g265bef59cd1_1_0"/>
            <p:cNvSpPr txBox="1"/>
            <p:nvPr/>
          </p:nvSpPr>
          <p:spPr>
            <a:xfrm>
              <a:off x="894783" y="1326306"/>
              <a:ext cx="3640806" cy="1269423"/>
            </a:xfrm>
            <a:prstGeom prst="rect">
              <a:avLst/>
            </a:prstGeom>
            <a:noFill/>
            <a:ln>
              <a:noFill/>
            </a:ln>
          </p:spPr>
          <p:txBody>
            <a:bodyPr spcFirstLastPara="1" wrap="square" lIns="91425" tIns="91425" rIns="91425" bIns="91425" anchor="t" anchorCtr="0">
              <a:noAutofit/>
            </a:bodyPr>
            <a:lstStyle/>
            <a:p>
              <a:pPr lvl="0">
                <a:lnSpc>
                  <a:spcPct val="115000"/>
                </a:lnSpc>
                <a:buClr>
                  <a:schemeClr val="hlink"/>
                </a:buClr>
                <a:buSzPts val="1100"/>
              </a:pPr>
              <a:r>
                <a:rPr lang="en-US" sz="1300" dirty="0" err="1">
                  <a:solidFill>
                    <a:schemeClr val="hlink"/>
                  </a:solidFill>
                  <a:latin typeface="DM Sans SemiBold"/>
                  <a:ea typeface="DM Sans SemiBold"/>
                  <a:cs typeface="DM Sans SemiBold"/>
                  <a:sym typeface="DM Sans SemiBold"/>
                </a:rPr>
                <a:t>Penelitian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KNN </a:t>
              </a:r>
              <a:r>
                <a:rPr lang="en-US" sz="1300" dirty="0" err="1">
                  <a:solidFill>
                    <a:schemeClr val="hlink"/>
                  </a:solidFill>
                  <a:latin typeface="DM Sans SemiBold"/>
                  <a:ea typeface="DM Sans SemiBold"/>
                  <a:cs typeface="DM Sans SemiBold"/>
                  <a:sym typeface="DM Sans SemiBold"/>
                </a:rPr>
                <a:t>menghasilkan</a:t>
              </a:r>
              <a:r>
                <a:rPr lang="en-US" sz="1300" dirty="0">
                  <a:solidFill>
                    <a:schemeClr val="hlink"/>
                  </a:solidFill>
                  <a:latin typeface="DM Sans SemiBold"/>
                  <a:ea typeface="DM Sans SemiBold"/>
                  <a:cs typeface="DM Sans SemiBold"/>
                  <a:sym typeface="DM Sans SemiBold"/>
                </a:rPr>
                <a:t> akurasi </a:t>
              </a:r>
              <a:r>
                <a:rPr lang="en-US" sz="1300" dirty="0" err="1">
                  <a:solidFill>
                    <a:schemeClr val="hlink"/>
                  </a:solidFill>
                  <a:latin typeface="DM Sans SemiBold"/>
                  <a:ea typeface="DM Sans SemiBold"/>
                  <a:cs typeface="DM Sans SemiBold"/>
                  <a:sym typeface="DM Sans SemiBold"/>
                </a:rPr>
                <a:t>tertinggi</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sebesar</a:t>
              </a:r>
              <a:r>
                <a:rPr lang="en-US" sz="1300" dirty="0">
                  <a:solidFill>
                    <a:schemeClr val="hlink"/>
                  </a:solidFill>
                  <a:latin typeface="DM Sans SemiBold"/>
                  <a:ea typeface="DM Sans SemiBold"/>
                  <a:cs typeface="DM Sans SemiBold"/>
                  <a:sym typeface="DM Sans SemiBold"/>
                </a:rPr>
                <a:t> 86.0%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9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KNN dan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3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k-Fold Cross Validation</a:t>
              </a:r>
              <a:endParaRPr sz="1300" i="1" dirty="0">
                <a:solidFill>
                  <a:schemeClr val="hlink"/>
                </a:solidFill>
                <a:latin typeface="DM Sans SemiBold"/>
                <a:ea typeface="DM Sans SemiBold"/>
                <a:cs typeface="DM Sans SemiBold"/>
                <a:sym typeface="DM Sans SemiBold"/>
              </a:endParaRPr>
            </a:p>
          </p:txBody>
        </p:sp>
        <p:sp>
          <p:nvSpPr>
            <p:cNvPr id="46" name="Google Shape;1854;g265bef59cd1_1_0"/>
            <p:cNvSpPr txBox="1">
              <a:spLocks/>
            </p:cNvSpPr>
            <p:nvPr/>
          </p:nvSpPr>
          <p:spPr>
            <a:xfrm>
              <a:off x="1026844" y="632591"/>
              <a:ext cx="3545156" cy="6261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000"/>
                <a:buFont typeface="DM Serif Display"/>
                <a:buNone/>
                <a:defRPr sz="38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1800" b="1" dirty="0" err="1">
                  <a:latin typeface="Arial" panose="020B0604020202020204" pitchFamily="34" charset="0"/>
                  <a:cs typeface="Arial" panose="020B0604020202020204" pitchFamily="34" charset="0"/>
                </a:rPr>
                <a:t>Hasil</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Analisis</a:t>
              </a:r>
              <a:r>
                <a:rPr lang="en-US" sz="1800" b="1" dirty="0">
                  <a:latin typeface="Arial" panose="020B0604020202020204" pitchFamily="34" charset="0"/>
                  <a:cs typeface="Arial" panose="020B0604020202020204" pitchFamily="34" charset="0"/>
                </a:rPr>
                <a:t> Data Ulasan Setelah </a:t>
              </a:r>
              <a:r>
                <a:rPr lang="en-US" sz="1800" b="1" dirty="0" err="1">
                  <a:latin typeface="Arial" panose="020B0604020202020204" pitchFamily="34" charset="0"/>
                  <a:cs typeface="Arial" panose="020B0604020202020204" pitchFamily="34" charset="0"/>
                </a:rPr>
                <a:t>Pandemi</a:t>
              </a:r>
              <a:r>
                <a:rPr lang="en-US" sz="1800" b="1" dirty="0">
                  <a:latin typeface="Arial" panose="020B0604020202020204" pitchFamily="34" charset="0"/>
                  <a:cs typeface="Arial" panose="020B0604020202020204" pitchFamily="34" charset="0"/>
                </a:rPr>
                <a:t> Covid-19</a:t>
              </a:r>
              <a:endParaRPr lang="en-US" sz="2400" b="1" dirty="0">
                <a:latin typeface="Arial" panose="020B0604020202020204" pitchFamily="34" charset="0"/>
                <a:cs typeface="Arial" panose="020B0604020202020204" pitchFamily="34" charset="0"/>
              </a:endParaRPr>
            </a:p>
          </p:txBody>
        </p:sp>
        <p:sp>
          <p:nvSpPr>
            <p:cNvPr id="47" name="Google Shape;1881;g265bef59cd1_1_0"/>
            <p:cNvSpPr txBox="1"/>
            <p:nvPr/>
          </p:nvSpPr>
          <p:spPr>
            <a:xfrm>
              <a:off x="591198" y="1291173"/>
              <a:ext cx="446554" cy="46827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US" sz="2000" b="1" dirty="0">
                  <a:solidFill>
                    <a:schemeClr val="tx1"/>
                  </a:solidFill>
                  <a:latin typeface="Urbanist"/>
                  <a:ea typeface="Urbanist"/>
                  <a:cs typeface="Urbanist"/>
                  <a:sym typeface="Urbanist"/>
                </a:rPr>
                <a:t>a</a:t>
              </a:r>
              <a:r>
                <a:rPr lang="en" sz="2000" b="1" dirty="0">
                  <a:solidFill>
                    <a:schemeClr val="tx1"/>
                  </a:solidFill>
                  <a:latin typeface="Urbanist"/>
                  <a:ea typeface="Urbanist"/>
                  <a:cs typeface="Urbanist"/>
                  <a:sym typeface="Urbanist"/>
                </a:rPr>
                <a:t>.</a:t>
              </a:r>
              <a:endParaRPr sz="1200" dirty="0">
                <a:solidFill>
                  <a:schemeClr val="tx1"/>
                </a:solidFill>
              </a:endParaRPr>
            </a:p>
          </p:txBody>
        </p:sp>
        <p:sp>
          <p:nvSpPr>
            <p:cNvPr id="48" name="Google Shape;1882;g265bef59cd1_1_0"/>
            <p:cNvSpPr txBox="1"/>
            <p:nvPr/>
          </p:nvSpPr>
          <p:spPr>
            <a:xfrm>
              <a:off x="894783" y="2862179"/>
              <a:ext cx="3640806" cy="1269423"/>
            </a:xfrm>
            <a:prstGeom prst="rect">
              <a:avLst/>
            </a:prstGeom>
            <a:noFill/>
            <a:ln>
              <a:noFill/>
            </a:ln>
          </p:spPr>
          <p:txBody>
            <a:bodyPr spcFirstLastPara="1" wrap="square" lIns="91425" tIns="91425" rIns="91425" bIns="91425" anchor="t" anchorCtr="0">
              <a:noAutofit/>
            </a:bodyPr>
            <a:lstStyle/>
            <a:p>
              <a:pPr lvl="0">
                <a:lnSpc>
                  <a:spcPct val="115000"/>
                </a:lnSpc>
                <a:buClr>
                  <a:schemeClr val="hlink"/>
                </a:buClr>
                <a:buSzPts val="1100"/>
              </a:pPr>
              <a:r>
                <a:rPr lang="en-US" sz="1300" dirty="0" err="1">
                  <a:solidFill>
                    <a:schemeClr val="hlink"/>
                  </a:solidFill>
                  <a:latin typeface="DM Sans SemiBold"/>
                  <a:ea typeface="DM Sans SemiBold"/>
                  <a:cs typeface="DM Sans SemiBold"/>
                  <a:sym typeface="DM Sans SemiBold"/>
                </a:rPr>
                <a:t>Penelitian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KNN dan Tomek Links </a:t>
              </a:r>
              <a:r>
                <a:rPr lang="en-US" sz="1300" dirty="0" err="1">
                  <a:solidFill>
                    <a:schemeClr val="hlink"/>
                  </a:solidFill>
                  <a:latin typeface="DM Sans SemiBold"/>
                  <a:ea typeface="DM Sans SemiBold"/>
                  <a:cs typeface="DM Sans SemiBold"/>
                  <a:sym typeface="DM Sans SemiBold"/>
                </a:rPr>
                <a:t>menghasilkan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akurasi</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tertinggi</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sebesar</a:t>
              </a:r>
              <a:r>
                <a:rPr lang="en-US" sz="1300" dirty="0">
                  <a:solidFill>
                    <a:schemeClr val="hlink"/>
                  </a:solidFill>
                  <a:latin typeface="DM Sans SemiBold"/>
                  <a:ea typeface="DM Sans SemiBold"/>
                  <a:cs typeface="DM Sans SemiBold"/>
                  <a:sym typeface="DM Sans SemiBold"/>
                </a:rPr>
                <a:t> 87.2% </a:t>
              </a:r>
              <a:r>
                <a:rPr lang="en-US" sz="1300" dirty="0" err="1">
                  <a:solidFill>
                    <a:schemeClr val="hlink"/>
                  </a:solidFill>
                  <a:latin typeface="DM Sans SemiBold"/>
                  <a:ea typeface="DM Sans SemiBold"/>
                  <a:cs typeface="DM Sans SemiBold"/>
                  <a:sym typeface="DM Sans SemiBold"/>
                </a:rPr>
                <a:t>menggunakan</a:t>
              </a:r>
              <a:r>
                <a:rPr lang="en-US" sz="1300" dirty="0">
                  <a:solidFill>
                    <a:schemeClr val="hlink"/>
                  </a:solidFill>
                  <a:latin typeface="DM Sans SemiBold"/>
                  <a:ea typeface="DM Sans SemiBold"/>
                  <a:cs typeface="DM Sans SemiBold"/>
                  <a:sym typeface="DM Sans SemiBold"/>
                </a:rPr>
                <a:t>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9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KNN dan </a:t>
              </a:r>
              <a:r>
                <a:rPr lang="en-US" sz="1300" dirty="0" err="1">
                  <a:solidFill>
                    <a:schemeClr val="hlink"/>
                  </a:solidFill>
                  <a:latin typeface="DM Sans SemiBold"/>
                  <a:ea typeface="DM Sans SemiBold"/>
                  <a:cs typeface="DM Sans SemiBold"/>
                  <a:sym typeface="DM Sans SemiBold"/>
                </a:rPr>
                <a:t>nilai</a:t>
              </a:r>
              <a:r>
                <a:rPr lang="en-US" sz="1300" dirty="0">
                  <a:solidFill>
                    <a:schemeClr val="hlink"/>
                  </a:solidFill>
                  <a:latin typeface="DM Sans SemiBold"/>
                  <a:ea typeface="DM Sans SemiBold"/>
                  <a:cs typeface="DM Sans SemiBold"/>
                  <a:sym typeface="DM Sans SemiBold"/>
                </a:rPr>
                <a:t> k = 3 </a:t>
              </a:r>
              <a:r>
                <a:rPr lang="en-US" sz="1300" dirty="0" err="1">
                  <a:solidFill>
                    <a:schemeClr val="hlink"/>
                  </a:solidFill>
                  <a:latin typeface="DM Sans SemiBold"/>
                  <a:ea typeface="DM Sans SemiBold"/>
                  <a:cs typeface="DM Sans SemiBold"/>
                  <a:sym typeface="DM Sans SemiBold"/>
                </a:rPr>
                <a:t>untuk</a:t>
              </a:r>
              <a:r>
                <a:rPr lang="en-US" sz="1300" dirty="0">
                  <a:solidFill>
                    <a:schemeClr val="hlink"/>
                  </a:solidFill>
                  <a:latin typeface="DM Sans SemiBold"/>
                  <a:ea typeface="DM Sans SemiBold"/>
                  <a:cs typeface="DM Sans SemiBold"/>
                  <a:sym typeface="DM Sans SemiBold"/>
                </a:rPr>
                <a:t> k-Fold Cross Validation</a:t>
              </a:r>
              <a:endParaRPr sz="1300" i="1" dirty="0">
                <a:solidFill>
                  <a:schemeClr val="hlink"/>
                </a:solidFill>
                <a:latin typeface="DM Sans SemiBold"/>
                <a:ea typeface="DM Sans SemiBold"/>
                <a:cs typeface="DM Sans SemiBold"/>
                <a:sym typeface="DM Sans SemiBold"/>
              </a:endParaRPr>
            </a:p>
          </p:txBody>
        </p:sp>
        <p:sp>
          <p:nvSpPr>
            <p:cNvPr id="49" name="Google Shape;1881;g265bef59cd1_1_0"/>
            <p:cNvSpPr txBox="1"/>
            <p:nvPr/>
          </p:nvSpPr>
          <p:spPr>
            <a:xfrm>
              <a:off x="591198" y="2827046"/>
              <a:ext cx="446554" cy="46827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US" sz="2000" b="1" dirty="0">
                  <a:solidFill>
                    <a:schemeClr val="tx1"/>
                  </a:solidFill>
                  <a:latin typeface="Urbanist"/>
                  <a:ea typeface="Urbanist"/>
                  <a:cs typeface="Urbanist"/>
                  <a:sym typeface="Urbanist"/>
                </a:rPr>
                <a:t>b</a:t>
              </a:r>
              <a:r>
                <a:rPr lang="en" sz="2000" b="1" dirty="0">
                  <a:solidFill>
                    <a:schemeClr val="tx1"/>
                  </a:solidFill>
                  <a:latin typeface="Urbanist"/>
                  <a:ea typeface="Urbanist"/>
                  <a:cs typeface="Urbanist"/>
                  <a:sym typeface="Urbanist"/>
                </a:rPr>
                <a:t>.</a:t>
              </a:r>
              <a:endParaRPr sz="1200" dirty="0">
                <a:solidFill>
                  <a:schemeClr val="tx1"/>
                </a:solidFill>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93"/>
        <p:cNvGrpSpPr/>
        <p:nvPr/>
      </p:nvGrpSpPr>
      <p:grpSpPr>
        <a:xfrm>
          <a:off x="0" y="0"/>
          <a:ext cx="0" cy="0"/>
          <a:chOff x="0" y="0"/>
          <a:chExt cx="0" cy="0"/>
        </a:xfrm>
      </p:grpSpPr>
      <p:sp>
        <p:nvSpPr>
          <p:cNvPr id="1894" name="Google Shape;1894;g265bef59cd1_1_157"/>
          <p:cNvSpPr/>
          <p:nvPr/>
        </p:nvSpPr>
        <p:spPr>
          <a:xfrm>
            <a:off x="0" y="-2"/>
            <a:ext cx="503238" cy="5143500"/>
          </a:xfrm>
          <a:prstGeom prst="flowChartProcess">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95" name="Google Shape;1895;g265bef59cd1_1_157"/>
          <p:cNvSpPr txBox="1">
            <a:spLocks noGrp="1"/>
          </p:cNvSpPr>
          <p:nvPr>
            <p:ph type="title"/>
          </p:nvPr>
        </p:nvSpPr>
        <p:spPr>
          <a:xfrm>
            <a:off x="642938" y="22874"/>
            <a:ext cx="3852900" cy="626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000"/>
              <a:buNone/>
            </a:pPr>
            <a:r>
              <a:rPr lang="en"/>
              <a:t>saran</a:t>
            </a:r>
            <a:endParaRPr/>
          </a:p>
        </p:txBody>
      </p:sp>
      <p:sp>
        <p:nvSpPr>
          <p:cNvPr id="1896" name="Google Shape;1896;g265bef59cd1_1_157"/>
          <p:cNvSpPr/>
          <p:nvPr/>
        </p:nvSpPr>
        <p:spPr>
          <a:xfrm>
            <a:off x="1318260" y="4527350"/>
            <a:ext cx="2758200" cy="2758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97" name="Google Shape;1897;g265bef59cd1_1_157"/>
          <p:cNvSpPr/>
          <p:nvPr/>
        </p:nvSpPr>
        <p:spPr>
          <a:xfrm>
            <a:off x="0" y="537238"/>
            <a:ext cx="3549600" cy="1203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98" name="Google Shape;1898;g265bef59cd1_1_157"/>
          <p:cNvSpPr/>
          <p:nvPr/>
        </p:nvSpPr>
        <p:spPr>
          <a:xfrm>
            <a:off x="3461647" y="4461847"/>
            <a:ext cx="676500" cy="6765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899" name="Google Shape;1899;g265bef59cd1_1_157"/>
          <p:cNvGrpSpPr/>
          <p:nvPr/>
        </p:nvGrpSpPr>
        <p:grpSpPr>
          <a:xfrm>
            <a:off x="8420084" y="-257283"/>
            <a:ext cx="914666" cy="718380"/>
            <a:chOff x="388620" y="1420922"/>
            <a:chExt cx="680100" cy="534151"/>
          </a:xfrm>
        </p:grpSpPr>
        <p:sp>
          <p:nvSpPr>
            <p:cNvPr id="1900" name="Google Shape;1900;g265bef59cd1_1_157"/>
            <p:cNvSpPr/>
            <p:nvPr/>
          </p:nvSpPr>
          <p:spPr>
            <a:xfrm>
              <a:off x="3886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1" name="Google Shape;1901;g265bef59cd1_1_157"/>
            <p:cNvSpPr/>
            <p:nvPr/>
          </p:nvSpPr>
          <p:spPr>
            <a:xfrm>
              <a:off x="5410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2" name="Google Shape;1902;g265bef59cd1_1_157"/>
            <p:cNvSpPr/>
            <p:nvPr/>
          </p:nvSpPr>
          <p:spPr>
            <a:xfrm>
              <a:off x="693420" y="14209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3" name="Google Shape;1903;g265bef59cd1_1_157"/>
            <p:cNvSpPr/>
            <p:nvPr/>
          </p:nvSpPr>
          <p:spPr>
            <a:xfrm>
              <a:off x="8458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4" name="Google Shape;1904;g265bef59cd1_1_157"/>
            <p:cNvSpPr/>
            <p:nvPr/>
          </p:nvSpPr>
          <p:spPr>
            <a:xfrm>
              <a:off x="998220" y="14209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5" name="Google Shape;1905;g265bef59cd1_1_157"/>
            <p:cNvSpPr/>
            <p:nvPr/>
          </p:nvSpPr>
          <p:spPr>
            <a:xfrm>
              <a:off x="3886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6" name="Google Shape;1906;g265bef59cd1_1_157"/>
            <p:cNvSpPr/>
            <p:nvPr/>
          </p:nvSpPr>
          <p:spPr>
            <a:xfrm>
              <a:off x="5410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7" name="Google Shape;1907;g265bef59cd1_1_157"/>
            <p:cNvSpPr/>
            <p:nvPr/>
          </p:nvSpPr>
          <p:spPr>
            <a:xfrm>
              <a:off x="693420" y="157332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8" name="Google Shape;1908;g265bef59cd1_1_157"/>
            <p:cNvSpPr/>
            <p:nvPr/>
          </p:nvSpPr>
          <p:spPr>
            <a:xfrm>
              <a:off x="8458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9" name="Google Shape;1909;g265bef59cd1_1_157"/>
            <p:cNvSpPr/>
            <p:nvPr/>
          </p:nvSpPr>
          <p:spPr>
            <a:xfrm>
              <a:off x="998220" y="157332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0" name="Google Shape;1910;g265bef59cd1_1_157"/>
            <p:cNvSpPr/>
            <p:nvPr/>
          </p:nvSpPr>
          <p:spPr>
            <a:xfrm>
              <a:off x="3886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1" name="Google Shape;1911;g265bef59cd1_1_157"/>
            <p:cNvSpPr/>
            <p:nvPr/>
          </p:nvSpPr>
          <p:spPr>
            <a:xfrm>
              <a:off x="5410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2" name="Google Shape;1912;g265bef59cd1_1_157"/>
            <p:cNvSpPr/>
            <p:nvPr/>
          </p:nvSpPr>
          <p:spPr>
            <a:xfrm>
              <a:off x="693420" y="1728948"/>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3" name="Google Shape;1913;g265bef59cd1_1_157"/>
            <p:cNvSpPr/>
            <p:nvPr/>
          </p:nvSpPr>
          <p:spPr>
            <a:xfrm>
              <a:off x="8458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4" name="Google Shape;1914;g265bef59cd1_1_157"/>
            <p:cNvSpPr/>
            <p:nvPr/>
          </p:nvSpPr>
          <p:spPr>
            <a:xfrm>
              <a:off x="998220" y="1728947"/>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5" name="Google Shape;1915;g265bef59cd1_1_157"/>
            <p:cNvSpPr/>
            <p:nvPr/>
          </p:nvSpPr>
          <p:spPr>
            <a:xfrm>
              <a:off x="3886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6" name="Google Shape;1916;g265bef59cd1_1_157"/>
            <p:cNvSpPr/>
            <p:nvPr/>
          </p:nvSpPr>
          <p:spPr>
            <a:xfrm>
              <a:off x="5410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7" name="Google Shape;1917;g265bef59cd1_1_157"/>
            <p:cNvSpPr/>
            <p:nvPr/>
          </p:nvSpPr>
          <p:spPr>
            <a:xfrm>
              <a:off x="693420" y="1884573"/>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8" name="Google Shape;1918;g265bef59cd1_1_157"/>
            <p:cNvSpPr/>
            <p:nvPr/>
          </p:nvSpPr>
          <p:spPr>
            <a:xfrm>
              <a:off x="8458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9" name="Google Shape;1919;g265bef59cd1_1_157"/>
            <p:cNvSpPr/>
            <p:nvPr/>
          </p:nvSpPr>
          <p:spPr>
            <a:xfrm>
              <a:off x="998220" y="1884572"/>
              <a:ext cx="70500" cy="70500"/>
            </a:xfrm>
            <a:prstGeom prst="flowChartConnector">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1920" name="Google Shape;1920;g265bef59cd1_1_157"/>
          <p:cNvSpPr/>
          <p:nvPr/>
        </p:nvSpPr>
        <p:spPr>
          <a:xfrm flipH="1">
            <a:off x="8690424" y="2211011"/>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21" name="Google Shape;1921;g265bef59cd1_1_157"/>
          <p:cNvSpPr/>
          <p:nvPr/>
        </p:nvSpPr>
        <p:spPr>
          <a:xfrm flipH="1">
            <a:off x="8690424" y="2803824"/>
            <a:ext cx="633300" cy="63330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22" name="Google Shape;1922;g265bef59cd1_1_157"/>
          <p:cNvSpPr txBox="1"/>
          <p:nvPr/>
        </p:nvSpPr>
        <p:spPr>
          <a:xfrm>
            <a:off x="658601" y="519725"/>
            <a:ext cx="6765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01</a:t>
            </a:r>
            <a:endParaRPr/>
          </a:p>
        </p:txBody>
      </p:sp>
      <p:sp>
        <p:nvSpPr>
          <p:cNvPr id="1923" name="Google Shape;1923;g265bef59cd1_1_157"/>
          <p:cNvSpPr txBox="1"/>
          <p:nvPr/>
        </p:nvSpPr>
        <p:spPr>
          <a:xfrm>
            <a:off x="1235200" y="776875"/>
            <a:ext cx="3238500" cy="1794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1D0D00"/>
              </a:buClr>
              <a:buSzPts val="2400"/>
              <a:buFont typeface="Bebas Neue"/>
              <a:buNone/>
            </a:pPr>
            <a:r>
              <a:rPr lang="en" sz="1300">
                <a:solidFill>
                  <a:schemeClr val="hlink"/>
                </a:solidFill>
                <a:latin typeface="DM Sans SemiBold"/>
                <a:ea typeface="DM Sans SemiBold"/>
                <a:cs typeface="DM Sans SemiBold"/>
                <a:sym typeface="DM Sans SemiBold"/>
              </a:rPr>
              <a:t>Penelitian selanjutnya diharapkan dapat dikembangkan dengan pembuatan GUI (</a:t>
            </a:r>
            <a:r>
              <a:rPr lang="en" sz="1300" i="1">
                <a:solidFill>
                  <a:schemeClr val="hlink"/>
                </a:solidFill>
                <a:latin typeface="DM Sans SemiBold"/>
                <a:ea typeface="DM Sans SemiBold"/>
                <a:cs typeface="DM Sans SemiBold"/>
                <a:sym typeface="DM Sans SemiBold"/>
              </a:rPr>
              <a:t>Graphical User Interface</a:t>
            </a:r>
            <a:r>
              <a:rPr lang="en" sz="1300">
                <a:solidFill>
                  <a:schemeClr val="hlink"/>
                </a:solidFill>
                <a:latin typeface="DM Sans SemiBold"/>
                <a:ea typeface="DM Sans SemiBold"/>
                <a:cs typeface="DM Sans SemiBold"/>
                <a:sym typeface="DM Sans SemiBold"/>
              </a:rPr>
              <a:t>) untuk mempermudah visualisasi hasil</a:t>
            </a:r>
            <a:endParaRPr sz="1300">
              <a:solidFill>
                <a:schemeClr val="hlink"/>
              </a:solidFill>
              <a:latin typeface="DM Sans SemiBold"/>
              <a:ea typeface="DM Sans SemiBold"/>
              <a:cs typeface="DM Sans SemiBold"/>
              <a:sym typeface="DM Sans SemiBold"/>
            </a:endParaRPr>
          </a:p>
          <a:p>
            <a:pPr marL="0" marR="0" lvl="0" indent="0" algn="l" rtl="0">
              <a:lnSpc>
                <a:spcPct val="115000"/>
              </a:lnSpc>
              <a:spcBef>
                <a:spcPts val="0"/>
              </a:spcBef>
              <a:spcAft>
                <a:spcPts val="0"/>
              </a:spcAft>
              <a:buClr>
                <a:srgbClr val="1D0D00"/>
              </a:buClr>
              <a:buSzPts val="2400"/>
              <a:buFont typeface="Bebas Neue"/>
              <a:buNone/>
            </a:pPr>
            <a:endParaRPr sz="1300">
              <a:solidFill>
                <a:schemeClr val="hlink"/>
              </a:solidFill>
              <a:latin typeface="DM Sans SemiBold"/>
              <a:ea typeface="DM Sans SemiBold"/>
              <a:cs typeface="DM Sans SemiBold"/>
              <a:sym typeface="DM Sans SemiBold"/>
            </a:endParaRPr>
          </a:p>
          <a:p>
            <a:pPr marL="0" marR="0" lvl="0" indent="0" algn="l" rtl="0">
              <a:lnSpc>
                <a:spcPct val="115000"/>
              </a:lnSpc>
              <a:spcBef>
                <a:spcPts val="0"/>
              </a:spcBef>
              <a:spcAft>
                <a:spcPts val="0"/>
              </a:spcAft>
              <a:buClr>
                <a:srgbClr val="1D0D00"/>
              </a:buClr>
              <a:buSzPts val="2400"/>
              <a:buFont typeface="Bebas Neue"/>
              <a:buNone/>
            </a:pPr>
            <a:endParaRPr sz="1300">
              <a:solidFill>
                <a:schemeClr val="hlink"/>
              </a:solidFill>
              <a:latin typeface="DM Sans SemiBold"/>
              <a:ea typeface="DM Sans SemiBold"/>
              <a:cs typeface="DM Sans SemiBold"/>
              <a:sym typeface="DM Sans SemiBold"/>
            </a:endParaRPr>
          </a:p>
          <a:p>
            <a:pPr marL="0" marR="0" lvl="0" indent="0" algn="l" rtl="0">
              <a:lnSpc>
                <a:spcPct val="115000"/>
              </a:lnSpc>
              <a:spcBef>
                <a:spcPts val="0"/>
              </a:spcBef>
              <a:spcAft>
                <a:spcPts val="0"/>
              </a:spcAft>
              <a:buClr>
                <a:srgbClr val="1D0D00"/>
              </a:buClr>
              <a:buSzPts val="2400"/>
              <a:buFont typeface="Bebas Neue"/>
              <a:buNone/>
            </a:pPr>
            <a:endParaRPr sz="1300">
              <a:solidFill>
                <a:schemeClr val="hlink"/>
              </a:solidFill>
              <a:latin typeface="DM Sans SemiBold"/>
              <a:ea typeface="DM Sans SemiBold"/>
              <a:cs typeface="DM Sans SemiBold"/>
              <a:sym typeface="DM Sans SemiBold"/>
            </a:endParaRPr>
          </a:p>
        </p:txBody>
      </p:sp>
      <p:grpSp>
        <p:nvGrpSpPr>
          <p:cNvPr id="1924" name="Google Shape;1924;g265bef59cd1_1_157"/>
          <p:cNvGrpSpPr/>
          <p:nvPr/>
        </p:nvGrpSpPr>
        <p:grpSpPr>
          <a:xfrm>
            <a:off x="658601" y="2300875"/>
            <a:ext cx="3815099" cy="1794900"/>
            <a:chOff x="658601" y="472075"/>
            <a:chExt cx="3815099" cy="1794900"/>
          </a:xfrm>
        </p:grpSpPr>
        <p:sp>
          <p:nvSpPr>
            <p:cNvPr id="1925" name="Google Shape;1925;g265bef59cd1_1_157"/>
            <p:cNvSpPr txBox="1"/>
            <p:nvPr/>
          </p:nvSpPr>
          <p:spPr>
            <a:xfrm>
              <a:off x="658601" y="559750"/>
              <a:ext cx="6765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3</a:t>
              </a:r>
              <a:endParaRPr/>
            </a:p>
          </p:txBody>
        </p:sp>
        <p:sp>
          <p:nvSpPr>
            <p:cNvPr id="1926" name="Google Shape;1926;g265bef59cd1_1_157"/>
            <p:cNvSpPr txBox="1"/>
            <p:nvPr/>
          </p:nvSpPr>
          <p:spPr>
            <a:xfrm>
              <a:off x="1235200" y="472075"/>
              <a:ext cx="3238500" cy="1794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hlink"/>
                </a:buClr>
                <a:buSzPts val="1100"/>
                <a:buFont typeface="Arial"/>
                <a:buNone/>
              </a:pPr>
              <a:r>
                <a:rPr lang="en" sz="1300">
                  <a:solidFill>
                    <a:schemeClr val="hlink"/>
                  </a:solidFill>
                  <a:latin typeface="DM Sans SemiBold"/>
                  <a:ea typeface="DM Sans SemiBold"/>
                  <a:cs typeface="DM Sans SemiBold"/>
                  <a:sym typeface="DM Sans SemiBold"/>
                </a:rPr>
                <a:t>Menerapkan metode </a:t>
              </a:r>
              <a:r>
                <a:rPr lang="en" sz="1300" i="1">
                  <a:solidFill>
                    <a:schemeClr val="hlink"/>
                  </a:solidFill>
                  <a:latin typeface="DM Sans SemiBold"/>
                  <a:ea typeface="DM Sans SemiBold"/>
                  <a:cs typeface="DM Sans SemiBold"/>
                  <a:sym typeface="DM Sans SemiBold"/>
                </a:rPr>
                <a:t>supervised learning</a:t>
              </a:r>
              <a:r>
                <a:rPr lang="en" sz="1300">
                  <a:solidFill>
                    <a:schemeClr val="hlink"/>
                  </a:solidFill>
                  <a:latin typeface="DM Sans SemiBold"/>
                  <a:ea typeface="DM Sans SemiBold"/>
                  <a:cs typeface="DM Sans SemiBold"/>
                  <a:sym typeface="DM Sans SemiBold"/>
                </a:rPr>
                <a:t> lainnya seperti SVM (</a:t>
              </a:r>
              <a:r>
                <a:rPr lang="en" sz="1300" i="1">
                  <a:solidFill>
                    <a:schemeClr val="hlink"/>
                  </a:solidFill>
                  <a:latin typeface="DM Sans SemiBold"/>
                  <a:ea typeface="DM Sans SemiBold"/>
                  <a:cs typeface="DM Sans SemiBold"/>
                  <a:sym typeface="DM Sans SemiBold"/>
                </a:rPr>
                <a:t>Support Vector Machine</a:t>
              </a:r>
              <a:r>
                <a:rPr lang="en" sz="1300">
                  <a:solidFill>
                    <a:schemeClr val="hlink"/>
                  </a:solidFill>
                  <a:latin typeface="DM Sans SemiBold"/>
                  <a:ea typeface="DM Sans SemiBold"/>
                  <a:cs typeface="DM Sans SemiBold"/>
                  <a:sym typeface="DM Sans SemiBold"/>
                </a:rPr>
                <a:t>), </a:t>
              </a:r>
              <a:r>
                <a:rPr lang="en" sz="1300" i="1">
                  <a:solidFill>
                    <a:schemeClr val="hlink"/>
                  </a:solidFill>
                  <a:latin typeface="DM Sans SemiBold"/>
                  <a:ea typeface="DM Sans SemiBold"/>
                  <a:cs typeface="DM Sans SemiBold"/>
                  <a:sym typeface="DM Sans SemiBold"/>
                </a:rPr>
                <a:t>Naive Bayes</a:t>
              </a:r>
              <a:r>
                <a:rPr lang="en" sz="1300">
                  <a:solidFill>
                    <a:schemeClr val="hlink"/>
                  </a:solidFill>
                  <a:latin typeface="DM Sans SemiBold"/>
                  <a:ea typeface="DM Sans SemiBold"/>
                  <a:cs typeface="DM Sans SemiBold"/>
                  <a:sym typeface="DM Sans SemiBold"/>
                </a:rPr>
                <a:t> atau </a:t>
              </a:r>
              <a:r>
                <a:rPr lang="en" sz="1300" i="1">
                  <a:solidFill>
                    <a:schemeClr val="hlink"/>
                  </a:solidFill>
                  <a:latin typeface="DM Sans SemiBold"/>
                  <a:ea typeface="DM Sans SemiBold"/>
                  <a:cs typeface="DM Sans SemiBold"/>
                  <a:sym typeface="DM Sans SemiBold"/>
                </a:rPr>
                <a:t>Random Forest</a:t>
              </a:r>
              <a:r>
                <a:rPr lang="en" sz="1300">
                  <a:solidFill>
                    <a:schemeClr val="hlink"/>
                  </a:solidFill>
                  <a:latin typeface="DM Sans SemiBold"/>
                  <a:ea typeface="DM Sans SemiBold"/>
                  <a:cs typeface="DM Sans SemiBold"/>
                  <a:sym typeface="DM Sans SemiBold"/>
                </a:rPr>
                <a:t> untuk mengetahui akurasi pada metode tersebut. </a:t>
              </a:r>
              <a:endParaRPr sz="1500">
                <a:solidFill>
                  <a:schemeClr val="hlink"/>
                </a:solidFill>
                <a:latin typeface="DM Sans SemiBold"/>
                <a:ea typeface="DM Sans SemiBold"/>
                <a:cs typeface="DM Sans SemiBold"/>
                <a:sym typeface="DM Sans SemiBold"/>
              </a:endParaRPr>
            </a:p>
          </p:txBody>
        </p:sp>
      </p:grpSp>
      <p:grpSp>
        <p:nvGrpSpPr>
          <p:cNvPr id="1927" name="Google Shape;1927;g265bef59cd1_1_157"/>
          <p:cNvGrpSpPr/>
          <p:nvPr/>
        </p:nvGrpSpPr>
        <p:grpSpPr>
          <a:xfrm>
            <a:off x="4621001" y="416100"/>
            <a:ext cx="3823149" cy="1794900"/>
            <a:chOff x="4544801" y="416100"/>
            <a:chExt cx="3823149" cy="1794900"/>
          </a:xfrm>
        </p:grpSpPr>
        <p:sp>
          <p:nvSpPr>
            <p:cNvPr id="1928" name="Google Shape;1928;g265bef59cd1_1_157"/>
            <p:cNvSpPr txBox="1"/>
            <p:nvPr/>
          </p:nvSpPr>
          <p:spPr>
            <a:xfrm>
              <a:off x="4544801" y="519725"/>
              <a:ext cx="6765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2</a:t>
              </a:r>
              <a:endParaRPr/>
            </a:p>
          </p:txBody>
        </p:sp>
        <p:sp>
          <p:nvSpPr>
            <p:cNvPr id="1929" name="Google Shape;1929;g265bef59cd1_1_157"/>
            <p:cNvSpPr txBox="1"/>
            <p:nvPr/>
          </p:nvSpPr>
          <p:spPr>
            <a:xfrm>
              <a:off x="5129450" y="416100"/>
              <a:ext cx="3238500" cy="1794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hlink"/>
                </a:buClr>
                <a:buSzPts val="1100"/>
                <a:buFont typeface="Arial"/>
                <a:buNone/>
              </a:pPr>
              <a:r>
                <a:rPr lang="en" sz="1300">
                  <a:solidFill>
                    <a:schemeClr val="hlink"/>
                  </a:solidFill>
                  <a:latin typeface="DM Sans SemiBold"/>
                  <a:ea typeface="DM Sans SemiBold"/>
                  <a:cs typeface="DM Sans SemiBold"/>
                  <a:sym typeface="DM Sans SemiBold"/>
                </a:rPr>
                <a:t>Menambahkan kata dalam list </a:t>
              </a:r>
              <a:r>
                <a:rPr lang="en" sz="1300" i="1">
                  <a:solidFill>
                    <a:schemeClr val="hlink"/>
                  </a:solidFill>
                  <a:latin typeface="DM Sans SemiBold"/>
                  <a:ea typeface="DM Sans SemiBold"/>
                  <a:cs typeface="DM Sans SemiBold"/>
                  <a:sym typeface="DM Sans SemiBold"/>
                </a:rPr>
                <a:t>stopword removal</a:t>
              </a:r>
              <a:r>
                <a:rPr lang="en" sz="1300">
                  <a:solidFill>
                    <a:schemeClr val="hlink"/>
                  </a:solidFill>
                  <a:latin typeface="DM Sans SemiBold"/>
                  <a:ea typeface="DM Sans SemiBold"/>
                  <a:cs typeface="DM Sans SemiBold"/>
                  <a:sym typeface="DM Sans SemiBold"/>
                </a:rPr>
                <a:t> pada tahap </a:t>
              </a:r>
              <a:r>
                <a:rPr lang="en" sz="1300" i="1">
                  <a:solidFill>
                    <a:schemeClr val="hlink"/>
                  </a:solidFill>
                  <a:latin typeface="DM Sans SemiBold"/>
                  <a:ea typeface="DM Sans SemiBold"/>
                  <a:cs typeface="DM Sans SemiBold"/>
                  <a:sym typeface="DM Sans SemiBold"/>
                </a:rPr>
                <a:t>preprocessing</a:t>
              </a:r>
              <a:r>
                <a:rPr lang="en" sz="1300">
                  <a:solidFill>
                    <a:schemeClr val="hlink"/>
                  </a:solidFill>
                  <a:latin typeface="DM Sans SemiBold"/>
                  <a:ea typeface="DM Sans SemiBold"/>
                  <a:cs typeface="DM Sans SemiBold"/>
                  <a:sym typeface="DM Sans SemiBold"/>
                </a:rPr>
                <a:t> data untuk menekan jumlah variasi kata.</a:t>
              </a:r>
              <a:endParaRPr sz="1300">
                <a:solidFill>
                  <a:schemeClr val="hlink"/>
                </a:solidFill>
                <a:latin typeface="DM Sans SemiBold"/>
                <a:ea typeface="DM Sans SemiBold"/>
                <a:cs typeface="DM Sans SemiBold"/>
                <a:sym typeface="DM Sans SemiBold"/>
              </a:endParaRPr>
            </a:p>
            <a:p>
              <a:pPr marL="0" lvl="0" indent="0" algn="l" rtl="0">
                <a:lnSpc>
                  <a:spcPct val="115000"/>
                </a:lnSpc>
                <a:spcBef>
                  <a:spcPts val="0"/>
                </a:spcBef>
                <a:spcAft>
                  <a:spcPts val="0"/>
                </a:spcAft>
                <a:buClr>
                  <a:schemeClr val="hlink"/>
                </a:buClr>
                <a:buSzPts val="1100"/>
                <a:buFont typeface="Arial"/>
                <a:buNone/>
              </a:pPr>
              <a:endParaRPr sz="1300">
                <a:solidFill>
                  <a:schemeClr val="hlink"/>
                </a:solidFill>
                <a:latin typeface="DM Sans SemiBold"/>
                <a:ea typeface="DM Sans SemiBold"/>
                <a:cs typeface="DM Sans SemiBold"/>
                <a:sym typeface="DM Sans SemiBold"/>
              </a:endParaRPr>
            </a:p>
          </p:txBody>
        </p:sp>
      </p:grpSp>
      <p:grpSp>
        <p:nvGrpSpPr>
          <p:cNvPr id="1930" name="Google Shape;1930;g265bef59cd1_1_157"/>
          <p:cNvGrpSpPr/>
          <p:nvPr/>
        </p:nvGrpSpPr>
        <p:grpSpPr>
          <a:xfrm>
            <a:off x="4468586" y="2390825"/>
            <a:ext cx="3936797" cy="2257075"/>
            <a:chOff x="4637026" y="748325"/>
            <a:chExt cx="3815096" cy="2257075"/>
          </a:xfrm>
        </p:grpSpPr>
        <p:sp>
          <p:nvSpPr>
            <p:cNvPr id="1931" name="Google Shape;1931;g265bef59cd1_1_157"/>
            <p:cNvSpPr txBox="1"/>
            <p:nvPr/>
          </p:nvSpPr>
          <p:spPr>
            <a:xfrm>
              <a:off x="4637026" y="748325"/>
              <a:ext cx="676500" cy="85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D0D00"/>
                </a:buClr>
                <a:buSzPts val="3000"/>
                <a:buFont typeface="Urbanist"/>
                <a:buNone/>
              </a:pPr>
              <a:r>
                <a:rPr lang="en" sz="2800" b="1" i="0" u="none" strike="noStrike" cap="none">
                  <a:solidFill>
                    <a:srgbClr val="567AFB"/>
                  </a:solidFill>
                  <a:latin typeface="Urbanist"/>
                  <a:ea typeface="Urbanist"/>
                  <a:cs typeface="Urbanist"/>
                  <a:sym typeface="Urbanist"/>
                </a:rPr>
                <a:t>0</a:t>
              </a:r>
              <a:r>
                <a:rPr lang="en" sz="2800" b="1">
                  <a:solidFill>
                    <a:srgbClr val="567AFB"/>
                  </a:solidFill>
                  <a:latin typeface="Urbanist"/>
                  <a:ea typeface="Urbanist"/>
                  <a:cs typeface="Urbanist"/>
                  <a:sym typeface="Urbanist"/>
                </a:rPr>
                <a:t>4</a:t>
              </a:r>
              <a:endParaRPr/>
            </a:p>
          </p:txBody>
        </p:sp>
        <p:sp>
          <p:nvSpPr>
            <p:cNvPr id="1932" name="Google Shape;1932;g265bef59cd1_1_157"/>
            <p:cNvSpPr txBox="1"/>
            <p:nvPr/>
          </p:nvSpPr>
          <p:spPr>
            <a:xfrm>
              <a:off x="5213622" y="1042500"/>
              <a:ext cx="3238500" cy="1962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hlink"/>
                </a:buClr>
                <a:buSzPts val="1100"/>
                <a:buFont typeface="Arial"/>
                <a:buNone/>
              </a:pPr>
              <a:r>
                <a:rPr lang="en" sz="1300">
                  <a:solidFill>
                    <a:schemeClr val="hlink"/>
                  </a:solidFill>
                  <a:latin typeface="DM Sans SemiBold"/>
                  <a:ea typeface="DM Sans SemiBold"/>
                  <a:cs typeface="DM Sans SemiBold"/>
                  <a:sym typeface="DM Sans SemiBold"/>
                </a:rPr>
                <a:t>Menerapkan metode </a:t>
              </a:r>
              <a:r>
                <a:rPr lang="en" sz="1300" i="1">
                  <a:solidFill>
                    <a:schemeClr val="hlink"/>
                  </a:solidFill>
                  <a:latin typeface="DM Sans SemiBold"/>
                  <a:ea typeface="DM Sans SemiBold"/>
                  <a:cs typeface="DM Sans SemiBold"/>
                  <a:sym typeface="DM Sans SemiBold"/>
                </a:rPr>
                <a:t>balancing</a:t>
              </a:r>
              <a:r>
                <a:rPr lang="en" sz="1300">
                  <a:solidFill>
                    <a:schemeClr val="hlink"/>
                  </a:solidFill>
                  <a:latin typeface="DM Sans SemiBold"/>
                  <a:ea typeface="DM Sans SemiBold"/>
                  <a:cs typeface="DM Sans SemiBold"/>
                  <a:sym typeface="DM Sans SemiBold"/>
                </a:rPr>
                <a:t> lainnya seperti SMOTE (</a:t>
              </a:r>
              <a:r>
                <a:rPr lang="en" sz="1300" i="1">
                  <a:solidFill>
                    <a:schemeClr val="hlink"/>
                  </a:solidFill>
                  <a:latin typeface="DM Sans SemiBold"/>
                  <a:ea typeface="DM Sans SemiBold"/>
                  <a:cs typeface="DM Sans SemiBold"/>
                  <a:sym typeface="DM Sans SemiBold"/>
                </a:rPr>
                <a:t>Synthetic Minority Over-sampling Technique</a:t>
              </a:r>
              <a:r>
                <a:rPr lang="en" sz="1300">
                  <a:solidFill>
                    <a:schemeClr val="hlink"/>
                  </a:solidFill>
                  <a:latin typeface="DM Sans SemiBold"/>
                  <a:ea typeface="DM Sans SemiBold"/>
                  <a:cs typeface="DM Sans SemiBold"/>
                  <a:sym typeface="DM Sans SemiBold"/>
                </a:rPr>
                <a:t>), ADASYN (</a:t>
              </a:r>
              <a:r>
                <a:rPr lang="en" sz="1300" i="1">
                  <a:solidFill>
                    <a:schemeClr val="hlink"/>
                  </a:solidFill>
                  <a:latin typeface="DM Sans SemiBold"/>
                  <a:ea typeface="DM Sans SemiBold"/>
                  <a:cs typeface="DM Sans SemiBold"/>
                  <a:sym typeface="DM Sans SemiBold"/>
                </a:rPr>
                <a:t>Adaptive Synthetic Sampling</a:t>
              </a:r>
              <a:r>
                <a:rPr lang="en" sz="1300">
                  <a:solidFill>
                    <a:schemeClr val="hlink"/>
                  </a:solidFill>
                  <a:latin typeface="DM Sans SemiBold"/>
                  <a:ea typeface="DM Sans SemiBold"/>
                  <a:cs typeface="DM Sans SemiBold"/>
                  <a:sym typeface="DM Sans SemiBold"/>
                </a:rPr>
                <a:t>) atau ROS (</a:t>
              </a:r>
              <a:r>
                <a:rPr lang="en" sz="1300" i="1">
                  <a:solidFill>
                    <a:schemeClr val="hlink"/>
                  </a:solidFill>
                  <a:latin typeface="DM Sans SemiBold"/>
                  <a:ea typeface="DM Sans SemiBold"/>
                  <a:cs typeface="DM Sans SemiBold"/>
                  <a:sym typeface="DM Sans SemiBold"/>
                </a:rPr>
                <a:t>Random Over Sampling</a:t>
              </a:r>
              <a:r>
                <a:rPr lang="en" sz="1300">
                  <a:solidFill>
                    <a:schemeClr val="hlink"/>
                  </a:solidFill>
                  <a:latin typeface="DM Sans SemiBold"/>
                  <a:ea typeface="DM Sans SemiBold"/>
                  <a:cs typeface="DM Sans SemiBold"/>
                  <a:sym typeface="DM Sans SemiBold"/>
                </a:rPr>
                <a:t>) yang dapat menaikkan jumlah kelas minoritas dengan menghasilkan sampel sintetis untuk kelas minoritas sehingga didapatkan data yang seimbang.</a:t>
              </a:r>
              <a:endParaRPr sz="1300">
                <a:solidFill>
                  <a:schemeClr val="hlink"/>
                </a:solidFill>
                <a:latin typeface="DM Sans SemiBold"/>
                <a:ea typeface="DM Sans SemiBold"/>
                <a:cs typeface="DM Sans SemiBold"/>
                <a:sym typeface="DM Sans SemiBold"/>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36"/>
        <p:cNvGrpSpPr/>
        <p:nvPr/>
      </p:nvGrpSpPr>
      <p:grpSpPr>
        <a:xfrm>
          <a:off x="0" y="0"/>
          <a:ext cx="0" cy="0"/>
          <a:chOff x="0" y="0"/>
          <a:chExt cx="0" cy="0"/>
        </a:xfrm>
      </p:grpSpPr>
      <p:sp>
        <p:nvSpPr>
          <p:cNvPr id="1937" name="Google Shape;1937;p108"/>
          <p:cNvSpPr txBox="1">
            <a:spLocks noGrp="1"/>
          </p:cNvSpPr>
          <p:nvPr>
            <p:ph type="title"/>
          </p:nvPr>
        </p:nvSpPr>
        <p:spPr>
          <a:xfrm>
            <a:off x="2347938" y="677525"/>
            <a:ext cx="4448100" cy="10587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3500"/>
              <a:buNone/>
            </a:pPr>
            <a:r>
              <a:rPr lang="en"/>
              <a:t>Thanks!</a:t>
            </a:r>
            <a:endParaRPr/>
          </a:p>
        </p:txBody>
      </p:sp>
      <p:sp>
        <p:nvSpPr>
          <p:cNvPr id="1938" name="Google Shape;1938;p108"/>
          <p:cNvSpPr txBox="1">
            <a:spLocks noGrp="1"/>
          </p:cNvSpPr>
          <p:nvPr>
            <p:ph type="subTitle" idx="1"/>
          </p:nvPr>
        </p:nvSpPr>
        <p:spPr>
          <a:xfrm>
            <a:off x="2347900" y="1841450"/>
            <a:ext cx="4448100" cy="10587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1400"/>
              <a:buNone/>
            </a:pPr>
            <a:r>
              <a:rPr lang="en" sz="2400">
                <a:latin typeface="DM Sans Medium"/>
                <a:ea typeface="DM Sans Medium"/>
                <a:cs typeface="DM Sans Medium"/>
                <a:sym typeface="DM Sans Medium"/>
              </a:rPr>
              <a:t>Do you have any questions?</a:t>
            </a:r>
            <a:endParaRPr sz="2400">
              <a:latin typeface="DM Sans Medium"/>
              <a:ea typeface="DM Sans Medium"/>
              <a:cs typeface="DM Sans Medium"/>
              <a:sym typeface="DM Sans Medium"/>
            </a:endParaRPr>
          </a:p>
        </p:txBody>
      </p:sp>
      <p:grpSp>
        <p:nvGrpSpPr>
          <p:cNvPr id="1939" name="Google Shape;1939;p108"/>
          <p:cNvGrpSpPr/>
          <p:nvPr/>
        </p:nvGrpSpPr>
        <p:grpSpPr>
          <a:xfrm>
            <a:off x="6647855" y="1969571"/>
            <a:ext cx="2901446" cy="2634430"/>
            <a:chOff x="-1186241" y="3060525"/>
            <a:chExt cx="787966" cy="715450"/>
          </a:xfrm>
        </p:grpSpPr>
        <p:sp>
          <p:nvSpPr>
            <p:cNvPr id="1940" name="Google Shape;1940;p108"/>
            <p:cNvSpPr/>
            <p:nvPr/>
          </p:nvSpPr>
          <p:spPr>
            <a:xfrm>
              <a:off x="-1003600" y="3358675"/>
              <a:ext cx="89175" cy="83925"/>
            </a:xfrm>
            <a:custGeom>
              <a:avLst/>
              <a:gdLst/>
              <a:ahLst/>
              <a:cxnLst/>
              <a:rect l="l" t="t" r="r" b="b"/>
              <a:pathLst>
                <a:path w="3567" h="3357" extrusionOk="0">
                  <a:moveTo>
                    <a:pt x="2967" y="0"/>
                  </a:moveTo>
                  <a:lnTo>
                    <a:pt x="2428" y="240"/>
                  </a:lnTo>
                  <a:lnTo>
                    <a:pt x="2008" y="420"/>
                  </a:lnTo>
                  <a:lnTo>
                    <a:pt x="1768" y="540"/>
                  </a:lnTo>
                  <a:lnTo>
                    <a:pt x="1529" y="690"/>
                  </a:lnTo>
                  <a:lnTo>
                    <a:pt x="1139" y="989"/>
                  </a:lnTo>
                  <a:lnTo>
                    <a:pt x="780" y="1319"/>
                  </a:lnTo>
                  <a:lnTo>
                    <a:pt x="480" y="1649"/>
                  </a:lnTo>
                  <a:lnTo>
                    <a:pt x="240" y="1948"/>
                  </a:lnTo>
                  <a:lnTo>
                    <a:pt x="90" y="2218"/>
                  </a:lnTo>
                  <a:lnTo>
                    <a:pt x="0" y="2398"/>
                  </a:lnTo>
                  <a:lnTo>
                    <a:pt x="0" y="2458"/>
                  </a:lnTo>
                  <a:lnTo>
                    <a:pt x="0" y="2488"/>
                  </a:lnTo>
                  <a:lnTo>
                    <a:pt x="60" y="2488"/>
                  </a:lnTo>
                  <a:lnTo>
                    <a:pt x="210" y="2428"/>
                  </a:lnTo>
                  <a:lnTo>
                    <a:pt x="600" y="2128"/>
                  </a:lnTo>
                  <a:lnTo>
                    <a:pt x="1109" y="1709"/>
                  </a:lnTo>
                  <a:lnTo>
                    <a:pt x="720" y="2218"/>
                  </a:lnTo>
                  <a:lnTo>
                    <a:pt x="480" y="2607"/>
                  </a:lnTo>
                  <a:lnTo>
                    <a:pt x="420" y="2757"/>
                  </a:lnTo>
                  <a:lnTo>
                    <a:pt x="390" y="2787"/>
                  </a:lnTo>
                  <a:lnTo>
                    <a:pt x="420" y="2847"/>
                  </a:lnTo>
                  <a:lnTo>
                    <a:pt x="510" y="2847"/>
                  </a:lnTo>
                  <a:lnTo>
                    <a:pt x="630" y="2757"/>
                  </a:lnTo>
                  <a:lnTo>
                    <a:pt x="1019" y="2458"/>
                  </a:lnTo>
                  <a:lnTo>
                    <a:pt x="1349" y="2098"/>
                  </a:lnTo>
                  <a:lnTo>
                    <a:pt x="1499" y="1948"/>
                  </a:lnTo>
                  <a:lnTo>
                    <a:pt x="1139" y="2488"/>
                  </a:lnTo>
                  <a:lnTo>
                    <a:pt x="929" y="2877"/>
                  </a:lnTo>
                  <a:lnTo>
                    <a:pt x="869" y="3027"/>
                  </a:lnTo>
                  <a:lnTo>
                    <a:pt x="869" y="3057"/>
                  </a:lnTo>
                  <a:lnTo>
                    <a:pt x="899" y="3117"/>
                  </a:lnTo>
                  <a:lnTo>
                    <a:pt x="929" y="3117"/>
                  </a:lnTo>
                  <a:lnTo>
                    <a:pt x="959" y="3087"/>
                  </a:lnTo>
                  <a:lnTo>
                    <a:pt x="1109" y="2997"/>
                  </a:lnTo>
                  <a:lnTo>
                    <a:pt x="1469" y="2697"/>
                  </a:lnTo>
                  <a:lnTo>
                    <a:pt x="1948" y="2188"/>
                  </a:lnTo>
                  <a:lnTo>
                    <a:pt x="1559" y="2727"/>
                  </a:lnTo>
                  <a:lnTo>
                    <a:pt x="1349" y="3117"/>
                  </a:lnTo>
                  <a:lnTo>
                    <a:pt x="1289" y="3267"/>
                  </a:lnTo>
                  <a:lnTo>
                    <a:pt x="1289" y="3327"/>
                  </a:lnTo>
                  <a:lnTo>
                    <a:pt x="1289" y="3357"/>
                  </a:lnTo>
                  <a:lnTo>
                    <a:pt x="1319" y="3357"/>
                  </a:lnTo>
                  <a:lnTo>
                    <a:pt x="1379" y="3327"/>
                  </a:lnTo>
                  <a:lnTo>
                    <a:pt x="1529" y="3237"/>
                  </a:lnTo>
                  <a:lnTo>
                    <a:pt x="1948" y="2847"/>
                  </a:lnTo>
                  <a:lnTo>
                    <a:pt x="2488" y="2278"/>
                  </a:lnTo>
                  <a:lnTo>
                    <a:pt x="2578" y="2278"/>
                  </a:lnTo>
                  <a:lnTo>
                    <a:pt x="2817" y="2188"/>
                  </a:lnTo>
                  <a:lnTo>
                    <a:pt x="2997" y="2128"/>
                  </a:lnTo>
                  <a:lnTo>
                    <a:pt x="3177" y="2008"/>
                  </a:lnTo>
                  <a:lnTo>
                    <a:pt x="3387" y="1828"/>
                  </a:lnTo>
                  <a:lnTo>
                    <a:pt x="3566" y="1619"/>
                  </a:lnTo>
                  <a:lnTo>
                    <a:pt x="2967"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1" name="Google Shape;1941;p108"/>
            <p:cNvSpPr/>
            <p:nvPr/>
          </p:nvSpPr>
          <p:spPr>
            <a:xfrm>
              <a:off x="-1003600" y="3361675"/>
              <a:ext cx="81675" cy="80925"/>
            </a:xfrm>
            <a:custGeom>
              <a:avLst/>
              <a:gdLst/>
              <a:ahLst/>
              <a:cxnLst/>
              <a:rect l="l" t="t" r="r" b="b"/>
              <a:pathLst>
                <a:path w="3267" h="3237" extrusionOk="0">
                  <a:moveTo>
                    <a:pt x="2727" y="0"/>
                  </a:moveTo>
                  <a:lnTo>
                    <a:pt x="2008" y="300"/>
                  </a:lnTo>
                  <a:lnTo>
                    <a:pt x="1768" y="420"/>
                  </a:lnTo>
                  <a:lnTo>
                    <a:pt x="1529" y="570"/>
                  </a:lnTo>
                  <a:lnTo>
                    <a:pt x="1139" y="869"/>
                  </a:lnTo>
                  <a:lnTo>
                    <a:pt x="780" y="1199"/>
                  </a:lnTo>
                  <a:lnTo>
                    <a:pt x="480" y="1529"/>
                  </a:lnTo>
                  <a:lnTo>
                    <a:pt x="240" y="1828"/>
                  </a:lnTo>
                  <a:lnTo>
                    <a:pt x="90" y="2098"/>
                  </a:lnTo>
                  <a:lnTo>
                    <a:pt x="0" y="2278"/>
                  </a:lnTo>
                  <a:lnTo>
                    <a:pt x="0" y="2338"/>
                  </a:lnTo>
                  <a:lnTo>
                    <a:pt x="0" y="2368"/>
                  </a:lnTo>
                  <a:lnTo>
                    <a:pt x="60" y="2368"/>
                  </a:lnTo>
                  <a:lnTo>
                    <a:pt x="210" y="2308"/>
                  </a:lnTo>
                  <a:lnTo>
                    <a:pt x="600" y="2008"/>
                  </a:lnTo>
                  <a:lnTo>
                    <a:pt x="1109" y="1589"/>
                  </a:lnTo>
                  <a:lnTo>
                    <a:pt x="720" y="2098"/>
                  </a:lnTo>
                  <a:lnTo>
                    <a:pt x="480" y="2487"/>
                  </a:lnTo>
                  <a:lnTo>
                    <a:pt x="420" y="2637"/>
                  </a:lnTo>
                  <a:lnTo>
                    <a:pt x="390" y="2667"/>
                  </a:lnTo>
                  <a:lnTo>
                    <a:pt x="420" y="2727"/>
                  </a:lnTo>
                  <a:lnTo>
                    <a:pt x="510" y="2727"/>
                  </a:lnTo>
                  <a:lnTo>
                    <a:pt x="630" y="2637"/>
                  </a:lnTo>
                  <a:lnTo>
                    <a:pt x="1019" y="2338"/>
                  </a:lnTo>
                  <a:lnTo>
                    <a:pt x="1349" y="1978"/>
                  </a:lnTo>
                  <a:lnTo>
                    <a:pt x="1499" y="1828"/>
                  </a:lnTo>
                  <a:lnTo>
                    <a:pt x="1139" y="2368"/>
                  </a:lnTo>
                  <a:lnTo>
                    <a:pt x="929" y="2757"/>
                  </a:lnTo>
                  <a:lnTo>
                    <a:pt x="869" y="2907"/>
                  </a:lnTo>
                  <a:lnTo>
                    <a:pt x="869" y="2937"/>
                  </a:lnTo>
                  <a:lnTo>
                    <a:pt x="899" y="2997"/>
                  </a:lnTo>
                  <a:lnTo>
                    <a:pt x="929" y="2997"/>
                  </a:lnTo>
                  <a:lnTo>
                    <a:pt x="959" y="2967"/>
                  </a:lnTo>
                  <a:lnTo>
                    <a:pt x="1109" y="2877"/>
                  </a:lnTo>
                  <a:lnTo>
                    <a:pt x="1469" y="2577"/>
                  </a:lnTo>
                  <a:lnTo>
                    <a:pt x="1948" y="2068"/>
                  </a:lnTo>
                  <a:lnTo>
                    <a:pt x="1559" y="2607"/>
                  </a:lnTo>
                  <a:lnTo>
                    <a:pt x="1349" y="2997"/>
                  </a:lnTo>
                  <a:lnTo>
                    <a:pt x="1289" y="3147"/>
                  </a:lnTo>
                  <a:lnTo>
                    <a:pt x="1289" y="3207"/>
                  </a:lnTo>
                  <a:lnTo>
                    <a:pt x="1289" y="3237"/>
                  </a:lnTo>
                  <a:lnTo>
                    <a:pt x="1319" y="3237"/>
                  </a:lnTo>
                  <a:lnTo>
                    <a:pt x="1379" y="3207"/>
                  </a:lnTo>
                  <a:lnTo>
                    <a:pt x="1529" y="3117"/>
                  </a:lnTo>
                  <a:lnTo>
                    <a:pt x="1948" y="2727"/>
                  </a:lnTo>
                  <a:lnTo>
                    <a:pt x="2488" y="2158"/>
                  </a:lnTo>
                  <a:lnTo>
                    <a:pt x="2548" y="2158"/>
                  </a:lnTo>
                  <a:lnTo>
                    <a:pt x="2727" y="2128"/>
                  </a:lnTo>
                  <a:lnTo>
                    <a:pt x="2967" y="2008"/>
                  </a:lnTo>
                  <a:lnTo>
                    <a:pt x="3117" y="1918"/>
                  </a:lnTo>
                  <a:lnTo>
                    <a:pt x="3267" y="1798"/>
                  </a:lnTo>
                  <a:lnTo>
                    <a:pt x="272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2" name="Google Shape;1942;p108"/>
            <p:cNvSpPr/>
            <p:nvPr/>
          </p:nvSpPr>
          <p:spPr>
            <a:xfrm rot="7923889">
              <a:off x="-1178950" y="3310837"/>
              <a:ext cx="359821" cy="179600"/>
            </a:xfrm>
            <a:custGeom>
              <a:avLst/>
              <a:gdLst/>
              <a:ahLst/>
              <a:cxnLst/>
              <a:rect l="l" t="t" r="r" b="b"/>
              <a:pathLst>
                <a:path w="16811" h="8391" extrusionOk="0">
                  <a:moveTo>
                    <a:pt x="8420" y="0"/>
                  </a:moveTo>
                  <a:lnTo>
                    <a:pt x="0" y="8391"/>
                  </a:lnTo>
                  <a:lnTo>
                    <a:pt x="16811" y="8391"/>
                  </a:lnTo>
                  <a:lnTo>
                    <a:pt x="842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3" name="Google Shape;1943;p108"/>
            <p:cNvSpPr/>
            <p:nvPr/>
          </p:nvSpPr>
          <p:spPr>
            <a:xfrm>
              <a:off x="-872500" y="3060525"/>
              <a:ext cx="184300" cy="262225"/>
            </a:xfrm>
            <a:custGeom>
              <a:avLst/>
              <a:gdLst/>
              <a:ahLst/>
              <a:cxnLst/>
              <a:rect l="l" t="t" r="r" b="b"/>
              <a:pathLst>
                <a:path w="7372" h="10489" extrusionOk="0">
                  <a:moveTo>
                    <a:pt x="3117" y="0"/>
                  </a:moveTo>
                  <a:lnTo>
                    <a:pt x="2877" y="60"/>
                  </a:lnTo>
                  <a:lnTo>
                    <a:pt x="2637" y="120"/>
                  </a:lnTo>
                  <a:lnTo>
                    <a:pt x="2428" y="240"/>
                  </a:lnTo>
                  <a:lnTo>
                    <a:pt x="2218" y="390"/>
                  </a:lnTo>
                  <a:lnTo>
                    <a:pt x="2038" y="540"/>
                  </a:lnTo>
                  <a:lnTo>
                    <a:pt x="1888" y="749"/>
                  </a:lnTo>
                  <a:lnTo>
                    <a:pt x="1768" y="959"/>
                  </a:lnTo>
                  <a:lnTo>
                    <a:pt x="1649" y="1169"/>
                  </a:lnTo>
                  <a:lnTo>
                    <a:pt x="1589" y="1409"/>
                  </a:lnTo>
                  <a:lnTo>
                    <a:pt x="1559" y="1648"/>
                  </a:lnTo>
                  <a:lnTo>
                    <a:pt x="1559" y="1918"/>
                  </a:lnTo>
                  <a:lnTo>
                    <a:pt x="1589" y="2158"/>
                  </a:lnTo>
                  <a:lnTo>
                    <a:pt x="1319" y="2308"/>
                  </a:lnTo>
                  <a:lnTo>
                    <a:pt x="1109" y="2487"/>
                  </a:lnTo>
                  <a:lnTo>
                    <a:pt x="929" y="2697"/>
                  </a:lnTo>
                  <a:lnTo>
                    <a:pt x="869" y="2817"/>
                  </a:lnTo>
                  <a:lnTo>
                    <a:pt x="809" y="2967"/>
                  </a:lnTo>
                  <a:lnTo>
                    <a:pt x="780" y="3237"/>
                  </a:lnTo>
                  <a:lnTo>
                    <a:pt x="780" y="3506"/>
                  </a:lnTo>
                  <a:lnTo>
                    <a:pt x="869" y="3806"/>
                  </a:lnTo>
                  <a:lnTo>
                    <a:pt x="989" y="4046"/>
                  </a:lnTo>
                  <a:lnTo>
                    <a:pt x="1169" y="4255"/>
                  </a:lnTo>
                  <a:lnTo>
                    <a:pt x="1349" y="4465"/>
                  </a:lnTo>
                  <a:lnTo>
                    <a:pt x="1499" y="4675"/>
                  </a:lnTo>
                  <a:lnTo>
                    <a:pt x="1559" y="4795"/>
                  </a:lnTo>
                  <a:lnTo>
                    <a:pt x="1589" y="4915"/>
                  </a:lnTo>
                  <a:lnTo>
                    <a:pt x="1619" y="5064"/>
                  </a:lnTo>
                  <a:lnTo>
                    <a:pt x="1619" y="5184"/>
                  </a:lnTo>
                  <a:lnTo>
                    <a:pt x="1589" y="5334"/>
                  </a:lnTo>
                  <a:lnTo>
                    <a:pt x="1529" y="5454"/>
                  </a:lnTo>
                  <a:lnTo>
                    <a:pt x="1379" y="5724"/>
                  </a:lnTo>
                  <a:lnTo>
                    <a:pt x="1199" y="5933"/>
                  </a:lnTo>
                  <a:lnTo>
                    <a:pt x="989" y="6143"/>
                  </a:lnTo>
                  <a:lnTo>
                    <a:pt x="780" y="6323"/>
                  </a:lnTo>
                  <a:lnTo>
                    <a:pt x="570" y="6503"/>
                  </a:lnTo>
                  <a:lnTo>
                    <a:pt x="360" y="6713"/>
                  </a:lnTo>
                  <a:lnTo>
                    <a:pt x="270" y="6862"/>
                  </a:lnTo>
                  <a:lnTo>
                    <a:pt x="180" y="7012"/>
                  </a:lnTo>
                  <a:lnTo>
                    <a:pt x="60" y="7312"/>
                  </a:lnTo>
                  <a:lnTo>
                    <a:pt x="0" y="7641"/>
                  </a:lnTo>
                  <a:lnTo>
                    <a:pt x="0" y="7971"/>
                  </a:lnTo>
                  <a:lnTo>
                    <a:pt x="60" y="8301"/>
                  </a:lnTo>
                  <a:lnTo>
                    <a:pt x="150" y="8630"/>
                  </a:lnTo>
                  <a:lnTo>
                    <a:pt x="300" y="8960"/>
                  </a:lnTo>
                  <a:lnTo>
                    <a:pt x="510" y="9230"/>
                  </a:lnTo>
                  <a:lnTo>
                    <a:pt x="720" y="9469"/>
                  </a:lnTo>
                  <a:lnTo>
                    <a:pt x="989" y="9709"/>
                  </a:lnTo>
                  <a:lnTo>
                    <a:pt x="1259" y="9889"/>
                  </a:lnTo>
                  <a:lnTo>
                    <a:pt x="1559" y="10039"/>
                  </a:lnTo>
                  <a:lnTo>
                    <a:pt x="1888" y="10189"/>
                  </a:lnTo>
                  <a:lnTo>
                    <a:pt x="2218" y="10278"/>
                  </a:lnTo>
                  <a:lnTo>
                    <a:pt x="2547" y="10368"/>
                  </a:lnTo>
                  <a:lnTo>
                    <a:pt x="2877" y="10428"/>
                  </a:lnTo>
                  <a:lnTo>
                    <a:pt x="3267" y="10488"/>
                  </a:lnTo>
                  <a:lnTo>
                    <a:pt x="3686" y="10488"/>
                  </a:lnTo>
                  <a:lnTo>
                    <a:pt x="4076" y="10458"/>
                  </a:lnTo>
                  <a:lnTo>
                    <a:pt x="4465" y="10398"/>
                  </a:lnTo>
                  <a:lnTo>
                    <a:pt x="4855" y="10308"/>
                  </a:lnTo>
                  <a:lnTo>
                    <a:pt x="5214" y="10189"/>
                  </a:lnTo>
                  <a:lnTo>
                    <a:pt x="5574" y="10009"/>
                  </a:lnTo>
                  <a:lnTo>
                    <a:pt x="5934" y="9799"/>
                  </a:lnTo>
                  <a:lnTo>
                    <a:pt x="6203" y="9559"/>
                  </a:lnTo>
                  <a:lnTo>
                    <a:pt x="6473" y="9320"/>
                  </a:lnTo>
                  <a:lnTo>
                    <a:pt x="6683" y="9020"/>
                  </a:lnTo>
                  <a:lnTo>
                    <a:pt x="6892" y="8720"/>
                  </a:lnTo>
                  <a:lnTo>
                    <a:pt x="7042" y="8361"/>
                  </a:lnTo>
                  <a:lnTo>
                    <a:pt x="7162" y="8031"/>
                  </a:lnTo>
                  <a:lnTo>
                    <a:pt x="7282" y="7671"/>
                  </a:lnTo>
                  <a:lnTo>
                    <a:pt x="7342" y="7312"/>
                  </a:lnTo>
                  <a:lnTo>
                    <a:pt x="7372" y="6952"/>
                  </a:lnTo>
                  <a:lnTo>
                    <a:pt x="7342" y="6563"/>
                  </a:lnTo>
                  <a:lnTo>
                    <a:pt x="7312" y="6203"/>
                  </a:lnTo>
                  <a:lnTo>
                    <a:pt x="7252" y="5844"/>
                  </a:lnTo>
                  <a:lnTo>
                    <a:pt x="7162" y="5484"/>
                  </a:lnTo>
                  <a:lnTo>
                    <a:pt x="7042" y="5124"/>
                  </a:lnTo>
                  <a:lnTo>
                    <a:pt x="6892" y="4795"/>
                  </a:lnTo>
                  <a:lnTo>
                    <a:pt x="6743" y="4465"/>
                  </a:lnTo>
                  <a:lnTo>
                    <a:pt x="6623" y="4255"/>
                  </a:lnTo>
                  <a:lnTo>
                    <a:pt x="6503" y="4016"/>
                  </a:lnTo>
                  <a:lnTo>
                    <a:pt x="6443" y="3806"/>
                  </a:lnTo>
                  <a:lnTo>
                    <a:pt x="6413" y="3566"/>
                  </a:lnTo>
                  <a:lnTo>
                    <a:pt x="6443" y="3416"/>
                  </a:lnTo>
                  <a:lnTo>
                    <a:pt x="6473" y="3267"/>
                  </a:lnTo>
                  <a:lnTo>
                    <a:pt x="6563" y="2997"/>
                  </a:lnTo>
                  <a:lnTo>
                    <a:pt x="6653" y="2697"/>
                  </a:lnTo>
                  <a:lnTo>
                    <a:pt x="6683" y="2427"/>
                  </a:lnTo>
                  <a:lnTo>
                    <a:pt x="6683" y="2128"/>
                  </a:lnTo>
                  <a:lnTo>
                    <a:pt x="6653" y="1858"/>
                  </a:lnTo>
                  <a:lnTo>
                    <a:pt x="6563" y="1588"/>
                  </a:lnTo>
                  <a:lnTo>
                    <a:pt x="6473" y="1319"/>
                  </a:lnTo>
                  <a:lnTo>
                    <a:pt x="6323" y="1049"/>
                  </a:lnTo>
                  <a:lnTo>
                    <a:pt x="6173" y="809"/>
                  </a:lnTo>
                  <a:lnTo>
                    <a:pt x="5964" y="630"/>
                  </a:lnTo>
                  <a:lnTo>
                    <a:pt x="5724" y="450"/>
                  </a:lnTo>
                  <a:lnTo>
                    <a:pt x="5484" y="330"/>
                  </a:lnTo>
                  <a:lnTo>
                    <a:pt x="5244" y="240"/>
                  </a:lnTo>
                  <a:lnTo>
                    <a:pt x="4945" y="150"/>
                  </a:lnTo>
                  <a:lnTo>
                    <a:pt x="4675" y="120"/>
                  </a:lnTo>
                  <a:lnTo>
                    <a:pt x="4375" y="120"/>
                  </a:lnTo>
                  <a:lnTo>
                    <a:pt x="4106" y="150"/>
                  </a:lnTo>
                  <a:lnTo>
                    <a:pt x="3866" y="60"/>
                  </a:lnTo>
                  <a:lnTo>
                    <a:pt x="362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4" name="Google Shape;1944;p108"/>
            <p:cNvSpPr/>
            <p:nvPr/>
          </p:nvSpPr>
          <p:spPr>
            <a:xfrm>
              <a:off x="-929425" y="3351925"/>
              <a:ext cx="29225" cy="47225"/>
            </a:xfrm>
            <a:custGeom>
              <a:avLst/>
              <a:gdLst/>
              <a:ahLst/>
              <a:cxnLst/>
              <a:rect l="l" t="t" r="r" b="b"/>
              <a:pathLst>
                <a:path w="1169" h="1889" extrusionOk="0">
                  <a:moveTo>
                    <a:pt x="689" y="1"/>
                  </a:moveTo>
                  <a:lnTo>
                    <a:pt x="0" y="270"/>
                  </a:lnTo>
                  <a:lnTo>
                    <a:pt x="599" y="1889"/>
                  </a:lnTo>
                  <a:lnTo>
                    <a:pt x="1169" y="1799"/>
                  </a:lnTo>
                  <a:lnTo>
                    <a:pt x="68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5" name="Google Shape;1945;p108"/>
            <p:cNvSpPr/>
            <p:nvPr/>
          </p:nvSpPr>
          <p:spPr>
            <a:xfrm>
              <a:off x="-912200" y="3163900"/>
              <a:ext cx="174575" cy="240500"/>
            </a:xfrm>
            <a:custGeom>
              <a:avLst/>
              <a:gdLst/>
              <a:ahLst/>
              <a:cxnLst/>
              <a:rect l="l" t="t" r="r" b="b"/>
              <a:pathLst>
                <a:path w="6983" h="9620" extrusionOk="0">
                  <a:moveTo>
                    <a:pt x="5334" y="1"/>
                  </a:moveTo>
                  <a:lnTo>
                    <a:pt x="5124" y="60"/>
                  </a:lnTo>
                  <a:lnTo>
                    <a:pt x="4915" y="120"/>
                  </a:lnTo>
                  <a:lnTo>
                    <a:pt x="4735" y="210"/>
                  </a:lnTo>
                  <a:lnTo>
                    <a:pt x="4585" y="360"/>
                  </a:lnTo>
                  <a:lnTo>
                    <a:pt x="4465" y="540"/>
                  </a:lnTo>
                  <a:lnTo>
                    <a:pt x="4345" y="720"/>
                  </a:lnTo>
                  <a:lnTo>
                    <a:pt x="4285" y="929"/>
                  </a:lnTo>
                  <a:lnTo>
                    <a:pt x="4046" y="4765"/>
                  </a:lnTo>
                  <a:lnTo>
                    <a:pt x="4016" y="4885"/>
                  </a:lnTo>
                  <a:lnTo>
                    <a:pt x="3926" y="5544"/>
                  </a:lnTo>
                  <a:lnTo>
                    <a:pt x="3806" y="6233"/>
                  </a:lnTo>
                  <a:lnTo>
                    <a:pt x="0" y="7522"/>
                  </a:lnTo>
                  <a:lnTo>
                    <a:pt x="480" y="9320"/>
                  </a:lnTo>
                  <a:lnTo>
                    <a:pt x="540" y="9440"/>
                  </a:lnTo>
                  <a:lnTo>
                    <a:pt x="660" y="9559"/>
                  </a:lnTo>
                  <a:lnTo>
                    <a:pt x="779" y="9619"/>
                  </a:lnTo>
                  <a:lnTo>
                    <a:pt x="959" y="9589"/>
                  </a:lnTo>
                  <a:lnTo>
                    <a:pt x="4825" y="8720"/>
                  </a:lnTo>
                  <a:lnTo>
                    <a:pt x="5094" y="8631"/>
                  </a:lnTo>
                  <a:lnTo>
                    <a:pt x="5334" y="8511"/>
                  </a:lnTo>
                  <a:lnTo>
                    <a:pt x="5574" y="8361"/>
                  </a:lnTo>
                  <a:lnTo>
                    <a:pt x="5784" y="8181"/>
                  </a:lnTo>
                  <a:lnTo>
                    <a:pt x="5963" y="7941"/>
                  </a:lnTo>
                  <a:lnTo>
                    <a:pt x="6113" y="7702"/>
                  </a:lnTo>
                  <a:lnTo>
                    <a:pt x="6203" y="7402"/>
                  </a:lnTo>
                  <a:lnTo>
                    <a:pt x="6263" y="7132"/>
                  </a:lnTo>
                  <a:lnTo>
                    <a:pt x="6383" y="6323"/>
                  </a:lnTo>
                  <a:lnTo>
                    <a:pt x="6383" y="6113"/>
                  </a:lnTo>
                  <a:lnTo>
                    <a:pt x="6982" y="840"/>
                  </a:lnTo>
                  <a:lnTo>
                    <a:pt x="6982" y="630"/>
                  </a:lnTo>
                  <a:lnTo>
                    <a:pt x="6922" y="450"/>
                  </a:lnTo>
                  <a:lnTo>
                    <a:pt x="6802" y="270"/>
                  </a:lnTo>
                  <a:lnTo>
                    <a:pt x="6683" y="90"/>
                  </a:lnTo>
                  <a:lnTo>
                    <a:pt x="6593" y="30"/>
                  </a:lnTo>
                  <a:lnTo>
                    <a:pt x="6473" y="1"/>
                  </a:lnTo>
                  <a:lnTo>
                    <a:pt x="6173" y="1"/>
                  </a:lnTo>
                  <a:lnTo>
                    <a:pt x="5814" y="30"/>
                  </a:lnTo>
                  <a:lnTo>
                    <a:pt x="5574" y="30"/>
                  </a:lnTo>
                  <a:lnTo>
                    <a:pt x="533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6" name="Google Shape;1946;p108"/>
            <p:cNvSpPr/>
            <p:nvPr/>
          </p:nvSpPr>
          <p:spPr>
            <a:xfrm>
              <a:off x="-808075" y="3200600"/>
              <a:ext cx="43475" cy="185075"/>
            </a:xfrm>
            <a:custGeom>
              <a:avLst/>
              <a:gdLst/>
              <a:ahLst/>
              <a:cxnLst/>
              <a:rect l="l" t="t" r="r" b="b"/>
              <a:pathLst>
                <a:path w="1739" h="7403" extrusionOk="0">
                  <a:moveTo>
                    <a:pt x="780" y="1"/>
                  </a:moveTo>
                  <a:lnTo>
                    <a:pt x="0" y="7402"/>
                  </a:lnTo>
                  <a:lnTo>
                    <a:pt x="0" y="7402"/>
                  </a:lnTo>
                  <a:lnTo>
                    <a:pt x="660" y="7252"/>
                  </a:lnTo>
                  <a:lnTo>
                    <a:pt x="929" y="7163"/>
                  </a:lnTo>
                  <a:lnTo>
                    <a:pt x="1169" y="7043"/>
                  </a:lnTo>
                  <a:lnTo>
                    <a:pt x="1409" y="6893"/>
                  </a:lnTo>
                  <a:lnTo>
                    <a:pt x="1619" y="6713"/>
                  </a:lnTo>
                  <a:lnTo>
                    <a:pt x="1738" y="6563"/>
                  </a:lnTo>
                  <a:lnTo>
                    <a:pt x="78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7" name="Google Shape;1947;p108"/>
            <p:cNvSpPr/>
            <p:nvPr/>
          </p:nvSpPr>
          <p:spPr>
            <a:xfrm>
              <a:off x="-914450" y="3361675"/>
              <a:ext cx="14250" cy="35975"/>
            </a:xfrm>
            <a:custGeom>
              <a:avLst/>
              <a:gdLst/>
              <a:ahLst/>
              <a:cxnLst/>
              <a:rect l="l" t="t" r="r" b="b"/>
              <a:pathLst>
                <a:path w="570" h="1439" extrusionOk="0">
                  <a:moveTo>
                    <a:pt x="0" y="0"/>
                  </a:moveTo>
                  <a:lnTo>
                    <a:pt x="330" y="1439"/>
                  </a:lnTo>
                  <a:lnTo>
                    <a:pt x="570" y="1409"/>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8" name="Google Shape;1948;p108"/>
            <p:cNvSpPr/>
            <p:nvPr/>
          </p:nvSpPr>
          <p:spPr>
            <a:xfrm>
              <a:off x="-957150" y="3329450"/>
              <a:ext cx="18000" cy="15775"/>
            </a:xfrm>
            <a:custGeom>
              <a:avLst/>
              <a:gdLst/>
              <a:ahLst/>
              <a:cxnLst/>
              <a:rect l="l" t="t" r="r" b="b"/>
              <a:pathLst>
                <a:path w="720" h="631" extrusionOk="0">
                  <a:moveTo>
                    <a:pt x="660" y="1"/>
                  </a:moveTo>
                  <a:lnTo>
                    <a:pt x="0" y="630"/>
                  </a:lnTo>
                  <a:lnTo>
                    <a:pt x="0" y="630"/>
                  </a:lnTo>
                  <a:lnTo>
                    <a:pt x="720" y="480"/>
                  </a:lnTo>
                  <a:lnTo>
                    <a:pt x="66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9" name="Google Shape;1949;p108"/>
            <p:cNvSpPr/>
            <p:nvPr/>
          </p:nvSpPr>
          <p:spPr>
            <a:xfrm>
              <a:off x="-419275" y="3482275"/>
              <a:ext cx="21000" cy="101925"/>
            </a:xfrm>
            <a:custGeom>
              <a:avLst/>
              <a:gdLst/>
              <a:ahLst/>
              <a:cxnLst/>
              <a:rect l="l" t="t" r="r" b="b"/>
              <a:pathLst>
                <a:path w="840" h="4077" extrusionOk="0">
                  <a:moveTo>
                    <a:pt x="0" y="1"/>
                  </a:moveTo>
                  <a:lnTo>
                    <a:pt x="420" y="4076"/>
                  </a:lnTo>
                  <a:lnTo>
                    <a:pt x="840" y="4016"/>
                  </a:lnTo>
                  <a:lnTo>
                    <a:pt x="36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0" name="Google Shape;1950;p108"/>
            <p:cNvSpPr/>
            <p:nvPr/>
          </p:nvSpPr>
          <p:spPr>
            <a:xfrm>
              <a:off x="-458225" y="3482275"/>
              <a:ext cx="47225" cy="79450"/>
            </a:xfrm>
            <a:custGeom>
              <a:avLst/>
              <a:gdLst/>
              <a:ahLst/>
              <a:cxnLst/>
              <a:rect l="l" t="t" r="r" b="b"/>
              <a:pathLst>
                <a:path w="1889" h="3178" extrusionOk="0">
                  <a:moveTo>
                    <a:pt x="0" y="1"/>
                  </a:moveTo>
                  <a:lnTo>
                    <a:pt x="120" y="181"/>
                  </a:lnTo>
                  <a:lnTo>
                    <a:pt x="180" y="330"/>
                  </a:lnTo>
                  <a:lnTo>
                    <a:pt x="210" y="480"/>
                  </a:lnTo>
                  <a:lnTo>
                    <a:pt x="240" y="660"/>
                  </a:lnTo>
                  <a:lnTo>
                    <a:pt x="270" y="960"/>
                  </a:lnTo>
                  <a:lnTo>
                    <a:pt x="210" y="1229"/>
                  </a:lnTo>
                  <a:lnTo>
                    <a:pt x="150" y="1469"/>
                  </a:lnTo>
                  <a:lnTo>
                    <a:pt x="60" y="1649"/>
                  </a:lnTo>
                  <a:lnTo>
                    <a:pt x="0" y="1799"/>
                  </a:lnTo>
                  <a:lnTo>
                    <a:pt x="210" y="1949"/>
                  </a:lnTo>
                  <a:lnTo>
                    <a:pt x="300" y="2038"/>
                  </a:lnTo>
                  <a:lnTo>
                    <a:pt x="809" y="2398"/>
                  </a:lnTo>
                  <a:lnTo>
                    <a:pt x="809" y="2608"/>
                  </a:lnTo>
                  <a:lnTo>
                    <a:pt x="839" y="2818"/>
                  </a:lnTo>
                  <a:lnTo>
                    <a:pt x="959" y="3177"/>
                  </a:lnTo>
                  <a:lnTo>
                    <a:pt x="1888" y="3087"/>
                  </a:lnTo>
                  <a:lnTo>
                    <a:pt x="1678" y="1169"/>
                  </a:lnTo>
                  <a:lnTo>
                    <a:pt x="1678" y="1050"/>
                  </a:lnTo>
                  <a:lnTo>
                    <a:pt x="155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1" name="Google Shape;1951;p108"/>
            <p:cNvSpPr/>
            <p:nvPr/>
          </p:nvSpPr>
          <p:spPr>
            <a:xfrm>
              <a:off x="-478450" y="3482275"/>
              <a:ext cx="26975" cy="44975"/>
            </a:xfrm>
            <a:custGeom>
              <a:avLst/>
              <a:gdLst/>
              <a:ahLst/>
              <a:cxnLst/>
              <a:rect l="l" t="t" r="r" b="b"/>
              <a:pathLst>
                <a:path w="1079" h="1799" extrusionOk="0">
                  <a:moveTo>
                    <a:pt x="0" y="1"/>
                  </a:moveTo>
                  <a:lnTo>
                    <a:pt x="210" y="1799"/>
                  </a:lnTo>
                  <a:lnTo>
                    <a:pt x="809" y="1799"/>
                  </a:lnTo>
                  <a:lnTo>
                    <a:pt x="869" y="1649"/>
                  </a:lnTo>
                  <a:lnTo>
                    <a:pt x="959" y="1469"/>
                  </a:lnTo>
                  <a:lnTo>
                    <a:pt x="1019" y="1229"/>
                  </a:lnTo>
                  <a:lnTo>
                    <a:pt x="1079" y="960"/>
                  </a:lnTo>
                  <a:lnTo>
                    <a:pt x="1049" y="660"/>
                  </a:lnTo>
                  <a:lnTo>
                    <a:pt x="1019" y="480"/>
                  </a:lnTo>
                  <a:lnTo>
                    <a:pt x="989" y="330"/>
                  </a:lnTo>
                  <a:lnTo>
                    <a:pt x="929" y="181"/>
                  </a:lnTo>
                  <a:lnTo>
                    <a:pt x="809"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2" name="Google Shape;1952;p108"/>
            <p:cNvSpPr/>
            <p:nvPr/>
          </p:nvSpPr>
          <p:spPr>
            <a:xfrm>
              <a:off x="-440250" y="3524225"/>
              <a:ext cx="18000" cy="20250"/>
            </a:xfrm>
            <a:custGeom>
              <a:avLst/>
              <a:gdLst/>
              <a:ahLst/>
              <a:cxnLst/>
              <a:rect l="l" t="t" r="r" b="b"/>
              <a:pathLst>
                <a:path w="720" h="810" extrusionOk="0">
                  <a:moveTo>
                    <a:pt x="540" y="151"/>
                  </a:moveTo>
                  <a:lnTo>
                    <a:pt x="570" y="211"/>
                  </a:lnTo>
                  <a:lnTo>
                    <a:pt x="510" y="300"/>
                  </a:lnTo>
                  <a:lnTo>
                    <a:pt x="450" y="390"/>
                  </a:lnTo>
                  <a:lnTo>
                    <a:pt x="210" y="570"/>
                  </a:lnTo>
                  <a:lnTo>
                    <a:pt x="360" y="300"/>
                  </a:lnTo>
                  <a:lnTo>
                    <a:pt x="420" y="181"/>
                  </a:lnTo>
                  <a:lnTo>
                    <a:pt x="480" y="151"/>
                  </a:lnTo>
                  <a:close/>
                  <a:moveTo>
                    <a:pt x="450" y="1"/>
                  </a:moveTo>
                  <a:lnTo>
                    <a:pt x="360" y="31"/>
                  </a:lnTo>
                  <a:lnTo>
                    <a:pt x="270" y="121"/>
                  </a:lnTo>
                  <a:lnTo>
                    <a:pt x="150" y="330"/>
                  </a:lnTo>
                  <a:lnTo>
                    <a:pt x="60" y="570"/>
                  </a:lnTo>
                  <a:lnTo>
                    <a:pt x="0" y="690"/>
                  </a:lnTo>
                  <a:lnTo>
                    <a:pt x="0" y="750"/>
                  </a:lnTo>
                  <a:lnTo>
                    <a:pt x="30" y="780"/>
                  </a:lnTo>
                  <a:lnTo>
                    <a:pt x="90" y="810"/>
                  </a:lnTo>
                  <a:lnTo>
                    <a:pt x="120" y="780"/>
                  </a:lnTo>
                  <a:lnTo>
                    <a:pt x="240" y="720"/>
                  </a:lnTo>
                  <a:lnTo>
                    <a:pt x="420" y="600"/>
                  </a:lnTo>
                  <a:lnTo>
                    <a:pt x="600" y="420"/>
                  </a:lnTo>
                  <a:lnTo>
                    <a:pt x="690" y="330"/>
                  </a:lnTo>
                  <a:lnTo>
                    <a:pt x="720" y="241"/>
                  </a:lnTo>
                  <a:lnTo>
                    <a:pt x="690" y="151"/>
                  </a:lnTo>
                  <a:lnTo>
                    <a:pt x="630" y="61"/>
                  </a:lnTo>
                  <a:lnTo>
                    <a:pt x="5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3" name="Google Shape;1953;p108"/>
            <p:cNvSpPr/>
            <p:nvPr/>
          </p:nvSpPr>
          <p:spPr>
            <a:xfrm>
              <a:off x="-458225" y="3539975"/>
              <a:ext cx="21750" cy="12000"/>
            </a:xfrm>
            <a:custGeom>
              <a:avLst/>
              <a:gdLst/>
              <a:ahLst/>
              <a:cxnLst/>
              <a:rect l="l" t="t" r="r" b="b"/>
              <a:pathLst>
                <a:path w="870" h="480" extrusionOk="0">
                  <a:moveTo>
                    <a:pt x="600" y="150"/>
                  </a:moveTo>
                  <a:lnTo>
                    <a:pt x="360" y="300"/>
                  </a:lnTo>
                  <a:lnTo>
                    <a:pt x="240" y="330"/>
                  </a:lnTo>
                  <a:lnTo>
                    <a:pt x="180" y="330"/>
                  </a:lnTo>
                  <a:lnTo>
                    <a:pt x="150" y="300"/>
                  </a:lnTo>
                  <a:lnTo>
                    <a:pt x="150" y="270"/>
                  </a:lnTo>
                  <a:lnTo>
                    <a:pt x="180" y="240"/>
                  </a:lnTo>
                  <a:lnTo>
                    <a:pt x="240" y="210"/>
                  </a:lnTo>
                  <a:lnTo>
                    <a:pt x="330" y="180"/>
                  </a:lnTo>
                  <a:lnTo>
                    <a:pt x="570" y="150"/>
                  </a:lnTo>
                  <a:close/>
                  <a:moveTo>
                    <a:pt x="450" y="0"/>
                  </a:moveTo>
                  <a:lnTo>
                    <a:pt x="240" y="30"/>
                  </a:lnTo>
                  <a:lnTo>
                    <a:pt x="120" y="90"/>
                  </a:lnTo>
                  <a:lnTo>
                    <a:pt x="60" y="150"/>
                  </a:lnTo>
                  <a:lnTo>
                    <a:pt x="0" y="240"/>
                  </a:lnTo>
                  <a:lnTo>
                    <a:pt x="0" y="330"/>
                  </a:lnTo>
                  <a:lnTo>
                    <a:pt x="60" y="420"/>
                  </a:lnTo>
                  <a:lnTo>
                    <a:pt x="150" y="480"/>
                  </a:lnTo>
                  <a:lnTo>
                    <a:pt x="300" y="480"/>
                  </a:lnTo>
                  <a:lnTo>
                    <a:pt x="390" y="450"/>
                  </a:lnTo>
                  <a:lnTo>
                    <a:pt x="600" y="330"/>
                  </a:lnTo>
                  <a:lnTo>
                    <a:pt x="839" y="150"/>
                  </a:lnTo>
                  <a:lnTo>
                    <a:pt x="869" y="120"/>
                  </a:lnTo>
                  <a:lnTo>
                    <a:pt x="869" y="60"/>
                  </a:lnTo>
                  <a:lnTo>
                    <a:pt x="839" y="30"/>
                  </a:lnTo>
                  <a:lnTo>
                    <a:pt x="809" y="30"/>
                  </a:lnTo>
                  <a:lnTo>
                    <a:pt x="68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4" name="Google Shape;1954;p108"/>
            <p:cNvSpPr/>
            <p:nvPr/>
          </p:nvSpPr>
          <p:spPr>
            <a:xfrm>
              <a:off x="-440250" y="3540725"/>
              <a:ext cx="19500" cy="16500"/>
            </a:xfrm>
            <a:custGeom>
              <a:avLst/>
              <a:gdLst/>
              <a:ahLst/>
              <a:cxnLst/>
              <a:rect l="l" t="t" r="r" b="b"/>
              <a:pathLst>
                <a:path w="780" h="660" extrusionOk="0">
                  <a:moveTo>
                    <a:pt x="60" y="0"/>
                  </a:moveTo>
                  <a:lnTo>
                    <a:pt x="0" y="30"/>
                  </a:lnTo>
                  <a:lnTo>
                    <a:pt x="30" y="90"/>
                  </a:lnTo>
                  <a:lnTo>
                    <a:pt x="60" y="120"/>
                  </a:lnTo>
                  <a:lnTo>
                    <a:pt x="120" y="150"/>
                  </a:lnTo>
                  <a:lnTo>
                    <a:pt x="270" y="240"/>
                  </a:lnTo>
                  <a:lnTo>
                    <a:pt x="450" y="390"/>
                  </a:lnTo>
                  <a:lnTo>
                    <a:pt x="630" y="629"/>
                  </a:lnTo>
                  <a:lnTo>
                    <a:pt x="660" y="629"/>
                  </a:lnTo>
                  <a:lnTo>
                    <a:pt x="690" y="659"/>
                  </a:lnTo>
                  <a:lnTo>
                    <a:pt x="720" y="629"/>
                  </a:lnTo>
                  <a:lnTo>
                    <a:pt x="780" y="599"/>
                  </a:lnTo>
                  <a:lnTo>
                    <a:pt x="750" y="539"/>
                  </a:lnTo>
                  <a:lnTo>
                    <a:pt x="660" y="390"/>
                  </a:lnTo>
                  <a:lnTo>
                    <a:pt x="540" y="300"/>
                  </a:lnTo>
                  <a:lnTo>
                    <a:pt x="330" y="120"/>
                  </a:lnTo>
                  <a:lnTo>
                    <a:pt x="180" y="30"/>
                  </a:lnTo>
                  <a:lnTo>
                    <a:pt x="12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5" name="Google Shape;1955;p108"/>
            <p:cNvSpPr/>
            <p:nvPr/>
          </p:nvSpPr>
          <p:spPr>
            <a:xfrm>
              <a:off x="-452975" y="3482275"/>
              <a:ext cx="44200" cy="101925"/>
            </a:xfrm>
            <a:custGeom>
              <a:avLst/>
              <a:gdLst/>
              <a:ahLst/>
              <a:cxnLst/>
              <a:rect l="l" t="t" r="r" b="b"/>
              <a:pathLst>
                <a:path w="1768" h="4077" extrusionOk="0">
                  <a:moveTo>
                    <a:pt x="659" y="1"/>
                  </a:moveTo>
                  <a:lnTo>
                    <a:pt x="659" y="211"/>
                  </a:lnTo>
                  <a:lnTo>
                    <a:pt x="689" y="420"/>
                  </a:lnTo>
                  <a:lnTo>
                    <a:pt x="749" y="600"/>
                  </a:lnTo>
                  <a:lnTo>
                    <a:pt x="839" y="750"/>
                  </a:lnTo>
                  <a:lnTo>
                    <a:pt x="929" y="900"/>
                  </a:lnTo>
                  <a:lnTo>
                    <a:pt x="1079" y="1020"/>
                  </a:lnTo>
                  <a:lnTo>
                    <a:pt x="1229" y="1109"/>
                  </a:lnTo>
                  <a:lnTo>
                    <a:pt x="1378" y="1169"/>
                  </a:lnTo>
                  <a:lnTo>
                    <a:pt x="1468" y="1169"/>
                  </a:lnTo>
                  <a:lnTo>
                    <a:pt x="1468" y="1050"/>
                  </a:lnTo>
                  <a:lnTo>
                    <a:pt x="1289" y="1020"/>
                  </a:lnTo>
                  <a:lnTo>
                    <a:pt x="1169" y="960"/>
                  </a:lnTo>
                  <a:lnTo>
                    <a:pt x="1019" y="840"/>
                  </a:lnTo>
                  <a:lnTo>
                    <a:pt x="929" y="690"/>
                  </a:lnTo>
                  <a:lnTo>
                    <a:pt x="839" y="540"/>
                  </a:lnTo>
                  <a:lnTo>
                    <a:pt x="809" y="390"/>
                  </a:lnTo>
                  <a:lnTo>
                    <a:pt x="779" y="211"/>
                  </a:lnTo>
                  <a:lnTo>
                    <a:pt x="779" y="1"/>
                  </a:lnTo>
                  <a:close/>
                  <a:moveTo>
                    <a:pt x="120" y="1"/>
                  </a:moveTo>
                  <a:lnTo>
                    <a:pt x="210" y="240"/>
                  </a:lnTo>
                  <a:lnTo>
                    <a:pt x="270" y="450"/>
                  </a:lnTo>
                  <a:lnTo>
                    <a:pt x="330" y="690"/>
                  </a:lnTo>
                  <a:lnTo>
                    <a:pt x="330" y="930"/>
                  </a:lnTo>
                  <a:lnTo>
                    <a:pt x="300" y="1199"/>
                  </a:lnTo>
                  <a:lnTo>
                    <a:pt x="240" y="1469"/>
                  </a:lnTo>
                  <a:lnTo>
                    <a:pt x="120" y="1709"/>
                  </a:lnTo>
                  <a:lnTo>
                    <a:pt x="0" y="1949"/>
                  </a:lnTo>
                  <a:lnTo>
                    <a:pt x="90" y="2038"/>
                  </a:lnTo>
                  <a:lnTo>
                    <a:pt x="240" y="1769"/>
                  </a:lnTo>
                  <a:lnTo>
                    <a:pt x="330" y="1499"/>
                  </a:lnTo>
                  <a:lnTo>
                    <a:pt x="420" y="1229"/>
                  </a:lnTo>
                  <a:lnTo>
                    <a:pt x="450" y="930"/>
                  </a:lnTo>
                  <a:lnTo>
                    <a:pt x="450" y="690"/>
                  </a:lnTo>
                  <a:lnTo>
                    <a:pt x="390" y="450"/>
                  </a:lnTo>
                  <a:lnTo>
                    <a:pt x="330" y="240"/>
                  </a:lnTo>
                  <a:lnTo>
                    <a:pt x="270" y="1"/>
                  </a:lnTo>
                  <a:close/>
                  <a:moveTo>
                    <a:pt x="1678" y="3087"/>
                  </a:moveTo>
                  <a:lnTo>
                    <a:pt x="749" y="3177"/>
                  </a:lnTo>
                  <a:lnTo>
                    <a:pt x="839" y="3417"/>
                  </a:lnTo>
                  <a:lnTo>
                    <a:pt x="959" y="3597"/>
                  </a:lnTo>
                  <a:lnTo>
                    <a:pt x="1109" y="3776"/>
                  </a:lnTo>
                  <a:lnTo>
                    <a:pt x="1259" y="3896"/>
                  </a:lnTo>
                  <a:lnTo>
                    <a:pt x="1408" y="3986"/>
                  </a:lnTo>
                  <a:lnTo>
                    <a:pt x="1528" y="4046"/>
                  </a:lnTo>
                  <a:lnTo>
                    <a:pt x="1648" y="4076"/>
                  </a:lnTo>
                  <a:lnTo>
                    <a:pt x="1768" y="4076"/>
                  </a:lnTo>
                  <a:lnTo>
                    <a:pt x="1678" y="3087"/>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6" name="Google Shape;1956;p108"/>
            <p:cNvSpPr/>
            <p:nvPr/>
          </p:nvSpPr>
          <p:spPr>
            <a:xfrm>
              <a:off x="-485200" y="3482275"/>
              <a:ext cx="22500" cy="44975"/>
            </a:xfrm>
            <a:custGeom>
              <a:avLst/>
              <a:gdLst/>
              <a:ahLst/>
              <a:cxnLst/>
              <a:rect l="l" t="t" r="r" b="b"/>
              <a:pathLst>
                <a:path w="900" h="1799" extrusionOk="0">
                  <a:moveTo>
                    <a:pt x="1" y="1"/>
                  </a:moveTo>
                  <a:lnTo>
                    <a:pt x="480" y="1799"/>
                  </a:lnTo>
                  <a:lnTo>
                    <a:pt x="900" y="1799"/>
                  </a:lnTo>
                  <a:lnTo>
                    <a:pt x="42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7" name="Google Shape;1957;p108"/>
            <p:cNvSpPr/>
            <p:nvPr/>
          </p:nvSpPr>
          <p:spPr>
            <a:xfrm>
              <a:off x="-781850" y="3310725"/>
              <a:ext cx="308650" cy="216525"/>
            </a:xfrm>
            <a:custGeom>
              <a:avLst/>
              <a:gdLst/>
              <a:ahLst/>
              <a:cxnLst/>
              <a:rect l="l" t="t" r="r" b="b"/>
              <a:pathLst>
                <a:path w="12346" h="8661" extrusionOk="0">
                  <a:moveTo>
                    <a:pt x="779" y="1"/>
                  </a:moveTo>
                  <a:lnTo>
                    <a:pt x="0" y="6263"/>
                  </a:lnTo>
                  <a:lnTo>
                    <a:pt x="0" y="6473"/>
                  </a:lnTo>
                  <a:lnTo>
                    <a:pt x="0" y="6713"/>
                  </a:lnTo>
                  <a:lnTo>
                    <a:pt x="30" y="6953"/>
                  </a:lnTo>
                  <a:lnTo>
                    <a:pt x="90" y="7162"/>
                  </a:lnTo>
                  <a:lnTo>
                    <a:pt x="180" y="7372"/>
                  </a:lnTo>
                  <a:lnTo>
                    <a:pt x="270" y="7582"/>
                  </a:lnTo>
                  <a:lnTo>
                    <a:pt x="390" y="7762"/>
                  </a:lnTo>
                  <a:lnTo>
                    <a:pt x="540" y="7942"/>
                  </a:lnTo>
                  <a:lnTo>
                    <a:pt x="689" y="8091"/>
                  </a:lnTo>
                  <a:lnTo>
                    <a:pt x="869" y="8241"/>
                  </a:lnTo>
                  <a:lnTo>
                    <a:pt x="1049" y="8361"/>
                  </a:lnTo>
                  <a:lnTo>
                    <a:pt x="1229" y="8451"/>
                  </a:lnTo>
                  <a:lnTo>
                    <a:pt x="1439" y="8541"/>
                  </a:lnTo>
                  <a:lnTo>
                    <a:pt x="1678" y="8601"/>
                  </a:lnTo>
                  <a:lnTo>
                    <a:pt x="1888" y="8631"/>
                  </a:lnTo>
                  <a:lnTo>
                    <a:pt x="2128" y="8661"/>
                  </a:lnTo>
                  <a:lnTo>
                    <a:pt x="12346" y="8661"/>
                  </a:lnTo>
                  <a:lnTo>
                    <a:pt x="11477" y="5035"/>
                  </a:lnTo>
                  <a:lnTo>
                    <a:pt x="4315" y="5035"/>
                  </a:lnTo>
                  <a:lnTo>
                    <a:pt x="224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8" name="Google Shape;1958;p108"/>
            <p:cNvSpPr/>
            <p:nvPr/>
          </p:nvSpPr>
          <p:spPr>
            <a:xfrm>
              <a:off x="-653750" y="3468800"/>
              <a:ext cx="167075" cy="2275"/>
            </a:xfrm>
            <a:custGeom>
              <a:avLst/>
              <a:gdLst/>
              <a:ahLst/>
              <a:cxnLst/>
              <a:rect l="l" t="t" r="r" b="b"/>
              <a:pathLst>
                <a:path w="6683" h="91" extrusionOk="0">
                  <a:moveTo>
                    <a:pt x="0" y="0"/>
                  </a:moveTo>
                  <a:lnTo>
                    <a:pt x="0" y="90"/>
                  </a:lnTo>
                  <a:lnTo>
                    <a:pt x="6683" y="90"/>
                  </a:lnTo>
                  <a:lnTo>
                    <a:pt x="6653" y="0"/>
                  </a:lnTo>
                  <a:close/>
                </a:path>
              </a:pathLst>
            </a:cu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9" name="Google Shape;1959;p108"/>
            <p:cNvSpPr/>
            <p:nvPr/>
          </p:nvSpPr>
          <p:spPr>
            <a:xfrm>
              <a:off x="-781850" y="3310725"/>
              <a:ext cx="134850" cy="216525"/>
            </a:xfrm>
            <a:custGeom>
              <a:avLst/>
              <a:gdLst/>
              <a:ahLst/>
              <a:cxnLst/>
              <a:rect l="l" t="t" r="r" b="b"/>
              <a:pathLst>
                <a:path w="5394" h="8661" extrusionOk="0">
                  <a:moveTo>
                    <a:pt x="689" y="1"/>
                  </a:moveTo>
                  <a:lnTo>
                    <a:pt x="0" y="6263"/>
                  </a:lnTo>
                  <a:lnTo>
                    <a:pt x="0" y="6473"/>
                  </a:lnTo>
                  <a:lnTo>
                    <a:pt x="0" y="6713"/>
                  </a:lnTo>
                  <a:lnTo>
                    <a:pt x="30" y="6953"/>
                  </a:lnTo>
                  <a:lnTo>
                    <a:pt x="90" y="7162"/>
                  </a:lnTo>
                  <a:lnTo>
                    <a:pt x="180" y="7372"/>
                  </a:lnTo>
                  <a:lnTo>
                    <a:pt x="270" y="7582"/>
                  </a:lnTo>
                  <a:lnTo>
                    <a:pt x="390" y="7762"/>
                  </a:lnTo>
                  <a:lnTo>
                    <a:pt x="540" y="7942"/>
                  </a:lnTo>
                  <a:lnTo>
                    <a:pt x="689" y="8091"/>
                  </a:lnTo>
                  <a:lnTo>
                    <a:pt x="869" y="8241"/>
                  </a:lnTo>
                  <a:lnTo>
                    <a:pt x="1049" y="8361"/>
                  </a:lnTo>
                  <a:lnTo>
                    <a:pt x="1229" y="8451"/>
                  </a:lnTo>
                  <a:lnTo>
                    <a:pt x="1439" y="8541"/>
                  </a:lnTo>
                  <a:lnTo>
                    <a:pt x="1678" y="8601"/>
                  </a:lnTo>
                  <a:lnTo>
                    <a:pt x="1888" y="8631"/>
                  </a:lnTo>
                  <a:lnTo>
                    <a:pt x="2128" y="8661"/>
                  </a:lnTo>
                  <a:lnTo>
                    <a:pt x="5394" y="8661"/>
                  </a:lnTo>
                  <a:lnTo>
                    <a:pt x="5394" y="5035"/>
                  </a:lnTo>
                  <a:lnTo>
                    <a:pt x="4315" y="5035"/>
                  </a:lnTo>
                  <a:lnTo>
                    <a:pt x="224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0" name="Google Shape;1960;p108"/>
            <p:cNvSpPr/>
            <p:nvPr/>
          </p:nvSpPr>
          <p:spPr>
            <a:xfrm>
              <a:off x="-750400" y="3339950"/>
              <a:ext cx="12775" cy="48725"/>
            </a:xfrm>
            <a:custGeom>
              <a:avLst/>
              <a:gdLst/>
              <a:ahLst/>
              <a:cxnLst/>
              <a:rect l="l" t="t" r="r" b="b"/>
              <a:pathLst>
                <a:path w="511" h="1949" extrusionOk="0">
                  <a:moveTo>
                    <a:pt x="121" y="0"/>
                  </a:moveTo>
                  <a:lnTo>
                    <a:pt x="61" y="240"/>
                  </a:lnTo>
                  <a:lnTo>
                    <a:pt x="1" y="720"/>
                  </a:lnTo>
                  <a:lnTo>
                    <a:pt x="1" y="1019"/>
                  </a:lnTo>
                  <a:lnTo>
                    <a:pt x="31" y="1289"/>
                  </a:lnTo>
                  <a:lnTo>
                    <a:pt x="61" y="1559"/>
                  </a:lnTo>
                  <a:lnTo>
                    <a:pt x="121" y="1678"/>
                  </a:lnTo>
                  <a:lnTo>
                    <a:pt x="181" y="1768"/>
                  </a:lnTo>
                  <a:lnTo>
                    <a:pt x="241" y="1828"/>
                  </a:lnTo>
                  <a:lnTo>
                    <a:pt x="330" y="1888"/>
                  </a:lnTo>
                  <a:lnTo>
                    <a:pt x="420" y="1918"/>
                  </a:lnTo>
                  <a:lnTo>
                    <a:pt x="510" y="1948"/>
                  </a:lnTo>
                  <a:lnTo>
                    <a:pt x="510" y="1828"/>
                  </a:lnTo>
                  <a:lnTo>
                    <a:pt x="390" y="1798"/>
                  </a:lnTo>
                  <a:lnTo>
                    <a:pt x="270" y="1708"/>
                  </a:lnTo>
                  <a:lnTo>
                    <a:pt x="211" y="1618"/>
                  </a:lnTo>
                  <a:lnTo>
                    <a:pt x="181" y="1499"/>
                  </a:lnTo>
                  <a:lnTo>
                    <a:pt x="121" y="1259"/>
                  </a:lnTo>
                  <a:lnTo>
                    <a:pt x="121" y="989"/>
                  </a:lnTo>
                  <a:lnTo>
                    <a:pt x="121" y="690"/>
                  </a:lnTo>
                  <a:lnTo>
                    <a:pt x="181" y="240"/>
                  </a:lnTo>
                  <a:lnTo>
                    <a:pt x="211" y="30"/>
                  </a:lnTo>
                  <a:lnTo>
                    <a:pt x="121" y="0"/>
                  </a:lnTo>
                  <a:close/>
                </a:path>
              </a:pathLst>
            </a:cu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1" name="Google Shape;1961;p108"/>
            <p:cNvSpPr/>
            <p:nvPr/>
          </p:nvSpPr>
          <p:spPr>
            <a:xfrm>
              <a:off x="-815575" y="3304725"/>
              <a:ext cx="188825" cy="397825"/>
            </a:xfrm>
            <a:custGeom>
              <a:avLst/>
              <a:gdLst/>
              <a:ahLst/>
              <a:cxnLst/>
              <a:rect l="l" t="t" r="r" b="b"/>
              <a:pathLst>
                <a:path w="7553" h="15913" extrusionOk="0">
                  <a:moveTo>
                    <a:pt x="7552" y="1"/>
                  </a:moveTo>
                  <a:lnTo>
                    <a:pt x="3657" y="31"/>
                  </a:lnTo>
                  <a:lnTo>
                    <a:pt x="1" y="15913"/>
                  </a:lnTo>
                  <a:lnTo>
                    <a:pt x="3776" y="15913"/>
                  </a:lnTo>
                  <a:lnTo>
                    <a:pt x="755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2" name="Google Shape;1962;p108"/>
            <p:cNvSpPr/>
            <p:nvPr/>
          </p:nvSpPr>
          <p:spPr>
            <a:xfrm>
              <a:off x="-777350" y="3702525"/>
              <a:ext cx="56200" cy="28500"/>
            </a:xfrm>
            <a:custGeom>
              <a:avLst/>
              <a:gdLst/>
              <a:ahLst/>
              <a:cxnLst/>
              <a:rect l="l" t="t" r="r" b="b"/>
              <a:pathLst>
                <a:path w="2248" h="1140" extrusionOk="0">
                  <a:moveTo>
                    <a:pt x="210" y="1"/>
                  </a:moveTo>
                  <a:lnTo>
                    <a:pt x="0" y="750"/>
                  </a:lnTo>
                  <a:lnTo>
                    <a:pt x="240" y="900"/>
                  </a:lnTo>
                  <a:lnTo>
                    <a:pt x="450" y="989"/>
                  </a:lnTo>
                  <a:lnTo>
                    <a:pt x="659" y="1049"/>
                  </a:lnTo>
                  <a:lnTo>
                    <a:pt x="869" y="1109"/>
                  </a:lnTo>
                  <a:lnTo>
                    <a:pt x="1049" y="1139"/>
                  </a:lnTo>
                  <a:lnTo>
                    <a:pt x="1229" y="1139"/>
                  </a:lnTo>
                  <a:lnTo>
                    <a:pt x="1528" y="1079"/>
                  </a:lnTo>
                  <a:lnTo>
                    <a:pt x="1768" y="1019"/>
                  </a:lnTo>
                  <a:lnTo>
                    <a:pt x="1948" y="930"/>
                  </a:lnTo>
                  <a:lnTo>
                    <a:pt x="2098" y="810"/>
                  </a:lnTo>
                  <a:lnTo>
                    <a:pt x="224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3" name="Google Shape;1963;p108"/>
            <p:cNvSpPr/>
            <p:nvPr/>
          </p:nvSpPr>
          <p:spPr>
            <a:xfrm>
              <a:off x="-837300" y="3721250"/>
              <a:ext cx="112400" cy="44225"/>
            </a:xfrm>
            <a:custGeom>
              <a:avLst/>
              <a:gdLst/>
              <a:ahLst/>
              <a:cxnLst/>
              <a:rect l="l" t="t" r="r" b="b"/>
              <a:pathLst>
                <a:path w="4496" h="1769" extrusionOk="0">
                  <a:moveTo>
                    <a:pt x="2398" y="1"/>
                  </a:moveTo>
                  <a:lnTo>
                    <a:pt x="2188" y="181"/>
                  </a:lnTo>
                  <a:lnTo>
                    <a:pt x="2068" y="300"/>
                  </a:lnTo>
                  <a:lnTo>
                    <a:pt x="1439" y="810"/>
                  </a:lnTo>
                  <a:lnTo>
                    <a:pt x="990" y="870"/>
                  </a:lnTo>
                  <a:lnTo>
                    <a:pt x="510" y="960"/>
                  </a:lnTo>
                  <a:lnTo>
                    <a:pt x="1" y="1109"/>
                  </a:lnTo>
                  <a:lnTo>
                    <a:pt x="241" y="1769"/>
                  </a:lnTo>
                  <a:lnTo>
                    <a:pt x="4136" y="1769"/>
                  </a:lnTo>
                  <a:lnTo>
                    <a:pt x="4286" y="1139"/>
                  </a:lnTo>
                  <a:lnTo>
                    <a:pt x="4286" y="1020"/>
                  </a:lnTo>
                  <a:lnTo>
                    <a:pt x="4406" y="540"/>
                  </a:lnTo>
                  <a:lnTo>
                    <a:pt x="4436" y="390"/>
                  </a:lnTo>
                  <a:lnTo>
                    <a:pt x="4496" y="61"/>
                  </a:lnTo>
                  <a:lnTo>
                    <a:pt x="4346" y="181"/>
                  </a:lnTo>
                  <a:lnTo>
                    <a:pt x="4166" y="270"/>
                  </a:lnTo>
                  <a:lnTo>
                    <a:pt x="3926" y="330"/>
                  </a:lnTo>
                  <a:lnTo>
                    <a:pt x="3627" y="390"/>
                  </a:lnTo>
                  <a:lnTo>
                    <a:pt x="3447" y="390"/>
                  </a:lnTo>
                  <a:lnTo>
                    <a:pt x="3267" y="360"/>
                  </a:lnTo>
                  <a:lnTo>
                    <a:pt x="3057" y="300"/>
                  </a:lnTo>
                  <a:lnTo>
                    <a:pt x="2848" y="240"/>
                  </a:lnTo>
                  <a:lnTo>
                    <a:pt x="2638" y="151"/>
                  </a:lnTo>
                  <a:lnTo>
                    <a:pt x="239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4" name="Google Shape;1964;p108"/>
            <p:cNvSpPr/>
            <p:nvPr/>
          </p:nvSpPr>
          <p:spPr>
            <a:xfrm>
              <a:off x="-802825" y="3739975"/>
              <a:ext cx="20250" cy="12775"/>
            </a:xfrm>
            <a:custGeom>
              <a:avLst/>
              <a:gdLst/>
              <a:ahLst/>
              <a:cxnLst/>
              <a:rect l="l" t="t" r="r" b="b"/>
              <a:pathLst>
                <a:path w="810" h="511" extrusionOk="0">
                  <a:moveTo>
                    <a:pt x="510" y="151"/>
                  </a:moveTo>
                  <a:lnTo>
                    <a:pt x="600" y="181"/>
                  </a:lnTo>
                  <a:lnTo>
                    <a:pt x="659" y="241"/>
                  </a:lnTo>
                  <a:lnTo>
                    <a:pt x="600" y="300"/>
                  </a:lnTo>
                  <a:lnTo>
                    <a:pt x="540" y="360"/>
                  </a:lnTo>
                  <a:lnTo>
                    <a:pt x="450" y="360"/>
                  </a:lnTo>
                  <a:lnTo>
                    <a:pt x="360" y="330"/>
                  </a:lnTo>
                  <a:lnTo>
                    <a:pt x="300" y="271"/>
                  </a:lnTo>
                  <a:lnTo>
                    <a:pt x="180" y="151"/>
                  </a:lnTo>
                  <a:close/>
                  <a:moveTo>
                    <a:pt x="60" y="1"/>
                  </a:moveTo>
                  <a:lnTo>
                    <a:pt x="0" y="31"/>
                  </a:lnTo>
                  <a:lnTo>
                    <a:pt x="0" y="91"/>
                  </a:lnTo>
                  <a:lnTo>
                    <a:pt x="30" y="181"/>
                  </a:lnTo>
                  <a:lnTo>
                    <a:pt x="120" y="300"/>
                  </a:lnTo>
                  <a:lnTo>
                    <a:pt x="240" y="450"/>
                  </a:lnTo>
                  <a:lnTo>
                    <a:pt x="330" y="480"/>
                  </a:lnTo>
                  <a:lnTo>
                    <a:pt x="420" y="510"/>
                  </a:lnTo>
                  <a:lnTo>
                    <a:pt x="570" y="510"/>
                  </a:lnTo>
                  <a:lnTo>
                    <a:pt x="719" y="390"/>
                  </a:lnTo>
                  <a:lnTo>
                    <a:pt x="809" y="271"/>
                  </a:lnTo>
                  <a:lnTo>
                    <a:pt x="809" y="211"/>
                  </a:lnTo>
                  <a:lnTo>
                    <a:pt x="779" y="181"/>
                  </a:lnTo>
                  <a:lnTo>
                    <a:pt x="749" y="91"/>
                  </a:lnTo>
                  <a:lnTo>
                    <a:pt x="659" y="61"/>
                  </a:lnTo>
                  <a:lnTo>
                    <a:pt x="45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5" name="Google Shape;1965;p108"/>
            <p:cNvSpPr/>
            <p:nvPr/>
          </p:nvSpPr>
          <p:spPr>
            <a:xfrm>
              <a:off x="-757125" y="3746725"/>
              <a:ext cx="26975" cy="18750"/>
            </a:xfrm>
            <a:custGeom>
              <a:avLst/>
              <a:gdLst/>
              <a:ahLst/>
              <a:cxnLst/>
              <a:rect l="l" t="t" r="r" b="b"/>
              <a:pathLst>
                <a:path w="1079" h="750" extrusionOk="0">
                  <a:moveTo>
                    <a:pt x="1079" y="1"/>
                  </a:moveTo>
                  <a:lnTo>
                    <a:pt x="809" y="90"/>
                  </a:lnTo>
                  <a:lnTo>
                    <a:pt x="539" y="240"/>
                  </a:lnTo>
                  <a:lnTo>
                    <a:pt x="270" y="480"/>
                  </a:lnTo>
                  <a:lnTo>
                    <a:pt x="0" y="750"/>
                  </a:lnTo>
                  <a:lnTo>
                    <a:pt x="120" y="750"/>
                  </a:lnTo>
                  <a:lnTo>
                    <a:pt x="360" y="540"/>
                  </a:lnTo>
                  <a:lnTo>
                    <a:pt x="599" y="330"/>
                  </a:lnTo>
                  <a:lnTo>
                    <a:pt x="839" y="210"/>
                  </a:lnTo>
                  <a:lnTo>
                    <a:pt x="1079" y="120"/>
                  </a:lnTo>
                  <a:lnTo>
                    <a:pt x="1079"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6" name="Google Shape;1966;p108"/>
            <p:cNvSpPr/>
            <p:nvPr/>
          </p:nvSpPr>
          <p:spPr>
            <a:xfrm>
              <a:off x="-785600" y="3725750"/>
              <a:ext cx="59200" cy="15750"/>
            </a:xfrm>
            <a:custGeom>
              <a:avLst/>
              <a:gdLst/>
              <a:ahLst/>
              <a:cxnLst/>
              <a:rect l="l" t="t" r="r" b="b"/>
              <a:pathLst>
                <a:path w="2368" h="630" extrusionOk="0">
                  <a:moveTo>
                    <a:pt x="120" y="1"/>
                  </a:moveTo>
                  <a:lnTo>
                    <a:pt x="0" y="120"/>
                  </a:lnTo>
                  <a:lnTo>
                    <a:pt x="90" y="210"/>
                  </a:lnTo>
                  <a:lnTo>
                    <a:pt x="210" y="300"/>
                  </a:lnTo>
                  <a:lnTo>
                    <a:pt x="480" y="450"/>
                  </a:lnTo>
                  <a:lnTo>
                    <a:pt x="809" y="540"/>
                  </a:lnTo>
                  <a:lnTo>
                    <a:pt x="1109" y="600"/>
                  </a:lnTo>
                  <a:lnTo>
                    <a:pt x="1319" y="630"/>
                  </a:lnTo>
                  <a:lnTo>
                    <a:pt x="1589" y="600"/>
                  </a:lnTo>
                  <a:lnTo>
                    <a:pt x="1828" y="570"/>
                  </a:lnTo>
                  <a:lnTo>
                    <a:pt x="2068" y="480"/>
                  </a:lnTo>
                  <a:lnTo>
                    <a:pt x="2338" y="360"/>
                  </a:lnTo>
                  <a:lnTo>
                    <a:pt x="2368" y="210"/>
                  </a:lnTo>
                  <a:lnTo>
                    <a:pt x="2368" y="210"/>
                  </a:lnTo>
                  <a:lnTo>
                    <a:pt x="2038" y="360"/>
                  </a:lnTo>
                  <a:lnTo>
                    <a:pt x="1738" y="450"/>
                  </a:lnTo>
                  <a:lnTo>
                    <a:pt x="1469" y="510"/>
                  </a:lnTo>
                  <a:lnTo>
                    <a:pt x="1169" y="480"/>
                  </a:lnTo>
                  <a:lnTo>
                    <a:pt x="869" y="450"/>
                  </a:lnTo>
                  <a:lnTo>
                    <a:pt x="600" y="330"/>
                  </a:lnTo>
                  <a:lnTo>
                    <a:pt x="330" y="180"/>
                  </a:lnTo>
                  <a:lnTo>
                    <a:pt x="210" y="120"/>
                  </a:lnTo>
                  <a:lnTo>
                    <a:pt x="12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7" name="Google Shape;1967;p108"/>
            <p:cNvSpPr/>
            <p:nvPr/>
          </p:nvSpPr>
          <p:spPr>
            <a:xfrm>
              <a:off x="-775125" y="3702525"/>
              <a:ext cx="53975" cy="12025"/>
            </a:xfrm>
            <a:custGeom>
              <a:avLst/>
              <a:gdLst/>
              <a:ahLst/>
              <a:cxnLst/>
              <a:rect l="l" t="t" r="r" b="b"/>
              <a:pathLst>
                <a:path w="2159" h="481" extrusionOk="0">
                  <a:moveTo>
                    <a:pt x="121" y="1"/>
                  </a:moveTo>
                  <a:lnTo>
                    <a:pt x="1" y="480"/>
                  </a:lnTo>
                  <a:lnTo>
                    <a:pt x="2128" y="240"/>
                  </a:lnTo>
                  <a:lnTo>
                    <a:pt x="215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8" name="Google Shape;1968;p108"/>
            <p:cNvSpPr/>
            <p:nvPr/>
          </p:nvSpPr>
          <p:spPr>
            <a:xfrm>
              <a:off x="-862025" y="3748975"/>
              <a:ext cx="30750" cy="16500"/>
            </a:xfrm>
            <a:custGeom>
              <a:avLst/>
              <a:gdLst/>
              <a:ahLst/>
              <a:cxnLst/>
              <a:rect l="l" t="t" r="r" b="b"/>
              <a:pathLst>
                <a:path w="1230" h="660" extrusionOk="0">
                  <a:moveTo>
                    <a:pt x="990" y="0"/>
                  </a:moveTo>
                  <a:lnTo>
                    <a:pt x="690" y="120"/>
                  </a:lnTo>
                  <a:lnTo>
                    <a:pt x="420" y="270"/>
                  </a:lnTo>
                  <a:lnTo>
                    <a:pt x="181" y="450"/>
                  </a:lnTo>
                  <a:lnTo>
                    <a:pt x="91" y="540"/>
                  </a:lnTo>
                  <a:lnTo>
                    <a:pt x="1" y="660"/>
                  </a:lnTo>
                  <a:lnTo>
                    <a:pt x="1230" y="660"/>
                  </a:lnTo>
                  <a:lnTo>
                    <a:pt x="1230" y="450"/>
                  </a:lnTo>
                  <a:lnTo>
                    <a:pt x="1170" y="300"/>
                  </a:lnTo>
                  <a:lnTo>
                    <a:pt x="1080" y="150"/>
                  </a:lnTo>
                  <a:lnTo>
                    <a:pt x="99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9" name="Google Shape;1969;p108"/>
            <p:cNvSpPr/>
            <p:nvPr/>
          </p:nvSpPr>
          <p:spPr>
            <a:xfrm>
              <a:off x="-813325" y="3725750"/>
              <a:ext cx="14275" cy="18000"/>
            </a:xfrm>
            <a:custGeom>
              <a:avLst/>
              <a:gdLst/>
              <a:ahLst/>
              <a:cxnLst/>
              <a:rect l="l" t="t" r="r" b="b"/>
              <a:pathLst>
                <a:path w="571" h="720" extrusionOk="0">
                  <a:moveTo>
                    <a:pt x="330" y="150"/>
                  </a:moveTo>
                  <a:lnTo>
                    <a:pt x="390" y="210"/>
                  </a:lnTo>
                  <a:lnTo>
                    <a:pt x="390" y="300"/>
                  </a:lnTo>
                  <a:lnTo>
                    <a:pt x="420" y="510"/>
                  </a:lnTo>
                  <a:lnTo>
                    <a:pt x="240" y="390"/>
                  </a:lnTo>
                  <a:lnTo>
                    <a:pt x="151" y="330"/>
                  </a:lnTo>
                  <a:lnTo>
                    <a:pt x="151" y="270"/>
                  </a:lnTo>
                  <a:lnTo>
                    <a:pt x="151" y="240"/>
                  </a:lnTo>
                  <a:lnTo>
                    <a:pt x="210" y="180"/>
                  </a:lnTo>
                  <a:lnTo>
                    <a:pt x="300" y="150"/>
                  </a:lnTo>
                  <a:close/>
                  <a:moveTo>
                    <a:pt x="240" y="1"/>
                  </a:moveTo>
                  <a:lnTo>
                    <a:pt x="151" y="60"/>
                  </a:lnTo>
                  <a:lnTo>
                    <a:pt x="61" y="90"/>
                  </a:lnTo>
                  <a:lnTo>
                    <a:pt x="31" y="150"/>
                  </a:lnTo>
                  <a:lnTo>
                    <a:pt x="1" y="240"/>
                  </a:lnTo>
                  <a:lnTo>
                    <a:pt x="1" y="300"/>
                  </a:lnTo>
                  <a:lnTo>
                    <a:pt x="1" y="360"/>
                  </a:lnTo>
                  <a:lnTo>
                    <a:pt x="61" y="450"/>
                  </a:lnTo>
                  <a:lnTo>
                    <a:pt x="210" y="570"/>
                  </a:lnTo>
                  <a:lnTo>
                    <a:pt x="360" y="660"/>
                  </a:lnTo>
                  <a:lnTo>
                    <a:pt x="450" y="690"/>
                  </a:lnTo>
                  <a:lnTo>
                    <a:pt x="480" y="720"/>
                  </a:lnTo>
                  <a:lnTo>
                    <a:pt x="510" y="690"/>
                  </a:lnTo>
                  <a:lnTo>
                    <a:pt x="570" y="630"/>
                  </a:lnTo>
                  <a:lnTo>
                    <a:pt x="570" y="540"/>
                  </a:lnTo>
                  <a:lnTo>
                    <a:pt x="570" y="360"/>
                  </a:lnTo>
                  <a:lnTo>
                    <a:pt x="510" y="150"/>
                  </a:lnTo>
                  <a:lnTo>
                    <a:pt x="480" y="90"/>
                  </a:lnTo>
                  <a:lnTo>
                    <a:pt x="420" y="30"/>
                  </a:lnTo>
                  <a:lnTo>
                    <a:pt x="36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0" name="Google Shape;1970;p108"/>
            <p:cNvSpPr/>
            <p:nvPr/>
          </p:nvSpPr>
          <p:spPr>
            <a:xfrm>
              <a:off x="-868000" y="3765450"/>
              <a:ext cx="134125" cy="10525"/>
            </a:xfrm>
            <a:custGeom>
              <a:avLst/>
              <a:gdLst/>
              <a:ahLst/>
              <a:cxnLst/>
              <a:rect l="l" t="t" r="r" b="b"/>
              <a:pathLst>
                <a:path w="5365" h="421" extrusionOk="0">
                  <a:moveTo>
                    <a:pt x="240" y="1"/>
                  </a:moveTo>
                  <a:lnTo>
                    <a:pt x="0" y="420"/>
                  </a:lnTo>
                  <a:lnTo>
                    <a:pt x="5274" y="420"/>
                  </a:lnTo>
                  <a:lnTo>
                    <a:pt x="536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1" name="Google Shape;1971;p108"/>
            <p:cNvSpPr/>
            <p:nvPr/>
          </p:nvSpPr>
          <p:spPr>
            <a:xfrm>
              <a:off x="-643275" y="3304725"/>
              <a:ext cx="25500" cy="70450"/>
            </a:xfrm>
            <a:custGeom>
              <a:avLst/>
              <a:gdLst/>
              <a:ahLst/>
              <a:cxnLst/>
              <a:rect l="l" t="t" r="r" b="b"/>
              <a:pathLst>
                <a:path w="1020" h="2818" extrusionOk="0">
                  <a:moveTo>
                    <a:pt x="660" y="1"/>
                  </a:moveTo>
                  <a:lnTo>
                    <a:pt x="1" y="2818"/>
                  </a:lnTo>
                  <a:lnTo>
                    <a:pt x="241" y="2668"/>
                  </a:lnTo>
                  <a:lnTo>
                    <a:pt x="450" y="2458"/>
                  </a:lnTo>
                  <a:lnTo>
                    <a:pt x="600" y="2248"/>
                  </a:lnTo>
                  <a:lnTo>
                    <a:pt x="750" y="2009"/>
                  </a:lnTo>
                  <a:lnTo>
                    <a:pt x="840" y="1799"/>
                  </a:lnTo>
                  <a:lnTo>
                    <a:pt x="930" y="1559"/>
                  </a:lnTo>
                  <a:lnTo>
                    <a:pt x="960" y="1319"/>
                  </a:lnTo>
                  <a:lnTo>
                    <a:pt x="1020" y="1080"/>
                  </a:lnTo>
                  <a:lnTo>
                    <a:pt x="1020" y="660"/>
                  </a:lnTo>
                  <a:lnTo>
                    <a:pt x="1020" y="331"/>
                  </a:lnTo>
                  <a:lnTo>
                    <a:pt x="960" y="1"/>
                  </a:lnTo>
                  <a:close/>
                </a:path>
              </a:pathLst>
            </a:custGeom>
            <a:solidFill>
              <a:srgbClr val="FFB8C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2" name="Google Shape;1972;p108"/>
            <p:cNvSpPr/>
            <p:nvPr/>
          </p:nvSpPr>
          <p:spPr>
            <a:xfrm>
              <a:off x="-813325" y="3304725"/>
              <a:ext cx="158100" cy="387350"/>
            </a:xfrm>
            <a:custGeom>
              <a:avLst/>
              <a:gdLst/>
              <a:ahLst/>
              <a:cxnLst/>
              <a:rect l="l" t="t" r="r" b="b"/>
              <a:pathLst>
                <a:path w="6324" h="15494" extrusionOk="0">
                  <a:moveTo>
                    <a:pt x="6204" y="1"/>
                  </a:moveTo>
                  <a:lnTo>
                    <a:pt x="5604" y="2668"/>
                  </a:lnTo>
                  <a:lnTo>
                    <a:pt x="5544" y="2638"/>
                  </a:lnTo>
                  <a:lnTo>
                    <a:pt x="5514" y="2578"/>
                  </a:lnTo>
                  <a:lnTo>
                    <a:pt x="5454" y="2518"/>
                  </a:lnTo>
                  <a:lnTo>
                    <a:pt x="5424" y="2398"/>
                  </a:lnTo>
                  <a:lnTo>
                    <a:pt x="5365" y="2099"/>
                  </a:lnTo>
                  <a:lnTo>
                    <a:pt x="5365" y="1769"/>
                  </a:lnTo>
                  <a:lnTo>
                    <a:pt x="5424" y="1409"/>
                  </a:lnTo>
                  <a:lnTo>
                    <a:pt x="5544" y="630"/>
                  </a:lnTo>
                  <a:lnTo>
                    <a:pt x="5664" y="31"/>
                  </a:lnTo>
                  <a:lnTo>
                    <a:pt x="5544" y="31"/>
                  </a:lnTo>
                  <a:lnTo>
                    <a:pt x="5424" y="660"/>
                  </a:lnTo>
                  <a:lnTo>
                    <a:pt x="5305" y="1439"/>
                  </a:lnTo>
                  <a:lnTo>
                    <a:pt x="5275" y="1799"/>
                  </a:lnTo>
                  <a:lnTo>
                    <a:pt x="5275" y="2158"/>
                  </a:lnTo>
                  <a:lnTo>
                    <a:pt x="5305" y="2458"/>
                  </a:lnTo>
                  <a:lnTo>
                    <a:pt x="5365" y="2578"/>
                  </a:lnTo>
                  <a:lnTo>
                    <a:pt x="5394" y="2668"/>
                  </a:lnTo>
                  <a:lnTo>
                    <a:pt x="5484" y="2728"/>
                  </a:lnTo>
                  <a:lnTo>
                    <a:pt x="5574" y="2788"/>
                  </a:lnTo>
                  <a:lnTo>
                    <a:pt x="2817" y="15403"/>
                  </a:lnTo>
                  <a:lnTo>
                    <a:pt x="31" y="15403"/>
                  </a:lnTo>
                  <a:lnTo>
                    <a:pt x="1" y="15493"/>
                  </a:lnTo>
                  <a:lnTo>
                    <a:pt x="3806" y="15493"/>
                  </a:lnTo>
                  <a:lnTo>
                    <a:pt x="3806" y="15403"/>
                  </a:lnTo>
                  <a:lnTo>
                    <a:pt x="2937" y="15403"/>
                  </a:lnTo>
                  <a:lnTo>
                    <a:pt x="6323" y="1"/>
                  </a:lnTo>
                  <a:close/>
                </a:path>
              </a:pathLst>
            </a:cu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3" name="Google Shape;1973;p108"/>
            <p:cNvSpPr/>
            <p:nvPr/>
          </p:nvSpPr>
          <p:spPr>
            <a:xfrm>
              <a:off x="-736900" y="3304725"/>
              <a:ext cx="119125" cy="49475"/>
            </a:xfrm>
            <a:custGeom>
              <a:avLst/>
              <a:gdLst/>
              <a:ahLst/>
              <a:cxnLst/>
              <a:rect l="l" t="t" r="r" b="b"/>
              <a:pathLst>
                <a:path w="4765" h="1979" extrusionOk="0">
                  <a:moveTo>
                    <a:pt x="4405" y="1"/>
                  </a:moveTo>
                  <a:lnTo>
                    <a:pt x="510" y="31"/>
                  </a:lnTo>
                  <a:lnTo>
                    <a:pt x="0" y="1979"/>
                  </a:lnTo>
                  <a:lnTo>
                    <a:pt x="719" y="1979"/>
                  </a:lnTo>
                  <a:lnTo>
                    <a:pt x="1289" y="1919"/>
                  </a:lnTo>
                  <a:lnTo>
                    <a:pt x="1918" y="1859"/>
                  </a:lnTo>
                  <a:lnTo>
                    <a:pt x="2637" y="1739"/>
                  </a:lnTo>
                  <a:lnTo>
                    <a:pt x="3356" y="1589"/>
                  </a:lnTo>
                  <a:lnTo>
                    <a:pt x="4075" y="1379"/>
                  </a:lnTo>
                  <a:lnTo>
                    <a:pt x="4405" y="1230"/>
                  </a:lnTo>
                  <a:lnTo>
                    <a:pt x="4765" y="1110"/>
                  </a:lnTo>
                  <a:lnTo>
                    <a:pt x="4765" y="660"/>
                  </a:lnTo>
                  <a:lnTo>
                    <a:pt x="4765" y="331"/>
                  </a:lnTo>
                  <a:lnTo>
                    <a:pt x="47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4" name="Google Shape;1974;p108"/>
            <p:cNvSpPr/>
            <p:nvPr/>
          </p:nvSpPr>
          <p:spPr>
            <a:xfrm>
              <a:off x="-792350" y="3119700"/>
              <a:ext cx="190300" cy="231500"/>
            </a:xfrm>
            <a:custGeom>
              <a:avLst/>
              <a:gdLst/>
              <a:ahLst/>
              <a:cxnLst/>
              <a:rect l="l" t="t" r="r" b="b"/>
              <a:pathLst>
                <a:path w="7612" h="9260" extrusionOk="0">
                  <a:moveTo>
                    <a:pt x="2728" y="1"/>
                  </a:moveTo>
                  <a:lnTo>
                    <a:pt x="1" y="1948"/>
                  </a:lnTo>
                  <a:lnTo>
                    <a:pt x="420" y="9200"/>
                  </a:lnTo>
                  <a:lnTo>
                    <a:pt x="780" y="9230"/>
                  </a:lnTo>
                  <a:lnTo>
                    <a:pt x="1649" y="9260"/>
                  </a:lnTo>
                  <a:lnTo>
                    <a:pt x="2248" y="9230"/>
                  </a:lnTo>
                  <a:lnTo>
                    <a:pt x="2877" y="9200"/>
                  </a:lnTo>
                  <a:lnTo>
                    <a:pt x="3567" y="9140"/>
                  </a:lnTo>
                  <a:lnTo>
                    <a:pt x="4256" y="8990"/>
                  </a:lnTo>
                  <a:lnTo>
                    <a:pt x="5065" y="8780"/>
                  </a:lnTo>
                  <a:lnTo>
                    <a:pt x="5754" y="8571"/>
                  </a:lnTo>
                  <a:lnTo>
                    <a:pt x="6323" y="8361"/>
                  </a:lnTo>
                  <a:lnTo>
                    <a:pt x="6803" y="8181"/>
                  </a:lnTo>
                  <a:lnTo>
                    <a:pt x="7162" y="8001"/>
                  </a:lnTo>
                  <a:lnTo>
                    <a:pt x="7402" y="7881"/>
                  </a:lnTo>
                  <a:lnTo>
                    <a:pt x="7612" y="7762"/>
                  </a:lnTo>
                  <a:lnTo>
                    <a:pt x="4346" y="330"/>
                  </a:lnTo>
                  <a:lnTo>
                    <a:pt x="272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5" name="Google Shape;1975;p108"/>
            <p:cNvSpPr/>
            <p:nvPr/>
          </p:nvSpPr>
          <p:spPr>
            <a:xfrm>
              <a:off x="-783350" y="3184125"/>
              <a:ext cx="88425" cy="152100"/>
            </a:xfrm>
            <a:custGeom>
              <a:avLst/>
              <a:gdLst/>
              <a:ahLst/>
              <a:cxnLst/>
              <a:rect l="l" t="t" r="r" b="b"/>
              <a:pathLst>
                <a:path w="3537" h="6084" extrusionOk="0">
                  <a:moveTo>
                    <a:pt x="3536" y="1"/>
                  </a:moveTo>
                  <a:lnTo>
                    <a:pt x="0" y="5274"/>
                  </a:lnTo>
                  <a:lnTo>
                    <a:pt x="0" y="6084"/>
                  </a:lnTo>
                  <a:lnTo>
                    <a:pt x="450" y="6084"/>
                  </a:lnTo>
                  <a:lnTo>
                    <a:pt x="809" y="6024"/>
                  </a:lnTo>
                  <a:lnTo>
                    <a:pt x="1109" y="5904"/>
                  </a:lnTo>
                  <a:lnTo>
                    <a:pt x="1409" y="5754"/>
                  </a:lnTo>
                  <a:lnTo>
                    <a:pt x="1678" y="5514"/>
                  </a:lnTo>
                  <a:lnTo>
                    <a:pt x="1918" y="5274"/>
                  </a:lnTo>
                  <a:lnTo>
                    <a:pt x="2098" y="4975"/>
                  </a:lnTo>
                  <a:lnTo>
                    <a:pt x="2218" y="4645"/>
                  </a:lnTo>
                  <a:lnTo>
                    <a:pt x="353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6" name="Google Shape;1976;p108"/>
            <p:cNvSpPr/>
            <p:nvPr/>
          </p:nvSpPr>
          <p:spPr>
            <a:xfrm>
              <a:off x="-816325" y="3070250"/>
              <a:ext cx="68950" cy="68950"/>
            </a:xfrm>
            <a:custGeom>
              <a:avLst/>
              <a:gdLst/>
              <a:ahLst/>
              <a:cxnLst/>
              <a:rect l="l" t="t" r="r" b="b"/>
              <a:pathLst>
                <a:path w="2758" h="2758" extrusionOk="0">
                  <a:moveTo>
                    <a:pt x="1349" y="1"/>
                  </a:moveTo>
                  <a:lnTo>
                    <a:pt x="1080" y="31"/>
                  </a:lnTo>
                  <a:lnTo>
                    <a:pt x="840" y="121"/>
                  </a:lnTo>
                  <a:lnTo>
                    <a:pt x="600" y="241"/>
                  </a:lnTo>
                  <a:lnTo>
                    <a:pt x="390" y="420"/>
                  </a:lnTo>
                  <a:lnTo>
                    <a:pt x="241" y="630"/>
                  </a:lnTo>
                  <a:lnTo>
                    <a:pt x="91" y="870"/>
                  </a:lnTo>
                  <a:lnTo>
                    <a:pt x="31" y="1140"/>
                  </a:lnTo>
                  <a:lnTo>
                    <a:pt x="1" y="1409"/>
                  </a:lnTo>
                  <a:lnTo>
                    <a:pt x="31" y="1679"/>
                  </a:lnTo>
                  <a:lnTo>
                    <a:pt x="121" y="1919"/>
                  </a:lnTo>
                  <a:lnTo>
                    <a:pt x="241" y="2158"/>
                  </a:lnTo>
                  <a:lnTo>
                    <a:pt x="420" y="2368"/>
                  </a:lnTo>
                  <a:lnTo>
                    <a:pt x="630" y="2548"/>
                  </a:lnTo>
                  <a:lnTo>
                    <a:pt x="870" y="2668"/>
                  </a:lnTo>
                  <a:lnTo>
                    <a:pt x="1140" y="2728"/>
                  </a:lnTo>
                  <a:lnTo>
                    <a:pt x="1409" y="2758"/>
                  </a:lnTo>
                  <a:lnTo>
                    <a:pt x="1679" y="2728"/>
                  </a:lnTo>
                  <a:lnTo>
                    <a:pt x="1919" y="2638"/>
                  </a:lnTo>
                  <a:lnTo>
                    <a:pt x="2158" y="2518"/>
                  </a:lnTo>
                  <a:lnTo>
                    <a:pt x="2368" y="2368"/>
                  </a:lnTo>
                  <a:lnTo>
                    <a:pt x="2548" y="2158"/>
                  </a:lnTo>
                  <a:lnTo>
                    <a:pt x="2668" y="1919"/>
                  </a:lnTo>
                  <a:lnTo>
                    <a:pt x="2758" y="1649"/>
                  </a:lnTo>
                  <a:lnTo>
                    <a:pt x="2758" y="1349"/>
                  </a:lnTo>
                  <a:lnTo>
                    <a:pt x="2728" y="1080"/>
                  </a:lnTo>
                  <a:lnTo>
                    <a:pt x="2668" y="840"/>
                  </a:lnTo>
                  <a:lnTo>
                    <a:pt x="2518" y="600"/>
                  </a:lnTo>
                  <a:lnTo>
                    <a:pt x="2368" y="390"/>
                  </a:lnTo>
                  <a:lnTo>
                    <a:pt x="2158" y="241"/>
                  </a:lnTo>
                  <a:lnTo>
                    <a:pt x="1919" y="91"/>
                  </a:lnTo>
                  <a:lnTo>
                    <a:pt x="1649" y="31"/>
                  </a:lnTo>
                  <a:lnTo>
                    <a:pt x="13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7" name="Google Shape;1977;p108"/>
            <p:cNvSpPr/>
            <p:nvPr/>
          </p:nvSpPr>
          <p:spPr>
            <a:xfrm>
              <a:off x="-784850" y="3118200"/>
              <a:ext cx="35225" cy="50975"/>
            </a:xfrm>
            <a:custGeom>
              <a:avLst/>
              <a:gdLst/>
              <a:ahLst/>
              <a:cxnLst/>
              <a:rect l="l" t="t" r="r" b="b"/>
              <a:pathLst>
                <a:path w="1409" h="2039" extrusionOk="0">
                  <a:moveTo>
                    <a:pt x="899" y="1"/>
                  </a:moveTo>
                  <a:lnTo>
                    <a:pt x="0" y="989"/>
                  </a:lnTo>
                  <a:lnTo>
                    <a:pt x="0" y="1019"/>
                  </a:lnTo>
                  <a:lnTo>
                    <a:pt x="30" y="1079"/>
                  </a:lnTo>
                  <a:lnTo>
                    <a:pt x="120" y="1289"/>
                  </a:lnTo>
                  <a:lnTo>
                    <a:pt x="360" y="1679"/>
                  </a:lnTo>
                  <a:lnTo>
                    <a:pt x="510" y="1829"/>
                  </a:lnTo>
                  <a:lnTo>
                    <a:pt x="660" y="1948"/>
                  </a:lnTo>
                  <a:lnTo>
                    <a:pt x="839" y="2038"/>
                  </a:lnTo>
                  <a:lnTo>
                    <a:pt x="989" y="2038"/>
                  </a:lnTo>
                  <a:lnTo>
                    <a:pt x="1079" y="1978"/>
                  </a:lnTo>
                  <a:lnTo>
                    <a:pt x="1169" y="1858"/>
                  </a:lnTo>
                  <a:lnTo>
                    <a:pt x="1259" y="1679"/>
                  </a:lnTo>
                  <a:lnTo>
                    <a:pt x="1319" y="1499"/>
                  </a:lnTo>
                  <a:lnTo>
                    <a:pt x="1409" y="1169"/>
                  </a:lnTo>
                  <a:lnTo>
                    <a:pt x="1409" y="1019"/>
                  </a:lnTo>
                  <a:lnTo>
                    <a:pt x="1409" y="930"/>
                  </a:lnTo>
                  <a:lnTo>
                    <a:pt x="1049" y="240"/>
                  </a:lnTo>
                  <a:lnTo>
                    <a:pt x="89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8" name="Google Shape;1978;p108"/>
            <p:cNvSpPr/>
            <p:nvPr/>
          </p:nvSpPr>
          <p:spPr>
            <a:xfrm>
              <a:off x="-784850" y="3135425"/>
              <a:ext cx="15750" cy="15025"/>
            </a:xfrm>
            <a:custGeom>
              <a:avLst/>
              <a:gdLst/>
              <a:ahLst/>
              <a:cxnLst/>
              <a:rect l="l" t="t" r="r" b="b"/>
              <a:pathLst>
                <a:path w="630" h="601" extrusionOk="0">
                  <a:moveTo>
                    <a:pt x="630" y="1"/>
                  </a:moveTo>
                  <a:lnTo>
                    <a:pt x="180" y="91"/>
                  </a:lnTo>
                  <a:lnTo>
                    <a:pt x="0" y="300"/>
                  </a:lnTo>
                  <a:lnTo>
                    <a:pt x="0" y="360"/>
                  </a:lnTo>
                  <a:lnTo>
                    <a:pt x="120" y="600"/>
                  </a:lnTo>
                  <a:lnTo>
                    <a:pt x="270" y="510"/>
                  </a:lnTo>
                  <a:lnTo>
                    <a:pt x="420" y="390"/>
                  </a:lnTo>
                  <a:lnTo>
                    <a:pt x="540" y="211"/>
                  </a:lnTo>
                  <a:lnTo>
                    <a:pt x="63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9" name="Google Shape;1979;p108"/>
            <p:cNvSpPr/>
            <p:nvPr/>
          </p:nvSpPr>
          <p:spPr>
            <a:xfrm>
              <a:off x="-812575" y="3084500"/>
              <a:ext cx="50225" cy="61450"/>
            </a:xfrm>
            <a:custGeom>
              <a:avLst/>
              <a:gdLst/>
              <a:ahLst/>
              <a:cxnLst/>
              <a:rect l="l" t="t" r="r" b="b"/>
              <a:pathLst>
                <a:path w="2009" h="2458" extrusionOk="0">
                  <a:moveTo>
                    <a:pt x="840" y="0"/>
                  </a:moveTo>
                  <a:lnTo>
                    <a:pt x="630" y="60"/>
                  </a:lnTo>
                  <a:lnTo>
                    <a:pt x="420" y="150"/>
                  </a:lnTo>
                  <a:lnTo>
                    <a:pt x="270" y="270"/>
                  </a:lnTo>
                  <a:lnTo>
                    <a:pt x="121" y="420"/>
                  </a:lnTo>
                  <a:lnTo>
                    <a:pt x="61" y="599"/>
                  </a:lnTo>
                  <a:lnTo>
                    <a:pt x="1" y="839"/>
                  </a:lnTo>
                  <a:lnTo>
                    <a:pt x="1" y="1079"/>
                  </a:lnTo>
                  <a:lnTo>
                    <a:pt x="1" y="1349"/>
                  </a:lnTo>
                  <a:lnTo>
                    <a:pt x="91" y="1618"/>
                  </a:lnTo>
                  <a:lnTo>
                    <a:pt x="150" y="1858"/>
                  </a:lnTo>
                  <a:lnTo>
                    <a:pt x="270" y="2068"/>
                  </a:lnTo>
                  <a:lnTo>
                    <a:pt x="390" y="2218"/>
                  </a:lnTo>
                  <a:lnTo>
                    <a:pt x="540" y="2337"/>
                  </a:lnTo>
                  <a:lnTo>
                    <a:pt x="720" y="2427"/>
                  </a:lnTo>
                  <a:lnTo>
                    <a:pt x="930" y="2457"/>
                  </a:lnTo>
                  <a:lnTo>
                    <a:pt x="1139" y="2457"/>
                  </a:lnTo>
                  <a:lnTo>
                    <a:pt x="1349" y="2397"/>
                  </a:lnTo>
                  <a:lnTo>
                    <a:pt x="1529" y="2337"/>
                  </a:lnTo>
                  <a:lnTo>
                    <a:pt x="1679" y="2218"/>
                  </a:lnTo>
                  <a:lnTo>
                    <a:pt x="1799" y="2068"/>
                  </a:lnTo>
                  <a:lnTo>
                    <a:pt x="1918" y="1888"/>
                  </a:lnTo>
                  <a:lnTo>
                    <a:pt x="1978" y="1648"/>
                  </a:lnTo>
                  <a:lnTo>
                    <a:pt x="2008" y="1409"/>
                  </a:lnTo>
                  <a:lnTo>
                    <a:pt x="2008" y="1139"/>
                  </a:lnTo>
                  <a:lnTo>
                    <a:pt x="1978" y="869"/>
                  </a:lnTo>
                  <a:lnTo>
                    <a:pt x="1888" y="629"/>
                  </a:lnTo>
                  <a:lnTo>
                    <a:pt x="1799" y="420"/>
                  </a:lnTo>
                  <a:lnTo>
                    <a:pt x="1679" y="270"/>
                  </a:lnTo>
                  <a:lnTo>
                    <a:pt x="1499" y="120"/>
                  </a:lnTo>
                  <a:lnTo>
                    <a:pt x="1319" y="30"/>
                  </a:lnTo>
                  <a:lnTo>
                    <a:pt x="1109"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0" name="Google Shape;1980;p108"/>
            <p:cNvSpPr/>
            <p:nvPr/>
          </p:nvSpPr>
          <p:spPr>
            <a:xfrm>
              <a:off x="-810325" y="3116700"/>
              <a:ext cx="11275" cy="7525"/>
            </a:xfrm>
            <a:custGeom>
              <a:avLst/>
              <a:gdLst/>
              <a:ahLst/>
              <a:cxnLst/>
              <a:rect l="l" t="t" r="r" b="b"/>
              <a:pathLst>
                <a:path w="451" h="301" extrusionOk="0">
                  <a:moveTo>
                    <a:pt x="210" y="1"/>
                  </a:moveTo>
                  <a:lnTo>
                    <a:pt x="150" y="31"/>
                  </a:lnTo>
                  <a:lnTo>
                    <a:pt x="90" y="91"/>
                  </a:lnTo>
                  <a:lnTo>
                    <a:pt x="31" y="151"/>
                  </a:lnTo>
                  <a:lnTo>
                    <a:pt x="1" y="240"/>
                  </a:lnTo>
                  <a:lnTo>
                    <a:pt x="1" y="300"/>
                  </a:lnTo>
                  <a:lnTo>
                    <a:pt x="150" y="300"/>
                  </a:lnTo>
                  <a:lnTo>
                    <a:pt x="270" y="270"/>
                  </a:lnTo>
                  <a:lnTo>
                    <a:pt x="390" y="180"/>
                  </a:lnTo>
                  <a:lnTo>
                    <a:pt x="450" y="31"/>
                  </a:lnTo>
                  <a:lnTo>
                    <a:pt x="39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1" name="Google Shape;1981;p108"/>
            <p:cNvSpPr/>
            <p:nvPr/>
          </p:nvSpPr>
          <p:spPr>
            <a:xfrm>
              <a:off x="-810325" y="3116700"/>
              <a:ext cx="8275" cy="7525"/>
            </a:xfrm>
            <a:custGeom>
              <a:avLst/>
              <a:gdLst/>
              <a:ahLst/>
              <a:cxnLst/>
              <a:rect l="l" t="t" r="r" b="b"/>
              <a:pathLst>
                <a:path w="331" h="301" extrusionOk="0">
                  <a:moveTo>
                    <a:pt x="240" y="1"/>
                  </a:moveTo>
                  <a:lnTo>
                    <a:pt x="150" y="31"/>
                  </a:lnTo>
                  <a:lnTo>
                    <a:pt x="90" y="91"/>
                  </a:lnTo>
                  <a:lnTo>
                    <a:pt x="31" y="151"/>
                  </a:lnTo>
                  <a:lnTo>
                    <a:pt x="1" y="240"/>
                  </a:lnTo>
                  <a:lnTo>
                    <a:pt x="1" y="300"/>
                  </a:lnTo>
                  <a:lnTo>
                    <a:pt x="150" y="300"/>
                  </a:lnTo>
                  <a:lnTo>
                    <a:pt x="270" y="270"/>
                  </a:lnTo>
                  <a:lnTo>
                    <a:pt x="330" y="210"/>
                  </a:lnTo>
                  <a:lnTo>
                    <a:pt x="330" y="151"/>
                  </a:lnTo>
                  <a:lnTo>
                    <a:pt x="300" y="61"/>
                  </a:lnTo>
                  <a:lnTo>
                    <a:pt x="24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2" name="Google Shape;1982;p108"/>
            <p:cNvSpPr/>
            <p:nvPr/>
          </p:nvSpPr>
          <p:spPr>
            <a:xfrm>
              <a:off x="-812575" y="3082250"/>
              <a:ext cx="49475" cy="24750"/>
            </a:xfrm>
            <a:custGeom>
              <a:avLst/>
              <a:gdLst/>
              <a:ahLst/>
              <a:cxnLst/>
              <a:rect l="l" t="t" r="r" b="b"/>
              <a:pathLst>
                <a:path w="1979" h="990" extrusionOk="0">
                  <a:moveTo>
                    <a:pt x="1019" y="0"/>
                  </a:moveTo>
                  <a:lnTo>
                    <a:pt x="750" y="30"/>
                  </a:lnTo>
                  <a:lnTo>
                    <a:pt x="630" y="60"/>
                  </a:lnTo>
                  <a:lnTo>
                    <a:pt x="510" y="90"/>
                  </a:lnTo>
                  <a:lnTo>
                    <a:pt x="300" y="240"/>
                  </a:lnTo>
                  <a:lnTo>
                    <a:pt x="180" y="390"/>
                  </a:lnTo>
                  <a:lnTo>
                    <a:pt x="91" y="540"/>
                  </a:lnTo>
                  <a:lnTo>
                    <a:pt x="31" y="719"/>
                  </a:lnTo>
                  <a:lnTo>
                    <a:pt x="1" y="869"/>
                  </a:lnTo>
                  <a:lnTo>
                    <a:pt x="1" y="989"/>
                  </a:lnTo>
                  <a:lnTo>
                    <a:pt x="121" y="929"/>
                  </a:lnTo>
                  <a:lnTo>
                    <a:pt x="210" y="839"/>
                  </a:lnTo>
                  <a:lnTo>
                    <a:pt x="270" y="749"/>
                  </a:lnTo>
                  <a:lnTo>
                    <a:pt x="330" y="660"/>
                  </a:lnTo>
                  <a:lnTo>
                    <a:pt x="360" y="450"/>
                  </a:lnTo>
                  <a:lnTo>
                    <a:pt x="390" y="390"/>
                  </a:lnTo>
                  <a:lnTo>
                    <a:pt x="450" y="480"/>
                  </a:lnTo>
                  <a:lnTo>
                    <a:pt x="570" y="600"/>
                  </a:lnTo>
                  <a:lnTo>
                    <a:pt x="750" y="719"/>
                  </a:lnTo>
                  <a:lnTo>
                    <a:pt x="960" y="809"/>
                  </a:lnTo>
                  <a:lnTo>
                    <a:pt x="1199" y="899"/>
                  </a:lnTo>
                  <a:lnTo>
                    <a:pt x="1469" y="959"/>
                  </a:lnTo>
                  <a:lnTo>
                    <a:pt x="1709" y="989"/>
                  </a:lnTo>
                  <a:lnTo>
                    <a:pt x="1978" y="959"/>
                  </a:lnTo>
                  <a:lnTo>
                    <a:pt x="1978" y="869"/>
                  </a:lnTo>
                  <a:lnTo>
                    <a:pt x="1948" y="749"/>
                  </a:lnTo>
                  <a:lnTo>
                    <a:pt x="1918" y="600"/>
                  </a:lnTo>
                  <a:lnTo>
                    <a:pt x="1829" y="390"/>
                  </a:lnTo>
                  <a:lnTo>
                    <a:pt x="1739" y="300"/>
                  </a:lnTo>
                  <a:lnTo>
                    <a:pt x="1619" y="180"/>
                  </a:lnTo>
                  <a:lnTo>
                    <a:pt x="1469" y="90"/>
                  </a:lnTo>
                  <a:lnTo>
                    <a:pt x="1259" y="30"/>
                  </a:lnTo>
                  <a:lnTo>
                    <a:pt x="101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3" name="Google Shape;1983;p108"/>
            <p:cNvSpPr/>
            <p:nvPr/>
          </p:nvSpPr>
          <p:spPr>
            <a:xfrm>
              <a:off x="-770625" y="3105475"/>
              <a:ext cx="17250" cy="13500"/>
            </a:xfrm>
            <a:custGeom>
              <a:avLst/>
              <a:gdLst/>
              <a:ahLst/>
              <a:cxnLst/>
              <a:rect l="l" t="t" r="r" b="b"/>
              <a:pathLst>
                <a:path w="690" h="540" extrusionOk="0">
                  <a:moveTo>
                    <a:pt x="450" y="0"/>
                  </a:moveTo>
                  <a:lnTo>
                    <a:pt x="300" y="30"/>
                  </a:lnTo>
                  <a:lnTo>
                    <a:pt x="121" y="180"/>
                  </a:lnTo>
                  <a:lnTo>
                    <a:pt x="31" y="300"/>
                  </a:lnTo>
                  <a:lnTo>
                    <a:pt x="1" y="360"/>
                  </a:lnTo>
                  <a:lnTo>
                    <a:pt x="1" y="390"/>
                  </a:lnTo>
                  <a:lnTo>
                    <a:pt x="61" y="480"/>
                  </a:lnTo>
                  <a:lnTo>
                    <a:pt x="151" y="540"/>
                  </a:lnTo>
                  <a:lnTo>
                    <a:pt x="420" y="540"/>
                  </a:lnTo>
                  <a:lnTo>
                    <a:pt x="540" y="480"/>
                  </a:lnTo>
                  <a:lnTo>
                    <a:pt x="660" y="420"/>
                  </a:lnTo>
                  <a:lnTo>
                    <a:pt x="690" y="330"/>
                  </a:lnTo>
                  <a:lnTo>
                    <a:pt x="690" y="180"/>
                  </a:lnTo>
                  <a:lnTo>
                    <a:pt x="660" y="60"/>
                  </a:lnTo>
                  <a:lnTo>
                    <a:pt x="57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4" name="Google Shape;1984;p108"/>
            <p:cNvSpPr/>
            <p:nvPr/>
          </p:nvSpPr>
          <p:spPr>
            <a:xfrm>
              <a:off x="-764625" y="3108475"/>
              <a:ext cx="8275" cy="7500"/>
            </a:xfrm>
            <a:custGeom>
              <a:avLst/>
              <a:gdLst/>
              <a:ahLst/>
              <a:cxnLst/>
              <a:rect l="l" t="t" r="r" b="b"/>
              <a:pathLst>
                <a:path w="331" h="300" extrusionOk="0">
                  <a:moveTo>
                    <a:pt x="180" y="0"/>
                  </a:moveTo>
                  <a:lnTo>
                    <a:pt x="60" y="30"/>
                  </a:lnTo>
                  <a:lnTo>
                    <a:pt x="0" y="150"/>
                  </a:lnTo>
                  <a:lnTo>
                    <a:pt x="0" y="270"/>
                  </a:lnTo>
                  <a:lnTo>
                    <a:pt x="0" y="300"/>
                  </a:lnTo>
                  <a:lnTo>
                    <a:pt x="60" y="300"/>
                  </a:lnTo>
                  <a:lnTo>
                    <a:pt x="90" y="270"/>
                  </a:lnTo>
                  <a:lnTo>
                    <a:pt x="90" y="240"/>
                  </a:lnTo>
                  <a:lnTo>
                    <a:pt x="90" y="180"/>
                  </a:lnTo>
                  <a:lnTo>
                    <a:pt x="120" y="120"/>
                  </a:lnTo>
                  <a:lnTo>
                    <a:pt x="180" y="60"/>
                  </a:lnTo>
                  <a:lnTo>
                    <a:pt x="270" y="90"/>
                  </a:lnTo>
                  <a:lnTo>
                    <a:pt x="300" y="60"/>
                  </a:lnTo>
                  <a:lnTo>
                    <a:pt x="330" y="60"/>
                  </a:lnTo>
                  <a:lnTo>
                    <a:pt x="3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5" name="Google Shape;1985;p108"/>
            <p:cNvSpPr/>
            <p:nvPr/>
          </p:nvSpPr>
          <p:spPr>
            <a:xfrm>
              <a:off x="-798325" y="3111450"/>
              <a:ext cx="6000" cy="15775"/>
            </a:xfrm>
            <a:custGeom>
              <a:avLst/>
              <a:gdLst/>
              <a:ahLst/>
              <a:cxnLst/>
              <a:rect l="l" t="t" r="r" b="b"/>
              <a:pathLst>
                <a:path w="240" h="631" extrusionOk="0">
                  <a:moveTo>
                    <a:pt x="30" y="1"/>
                  </a:moveTo>
                  <a:lnTo>
                    <a:pt x="30" y="31"/>
                  </a:lnTo>
                  <a:lnTo>
                    <a:pt x="60" y="211"/>
                  </a:lnTo>
                  <a:lnTo>
                    <a:pt x="60" y="331"/>
                  </a:lnTo>
                  <a:lnTo>
                    <a:pt x="30" y="361"/>
                  </a:lnTo>
                  <a:lnTo>
                    <a:pt x="0" y="450"/>
                  </a:lnTo>
                  <a:lnTo>
                    <a:pt x="0" y="480"/>
                  </a:lnTo>
                  <a:lnTo>
                    <a:pt x="30" y="540"/>
                  </a:lnTo>
                  <a:lnTo>
                    <a:pt x="90" y="630"/>
                  </a:lnTo>
                  <a:lnTo>
                    <a:pt x="210" y="630"/>
                  </a:lnTo>
                  <a:lnTo>
                    <a:pt x="240" y="600"/>
                  </a:lnTo>
                  <a:lnTo>
                    <a:pt x="210" y="570"/>
                  </a:lnTo>
                  <a:lnTo>
                    <a:pt x="180" y="540"/>
                  </a:lnTo>
                  <a:lnTo>
                    <a:pt x="120" y="540"/>
                  </a:lnTo>
                  <a:lnTo>
                    <a:pt x="90" y="510"/>
                  </a:lnTo>
                  <a:lnTo>
                    <a:pt x="90" y="450"/>
                  </a:lnTo>
                  <a:lnTo>
                    <a:pt x="120" y="390"/>
                  </a:lnTo>
                  <a:lnTo>
                    <a:pt x="150" y="361"/>
                  </a:lnTo>
                  <a:lnTo>
                    <a:pt x="150" y="271"/>
                  </a:lnTo>
                  <a:lnTo>
                    <a:pt x="150" y="181"/>
                  </a:lnTo>
                  <a:lnTo>
                    <a:pt x="12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6" name="Google Shape;1986;p108"/>
            <p:cNvSpPr/>
            <p:nvPr/>
          </p:nvSpPr>
          <p:spPr>
            <a:xfrm>
              <a:off x="-795350" y="3123450"/>
              <a:ext cx="12025" cy="9750"/>
            </a:xfrm>
            <a:custGeom>
              <a:avLst/>
              <a:gdLst/>
              <a:ahLst/>
              <a:cxnLst/>
              <a:rect l="l" t="t" r="r" b="b"/>
              <a:pathLst>
                <a:path w="481" h="390" extrusionOk="0">
                  <a:moveTo>
                    <a:pt x="450" y="0"/>
                  </a:moveTo>
                  <a:lnTo>
                    <a:pt x="420" y="30"/>
                  </a:lnTo>
                  <a:lnTo>
                    <a:pt x="390" y="60"/>
                  </a:lnTo>
                  <a:lnTo>
                    <a:pt x="360" y="150"/>
                  </a:lnTo>
                  <a:lnTo>
                    <a:pt x="271" y="240"/>
                  </a:lnTo>
                  <a:lnTo>
                    <a:pt x="181" y="300"/>
                  </a:lnTo>
                  <a:lnTo>
                    <a:pt x="61" y="300"/>
                  </a:lnTo>
                  <a:lnTo>
                    <a:pt x="31" y="330"/>
                  </a:lnTo>
                  <a:lnTo>
                    <a:pt x="1" y="360"/>
                  </a:lnTo>
                  <a:lnTo>
                    <a:pt x="31" y="390"/>
                  </a:lnTo>
                  <a:lnTo>
                    <a:pt x="211" y="390"/>
                  </a:lnTo>
                  <a:lnTo>
                    <a:pt x="360" y="300"/>
                  </a:lnTo>
                  <a:lnTo>
                    <a:pt x="450" y="210"/>
                  </a:lnTo>
                  <a:lnTo>
                    <a:pt x="480" y="60"/>
                  </a:lnTo>
                  <a:lnTo>
                    <a:pt x="480" y="30"/>
                  </a:lnTo>
                  <a:lnTo>
                    <a:pt x="45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7" name="Google Shape;1987;p108"/>
            <p:cNvSpPr/>
            <p:nvPr/>
          </p:nvSpPr>
          <p:spPr>
            <a:xfrm>
              <a:off x="-792350" y="3107725"/>
              <a:ext cx="15025" cy="8250"/>
            </a:xfrm>
            <a:custGeom>
              <a:avLst/>
              <a:gdLst/>
              <a:ahLst/>
              <a:cxnLst/>
              <a:rect l="l" t="t" r="r" b="b"/>
              <a:pathLst>
                <a:path w="601" h="330" extrusionOk="0">
                  <a:moveTo>
                    <a:pt x="300" y="0"/>
                  </a:moveTo>
                  <a:lnTo>
                    <a:pt x="210" y="30"/>
                  </a:lnTo>
                  <a:lnTo>
                    <a:pt x="151" y="90"/>
                  </a:lnTo>
                  <a:lnTo>
                    <a:pt x="91" y="150"/>
                  </a:lnTo>
                  <a:lnTo>
                    <a:pt x="31" y="240"/>
                  </a:lnTo>
                  <a:lnTo>
                    <a:pt x="1" y="330"/>
                  </a:lnTo>
                  <a:lnTo>
                    <a:pt x="181" y="330"/>
                  </a:lnTo>
                  <a:lnTo>
                    <a:pt x="330" y="270"/>
                  </a:lnTo>
                  <a:lnTo>
                    <a:pt x="480" y="180"/>
                  </a:lnTo>
                  <a:lnTo>
                    <a:pt x="600" y="60"/>
                  </a:lnTo>
                  <a:lnTo>
                    <a:pt x="51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8" name="Google Shape;1988;p108"/>
            <p:cNvSpPr/>
            <p:nvPr/>
          </p:nvSpPr>
          <p:spPr>
            <a:xfrm>
              <a:off x="-792350" y="3107725"/>
              <a:ext cx="10525" cy="8250"/>
            </a:xfrm>
            <a:custGeom>
              <a:avLst/>
              <a:gdLst/>
              <a:ahLst/>
              <a:cxnLst/>
              <a:rect l="l" t="t" r="r" b="b"/>
              <a:pathLst>
                <a:path w="421" h="330" extrusionOk="0">
                  <a:moveTo>
                    <a:pt x="330" y="0"/>
                  </a:moveTo>
                  <a:lnTo>
                    <a:pt x="210" y="30"/>
                  </a:lnTo>
                  <a:lnTo>
                    <a:pt x="151" y="90"/>
                  </a:lnTo>
                  <a:lnTo>
                    <a:pt x="91" y="150"/>
                  </a:lnTo>
                  <a:lnTo>
                    <a:pt x="31" y="240"/>
                  </a:lnTo>
                  <a:lnTo>
                    <a:pt x="1" y="330"/>
                  </a:lnTo>
                  <a:lnTo>
                    <a:pt x="210" y="330"/>
                  </a:lnTo>
                  <a:lnTo>
                    <a:pt x="390" y="240"/>
                  </a:lnTo>
                  <a:lnTo>
                    <a:pt x="420" y="120"/>
                  </a:lnTo>
                  <a:lnTo>
                    <a:pt x="390" y="60"/>
                  </a:lnTo>
                  <a:lnTo>
                    <a:pt x="3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9" name="Google Shape;1989;p108"/>
            <p:cNvSpPr/>
            <p:nvPr/>
          </p:nvSpPr>
          <p:spPr>
            <a:xfrm>
              <a:off x="-812575" y="3107725"/>
              <a:ext cx="11275" cy="5250"/>
            </a:xfrm>
            <a:custGeom>
              <a:avLst/>
              <a:gdLst/>
              <a:ahLst/>
              <a:cxnLst/>
              <a:rect l="l" t="t" r="r" b="b"/>
              <a:pathLst>
                <a:path w="451" h="210" extrusionOk="0">
                  <a:moveTo>
                    <a:pt x="210" y="0"/>
                  </a:moveTo>
                  <a:lnTo>
                    <a:pt x="91" y="60"/>
                  </a:lnTo>
                  <a:lnTo>
                    <a:pt x="1" y="120"/>
                  </a:lnTo>
                  <a:lnTo>
                    <a:pt x="1" y="150"/>
                  </a:lnTo>
                  <a:lnTo>
                    <a:pt x="31" y="180"/>
                  </a:lnTo>
                  <a:lnTo>
                    <a:pt x="61" y="210"/>
                  </a:lnTo>
                  <a:lnTo>
                    <a:pt x="91" y="180"/>
                  </a:lnTo>
                  <a:lnTo>
                    <a:pt x="150" y="120"/>
                  </a:lnTo>
                  <a:lnTo>
                    <a:pt x="240" y="90"/>
                  </a:lnTo>
                  <a:lnTo>
                    <a:pt x="420" y="90"/>
                  </a:lnTo>
                  <a:lnTo>
                    <a:pt x="450" y="60"/>
                  </a:lnTo>
                  <a:lnTo>
                    <a:pt x="450" y="30"/>
                  </a:lnTo>
                  <a:lnTo>
                    <a:pt x="420" y="30"/>
                  </a:lnTo>
                  <a:lnTo>
                    <a:pt x="3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p108"/>
            <p:cNvSpPr/>
            <p:nvPr/>
          </p:nvSpPr>
          <p:spPr>
            <a:xfrm>
              <a:off x="-796850" y="3100975"/>
              <a:ext cx="15775" cy="6775"/>
            </a:xfrm>
            <a:custGeom>
              <a:avLst/>
              <a:gdLst/>
              <a:ahLst/>
              <a:cxnLst/>
              <a:rect l="l" t="t" r="r" b="b"/>
              <a:pathLst>
                <a:path w="631" h="271" extrusionOk="0">
                  <a:moveTo>
                    <a:pt x="301" y="0"/>
                  </a:moveTo>
                  <a:lnTo>
                    <a:pt x="151" y="90"/>
                  </a:lnTo>
                  <a:lnTo>
                    <a:pt x="31" y="180"/>
                  </a:lnTo>
                  <a:lnTo>
                    <a:pt x="1" y="210"/>
                  </a:lnTo>
                  <a:lnTo>
                    <a:pt x="31" y="240"/>
                  </a:lnTo>
                  <a:lnTo>
                    <a:pt x="61" y="270"/>
                  </a:lnTo>
                  <a:lnTo>
                    <a:pt x="91" y="240"/>
                  </a:lnTo>
                  <a:lnTo>
                    <a:pt x="181" y="150"/>
                  </a:lnTo>
                  <a:lnTo>
                    <a:pt x="301" y="90"/>
                  </a:lnTo>
                  <a:lnTo>
                    <a:pt x="600" y="90"/>
                  </a:lnTo>
                  <a:lnTo>
                    <a:pt x="630" y="60"/>
                  </a:lnTo>
                  <a:lnTo>
                    <a:pt x="630" y="30"/>
                  </a:lnTo>
                  <a:lnTo>
                    <a:pt x="60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1" name="Google Shape;1991;p108"/>
            <p:cNvSpPr/>
            <p:nvPr/>
          </p:nvSpPr>
          <p:spPr>
            <a:xfrm>
              <a:off x="-992375" y="3275525"/>
              <a:ext cx="92175" cy="72675"/>
            </a:xfrm>
            <a:custGeom>
              <a:avLst/>
              <a:gdLst/>
              <a:ahLst/>
              <a:cxnLst/>
              <a:rect l="l" t="t" r="r" b="b"/>
              <a:pathLst>
                <a:path w="3687" h="2907" extrusionOk="0">
                  <a:moveTo>
                    <a:pt x="3447" y="0"/>
                  </a:moveTo>
                  <a:lnTo>
                    <a:pt x="2878" y="90"/>
                  </a:lnTo>
                  <a:lnTo>
                    <a:pt x="2428" y="180"/>
                  </a:lnTo>
                  <a:lnTo>
                    <a:pt x="2158" y="270"/>
                  </a:lnTo>
                  <a:lnTo>
                    <a:pt x="1919" y="360"/>
                  </a:lnTo>
                  <a:lnTo>
                    <a:pt x="1439" y="570"/>
                  </a:lnTo>
                  <a:lnTo>
                    <a:pt x="1020" y="809"/>
                  </a:lnTo>
                  <a:lnTo>
                    <a:pt x="660" y="1049"/>
                  </a:lnTo>
                  <a:lnTo>
                    <a:pt x="391" y="1289"/>
                  </a:lnTo>
                  <a:lnTo>
                    <a:pt x="181" y="1499"/>
                  </a:lnTo>
                  <a:lnTo>
                    <a:pt x="31" y="1678"/>
                  </a:lnTo>
                  <a:lnTo>
                    <a:pt x="1" y="1738"/>
                  </a:lnTo>
                  <a:lnTo>
                    <a:pt x="1" y="1768"/>
                  </a:lnTo>
                  <a:lnTo>
                    <a:pt x="31" y="1798"/>
                  </a:lnTo>
                  <a:lnTo>
                    <a:pt x="91" y="1798"/>
                  </a:lnTo>
                  <a:lnTo>
                    <a:pt x="241" y="1738"/>
                  </a:lnTo>
                  <a:lnTo>
                    <a:pt x="660" y="1559"/>
                  </a:lnTo>
                  <a:lnTo>
                    <a:pt x="1289" y="1229"/>
                  </a:lnTo>
                  <a:lnTo>
                    <a:pt x="1289" y="1229"/>
                  </a:lnTo>
                  <a:lnTo>
                    <a:pt x="780" y="1648"/>
                  </a:lnTo>
                  <a:lnTo>
                    <a:pt x="450" y="1978"/>
                  </a:lnTo>
                  <a:lnTo>
                    <a:pt x="361" y="2098"/>
                  </a:lnTo>
                  <a:lnTo>
                    <a:pt x="331" y="2158"/>
                  </a:lnTo>
                  <a:lnTo>
                    <a:pt x="331" y="2188"/>
                  </a:lnTo>
                  <a:lnTo>
                    <a:pt x="361" y="2218"/>
                  </a:lnTo>
                  <a:lnTo>
                    <a:pt x="420" y="2218"/>
                  </a:lnTo>
                  <a:lnTo>
                    <a:pt x="570" y="2158"/>
                  </a:lnTo>
                  <a:lnTo>
                    <a:pt x="1020" y="1948"/>
                  </a:lnTo>
                  <a:lnTo>
                    <a:pt x="1409" y="1678"/>
                  </a:lnTo>
                  <a:lnTo>
                    <a:pt x="1589" y="1559"/>
                  </a:lnTo>
                  <a:lnTo>
                    <a:pt x="1140" y="2008"/>
                  </a:lnTo>
                  <a:lnTo>
                    <a:pt x="840" y="2338"/>
                  </a:lnTo>
                  <a:lnTo>
                    <a:pt x="750" y="2487"/>
                  </a:lnTo>
                  <a:lnTo>
                    <a:pt x="750" y="2517"/>
                  </a:lnTo>
                  <a:lnTo>
                    <a:pt x="750" y="2547"/>
                  </a:lnTo>
                  <a:lnTo>
                    <a:pt x="780" y="2577"/>
                  </a:lnTo>
                  <a:lnTo>
                    <a:pt x="840" y="2577"/>
                  </a:lnTo>
                  <a:lnTo>
                    <a:pt x="990" y="2517"/>
                  </a:lnTo>
                  <a:lnTo>
                    <a:pt x="1409" y="2278"/>
                  </a:lnTo>
                  <a:lnTo>
                    <a:pt x="1979" y="1888"/>
                  </a:lnTo>
                  <a:lnTo>
                    <a:pt x="1499" y="2338"/>
                  </a:lnTo>
                  <a:lnTo>
                    <a:pt x="1200" y="2667"/>
                  </a:lnTo>
                  <a:lnTo>
                    <a:pt x="1110" y="2817"/>
                  </a:lnTo>
                  <a:lnTo>
                    <a:pt x="1080" y="2847"/>
                  </a:lnTo>
                  <a:lnTo>
                    <a:pt x="1080" y="2877"/>
                  </a:lnTo>
                  <a:lnTo>
                    <a:pt x="1110" y="2907"/>
                  </a:lnTo>
                  <a:lnTo>
                    <a:pt x="1170" y="2907"/>
                  </a:lnTo>
                  <a:lnTo>
                    <a:pt x="1349" y="2817"/>
                  </a:lnTo>
                  <a:lnTo>
                    <a:pt x="1829" y="2547"/>
                  </a:lnTo>
                  <a:lnTo>
                    <a:pt x="2488" y="2098"/>
                  </a:lnTo>
                  <a:lnTo>
                    <a:pt x="2578" y="2128"/>
                  </a:lnTo>
                  <a:lnTo>
                    <a:pt x="2848" y="2098"/>
                  </a:lnTo>
                  <a:lnTo>
                    <a:pt x="3027" y="2068"/>
                  </a:lnTo>
                  <a:lnTo>
                    <a:pt x="3237" y="1978"/>
                  </a:lnTo>
                  <a:lnTo>
                    <a:pt x="3447" y="1858"/>
                  </a:lnTo>
                  <a:lnTo>
                    <a:pt x="3687" y="1708"/>
                  </a:lnTo>
                  <a:lnTo>
                    <a:pt x="3447"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2" name="Google Shape;1992;p108"/>
            <p:cNvSpPr/>
            <p:nvPr/>
          </p:nvSpPr>
          <p:spPr>
            <a:xfrm>
              <a:off x="-906225" y="3272525"/>
              <a:ext cx="21025" cy="46475"/>
            </a:xfrm>
            <a:custGeom>
              <a:avLst/>
              <a:gdLst/>
              <a:ahLst/>
              <a:cxnLst/>
              <a:rect l="l" t="t" r="r" b="b"/>
              <a:pathLst>
                <a:path w="841" h="1859" extrusionOk="0">
                  <a:moveTo>
                    <a:pt x="750" y="0"/>
                  </a:moveTo>
                  <a:lnTo>
                    <a:pt x="1" y="120"/>
                  </a:lnTo>
                  <a:lnTo>
                    <a:pt x="241" y="1828"/>
                  </a:lnTo>
                  <a:lnTo>
                    <a:pt x="840" y="1858"/>
                  </a:lnTo>
                  <a:lnTo>
                    <a:pt x="75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3" name="Google Shape;1993;p108"/>
            <p:cNvSpPr/>
            <p:nvPr/>
          </p:nvSpPr>
          <p:spPr>
            <a:xfrm>
              <a:off x="-887475" y="3114450"/>
              <a:ext cx="207525" cy="214275"/>
            </a:xfrm>
            <a:custGeom>
              <a:avLst/>
              <a:gdLst/>
              <a:ahLst/>
              <a:cxnLst/>
              <a:rect l="l" t="t" r="r" b="b"/>
              <a:pathLst>
                <a:path w="8301" h="8571" extrusionOk="0">
                  <a:moveTo>
                    <a:pt x="7162" y="1"/>
                  </a:moveTo>
                  <a:lnTo>
                    <a:pt x="6952" y="31"/>
                  </a:lnTo>
                  <a:lnTo>
                    <a:pt x="6742" y="91"/>
                  </a:lnTo>
                  <a:lnTo>
                    <a:pt x="6563" y="181"/>
                  </a:lnTo>
                  <a:lnTo>
                    <a:pt x="6413" y="330"/>
                  </a:lnTo>
                  <a:lnTo>
                    <a:pt x="6263" y="480"/>
                  </a:lnTo>
                  <a:lnTo>
                    <a:pt x="6143" y="690"/>
                  </a:lnTo>
                  <a:lnTo>
                    <a:pt x="4555" y="4526"/>
                  </a:lnTo>
                  <a:lnTo>
                    <a:pt x="4495" y="4645"/>
                  </a:lnTo>
                  <a:lnTo>
                    <a:pt x="4255" y="5275"/>
                  </a:lnTo>
                  <a:lnTo>
                    <a:pt x="3986" y="5904"/>
                  </a:lnTo>
                  <a:lnTo>
                    <a:pt x="0" y="6323"/>
                  </a:lnTo>
                  <a:lnTo>
                    <a:pt x="60" y="8181"/>
                  </a:lnTo>
                  <a:lnTo>
                    <a:pt x="90" y="8331"/>
                  </a:lnTo>
                  <a:lnTo>
                    <a:pt x="180" y="8451"/>
                  </a:lnTo>
                  <a:lnTo>
                    <a:pt x="300" y="8541"/>
                  </a:lnTo>
                  <a:lnTo>
                    <a:pt x="450" y="8571"/>
                  </a:lnTo>
                  <a:lnTo>
                    <a:pt x="4465" y="8541"/>
                  </a:lnTo>
                  <a:lnTo>
                    <a:pt x="4735" y="8511"/>
                  </a:lnTo>
                  <a:lnTo>
                    <a:pt x="4974" y="8451"/>
                  </a:lnTo>
                  <a:lnTo>
                    <a:pt x="5244" y="8361"/>
                  </a:lnTo>
                  <a:lnTo>
                    <a:pt x="5484" y="8241"/>
                  </a:lnTo>
                  <a:lnTo>
                    <a:pt x="5724" y="8032"/>
                  </a:lnTo>
                  <a:lnTo>
                    <a:pt x="5903" y="7822"/>
                  </a:lnTo>
                  <a:lnTo>
                    <a:pt x="6083" y="7582"/>
                  </a:lnTo>
                  <a:lnTo>
                    <a:pt x="6203" y="7312"/>
                  </a:lnTo>
                  <a:lnTo>
                    <a:pt x="6473" y="6533"/>
                  </a:lnTo>
                  <a:lnTo>
                    <a:pt x="6533" y="6353"/>
                  </a:lnTo>
                  <a:lnTo>
                    <a:pt x="8271" y="1349"/>
                  </a:lnTo>
                  <a:lnTo>
                    <a:pt x="8301" y="1139"/>
                  </a:lnTo>
                  <a:lnTo>
                    <a:pt x="8301" y="930"/>
                  </a:lnTo>
                  <a:lnTo>
                    <a:pt x="8241" y="720"/>
                  </a:lnTo>
                  <a:lnTo>
                    <a:pt x="8151" y="540"/>
                  </a:lnTo>
                  <a:lnTo>
                    <a:pt x="8061" y="390"/>
                  </a:lnTo>
                  <a:lnTo>
                    <a:pt x="7911" y="270"/>
                  </a:lnTo>
                  <a:lnTo>
                    <a:pt x="7761" y="151"/>
                  </a:lnTo>
                  <a:lnTo>
                    <a:pt x="7581" y="61"/>
                  </a:lnTo>
                  <a:lnTo>
                    <a:pt x="737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4" name="Google Shape;1994;p108"/>
            <p:cNvSpPr/>
            <p:nvPr/>
          </p:nvSpPr>
          <p:spPr>
            <a:xfrm>
              <a:off x="-892725" y="3281525"/>
              <a:ext cx="6775" cy="37475"/>
            </a:xfrm>
            <a:custGeom>
              <a:avLst/>
              <a:gdLst/>
              <a:ahLst/>
              <a:cxnLst/>
              <a:rect l="l" t="t" r="r" b="b"/>
              <a:pathLst>
                <a:path w="271" h="1499" extrusionOk="0">
                  <a:moveTo>
                    <a:pt x="0" y="0"/>
                  </a:moveTo>
                  <a:lnTo>
                    <a:pt x="30" y="1468"/>
                  </a:lnTo>
                  <a:lnTo>
                    <a:pt x="270" y="1498"/>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95" name="Google Shape;1995;p108"/>
          <p:cNvGrpSpPr/>
          <p:nvPr/>
        </p:nvGrpSpPr>
        <p:grpSpPr>
          <a:xfrm>
            <a:off x="-174547" y="1501896"/>
            <a:ext cx="2670701" cy="3102104"/>
            <a:chOff x="-2106225" y="3223825"/>
            <a:chExt cx="751400" cy="872775"/>
          </a:xfrm>
        </p:grpSpPr>
        <p:sp>
          <p:nvSpPr>
            <p:cNvPr id="1996" name="Google Shape;1996;p108"/>
            <p:cNvSpPr/>
            <p:nvPr/>
          </p:nvSpPr>
          <p:spPr>
            <a:xfrm>
              <a:off x="-1915950" y="3367675"/>
              <a:ext cx="285450" cy="161075"/>
            </a:xfrm>
            <a:custGeom>
              <a:avLst/>
              <a:gdLst/>
              <a:ahLst/>
              <a:cxnLst/>
              <a:rect l="l" t="t" r="r" b="b"/>
              <a:pathLst>
                <a:path w="11418" h="6443" extrusionOk="0">
                  <a:moveTo>
                    <a:pt x="10069" y="0"/>
                  </a:moveTo>
                  <a:lnTo>
                    <a:pt x="9589" y="599"/>
                  </a:lnTo>
                  <a:lnTo>
                    <a:pt x="7192" y="3776"/>
                  </a:lnTo>
                  <a:lnTo>
                    <a:pt x="6503" y="3686"/>
                  </a:lnTo>
                  <a:lnTo>
                    <a:pt x="5544" y="3536"/>
                  </a:lnTo>
                  <a:lnTo>
                    <a:pt x="5424" y="3536"/>
                  </a:lnTo>
                  <a:lnTo>
                    <a:pt x="1289" y="2937"/>
                  </a:lnTo>
                  <a:lnTo>
                    <a:pt x="1079" y="2937"/>
                  </a:lnTo>
                  <a:lnTo>
                    <a:pt x="839" y="2967"/>
                  </a:lnTo>
                  <a:lnTo>
                    <a:pt x="660" y="3027"/>
                  </a:lnTo>
                  <a:lnTo>
                    <a:pt x="480" y="3146"/>
                  </a:lnTo>
                  <a:lnTo>
                    <a:pt x="300" y="3296"/>
                  </a:lnTo>
                  <a:lnTo>
                    <a:pt x="180" y="3446"/>
                  </a:lnTo>
                  <a:lnTo>
                    <a:pt x="90" y="3656"/>
                  </a:lnTo>
                  <a:lnTo>
                    <a:pt x="30" y="3866"/>
                  </a:lnTo>
                  <a:lnTo>
                    <a:pt x="0" y="4045"/>
                  </a:lnTo>
                  <a:lnTo>
                    <a:pt x="30" y="4225"/>
                  </a:lnTo>
                  <a:lnTo>
                    <a:pt x="90" y="4405"/>
                  </a:lnTo>
                  <a:lnTo>
                    <a:pt x="150" y="4585"/>
                  </a:lnTo>
                  <a:lnTo>
                    <a:pt x="270" y="4765"/>
                  </a:lnTo>
                  <a:lnTo>
                    <a:pt x="420" y="4914"/>
                  </a:lnTo>
                  <a:lnTo>
                    <a:pt x="600" y="5034"/>
                  </a:lnTo>
                  <a:lnTo>
                    <a:pt x="779" y="5094"/>
                  </a:lnTo>
                  <a:lnTo>
                    <a:pt x="1169" y="5184"/>
                  </a:lnTo>
                  <a:lnTo>
                    <a:pt x="1109" y="5214"/>
                  </a:lnTo>
                  <a:lnTo>
                    <a:pt x="4495" y="5873"/>
                  </a:lnTo>
                  <a:lnTo>
                    <a:pt x="6173" y="6233"/>
                  </a:lnTo>
                  <a:lnTo>
                    <a:pt x="6173" y="6203"/>
                  </a:lnTo>
                  <a:lnTo>
                    <a:pt x="7252" y="6413"/>
                  </a:lnTo>
                  <a:lnTo>
                    <a:pt x="7552" y="6443"/>
                  </a:lnTo>
                  <a:lnTo>
                    <a:pt x="7851" y="6443"/>
                  </a:lnTo>
                  <a:lnTo>
                    <a:pt x="8151" y="6383"/>
                  </a:lnTo>
                  <a:lnTo>
                    <a:pt x="8421" y="6263"/>
                  </a:lnTo>
                  <a:lnTo>
                    <a:pt x="8660" y="6143"/>
                  </a:lnTo>
                  <a:lnTo>
                    <a:pt x="8870" y="5963"/>
                  </a:lnTo>
                  <a:lnTo>
                    <a:pt x="9050" y="5753"/>
                  </a:lnTo>
                  <a:lnTo>
                    <a:pt x="9200" y="5544"/>
                  </a:lnTo>
                  <a:lnTo>
                    <a:pt x="11267" y="2128"/>
                  </a:lnTo>
                  <a:lnTo>
                    <a:pt x="11327" y="1978"/>
                  </a:lnTo>
                  <a:lnTo>
                    <a:pt x="11327" y="1828"/>
                  </a:lnTo>
                  <a:lnTo>
                    <a:pt x="11267" y="1708"/>
                  </a:lnTo>
                  <a:lnTo>
                    <a:pt x="11148" y="1588"/>
                  </a:lnTo>
                  <a:lnTo>
                    <a:pt x="11417" y="1079"/>
                  </a:lnTo>
                  <a:lnTo>
                    <a:pt x="1006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7" name="Google Shape;1997;p108"/>
            <p:cNvSpPr/>
            <p:nvPr/>
          </p:nvSpPr>
          <p:spPr>
            <a:xfrm>
              <a:off x="-1915950" y="3367675"/>
              <a:ext cx="285450" cy="161075"/>
            </a:xfrm>
            <a:custGeom>
              <a:avLst/>
              <a:gdLst/>
              <a:ahLst/>
              <a:cxnLst/>
              <a:rect l="l" t="t" r="r" b="b"/>
              <a:pathLst>
                <a:path w="11418" h="6443" extrusionOk="0">
                  <a:moveTo>
                    <a:pt x="10069" y="0"/>
                  </a:moveTo>
                  <a:lnTo>
                    <a:pt x="9589" y="599"/>
                  </a:lnTo>
                  <a:lnTo>
                    <a:pt x="7192" y="3776"/>
                  </a:lnTo>
                  <a:lnTo>
                    <a:pt x="6503" y="3686"/>
                  </a:lnTo>
                  <a:lnTo>
                    <a:pt x="5544" y="3536"/>
                  </a:lnTo>
                  <a:lnTo>
                    <a:pt x="5424" y="3536"/>
                  </a:lnTo>
                  <a:lnTo>
                    <a:pt x="1289" y="2937"/>
                  </a:lnTo>
                  <a:lnTo>
                    <a:pt x="1079" y="2937"/>
                  </a:lnTo>
                  <a:lnTo>
                    <a:pt x="839" y="2967"/>
                  </a:lnTo>
                  <a:lnTo>
                    <a:pt x="660" y="3027"/>
                  </a:lnTo>
                  <a:lnTo>
                    <a:pt x="480" y="3146"/>
                  </a:lnTo>
                  <a:lnTo>
                    <a:pt x="300" y="3296"/>
                  </a:lnTo>
                  <a:lnTo>
                    <a:pt x="180" y="3446"/>
                  </a:lnTo>
                  <a:lnTo>
                    <a:pt x="90" y="3656"/>
                  </a:lnTo>
                  <a:lnTo>
                    <a:pt x="30" y="3866"/>
                  </a:lnTo>
                  <a:lnTo>
                    <a:pt x="0" y="4045"/>
                  </a:lnTo>
                  <a:lnTo>
                    <a:pt x="30" y="4225"/>
                  </a:lnTo>
                  <a:lnTo>
                    <a:pt x="90" y="4405"/>
                  </a:lnTo>
                  <a:lnTo>
                    <a:pt x="150" y="4585"/>
                  </a:lnTo>
                  <a:lnTo>
                    <a:pt x="270" y="4765"/>
                  </a:lnTo>
                  <a:lnTo>
                    <a:pt x="420" y="4914"/>
                  </a:lnTo>
                  <a:lnTo>
                    <a:pt x="600" y="5034"/>
                  </a:lnTo>
                  <a:lnTo>
                    <a:pt x="779" y="5094"/>
                  </a:lnTo>
                  <a:lnTo>
                    <a:pt x="1169" y="5184"/>
                  </a:lnTo>
                  <a:lnTo>
                    <a:pt x="1109" y="5214"/>
                  </a:lnTo>
                  <a:lnTo>
                    <a:pt x="4495" y="5873"/>
                  </a:lnTo>
                  <a:lnTo>
                    <a:pt x="6173" y="6233"/>
                  </a:lnTo>
                  <a:lnTo>
                    <a:pt x="6173" y="6203"/>
                  </a:lnTo>
                  <a:lnTo>
                    <a:pt x="7252" y="6413"/>
                  </a:lnTo>
                  <a:lnTo>
                    <a:pt x="7552" y="6443"/>
                  </a:lnTo>
                  <a:lnTo>
                    <a:pt x="7851" y="6443"/>
                  </a:lnTo>
                  <a:lnTo>
                    <a:pt x="8151" y="6383"/>
                  </a:lnTo>
                  <a:lnTo>
                    <a:pt x="8421" y="6263"/>
                  </a:lnTo>
                  <a:lnTo>
                    <a:pt x="8660" y="6143"/>
                  </a:lnTo>
                  <a:lnTo>
                    <a:pt x="8870" y="5963"/>
                  </a:lnTo>
                  <a:lnTo>
                    <a:pt x="9050" y="5753"/>
                  </a:lnTo>
                  <a:lnTo>
                    <a:pt x="9200" y="5544"/>
                  </a:lnTo>
                  <a:lnTo>
                    <a:pt x="11267" y="2128"/>
                  </a:lnTo>
                  <a:lnTo>
                    <a:pt x="11327" y="1978"/>
                  </a:lnTo>
                  <a:lnTo>
                    <a:pt x="11327" y="1828"/>
                  </a:lnTo>
                  <a:lnTo>
                    <a:pt x="11267" y="1708"/>
                  </a:lnTo>
                  <a:lnTo>
                    <a:pt x="11148" y="1588"/>
                  </a:lnTo>
                  <a:lnTo>
                    <a:pt x="11417" y="1079"/>
                  </a:lnTo>
                  <a:lnTo>
                    <a:pt x="10069" y="0"/>
                  </a:lnTo>
                  <a:close/>
                </a:path>
              </a:pathLst>
            </a:cu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8" name="Google Shape;1998;p108"/>
            <p:cNvSpPr/>
            <p:nvPr/>
          </p:nvSpPr>
          <p:spPr>
            <a:xfrm>
              <a:off x="-1664250" y="3321225"/>
              <a:ext cx="92175" cy="73425"/>
            </a:xfrm>
            <a:custGeom>
              <a:avLst/>
              <a:gdLst/>
              <a:ahLst/>
              <a:cxnLst/>
              <a:rect l="l" t="t" r="r" b="b"/>
              <a:pathLst>
                <a:path w="3687" h="2937" extrusionOk="0">
                  <a:moveTo>
                    <a:pt x="2518" y="0"/>
                  </a:moveTo>
                  <a:lnTo>
                    <a:pt x="2308" y="30"/>
                  </a:lnTo>
                  <a:lnTo>
                    <a:pt x="2038" y="120"/>
                  </a:lnTo>
                  <a:lnTo>
                    <a:pt x="1739" y="270"/>
                  </a:lnTo>
                  <a:lnTo>
                    <a:pt x="1409" y="480"/>
                  </a:lnTo>
                  <a:lnTo>
                    <a:pt x="1050" y="719"/>
                  </a:lnTo>
                  <a:lnTo>
                    <a:pt x="690" y="1079"/>
                  </a:lnTo>
                  <a:lnTo>
                    <a:pt x="390" y="1409"/>
                  </a:lnTo>
                  <a:lnTo>
                    <a:pt x="1" y="1858"/>
                  </a:lnTo>
                  <a:lnTo>
                    <a:pt x="1349" y="2937"/>
                  </a:lnTo>
                  <a:lnTo>
                    <a:pt x="1619" y="2817"/>
                  </a:lnTo>
                  <a:lnTo>
                    <a:pt x="1829" y="2697"/>
                  </a:lnTo>
                  <a:lnTo>
                    <a:pt x="2008" y="2547"/>
                  </a:lnTo>
                  <a:lnTo>
                    <a:pt x="2128" y="2427"/>
                  </a:lnTo>
                  <a:lnTo>
                    <a:pt x="2278" y="2218"/>
                  </a:lnTo>
                  <a:lnTo>
                    <a:pt x="2308" y="2128"/>
                  </a:lnTo>
                  <a:lnTo>
                    <a:pt x="3027" y="1768"/>
                  </a:lnTo>
                  <a:lnTo>
                    <a:pt x="3507" y="1498"/>
                  </a:lnTo>
                  <a:lnTo>
                    <a:pt x="3657" y="1379"/>
                  </a:lnTo>
                  <a:lnTo>
                    <a:pt x="3687" y="1349"/>
                  </a:lnTo>
                  <a:lnTo>
                    <a:pt x="3687" y="1319"/>
                  </a:lnTo>
                  <a:lnTo>
                    <a:pt x="3687" y="1289"/>
                  </a:lnTo>
                  <a:lnTo>
                    <a:pt x="3477" y="1289"/>
                  </a:lnTo>
                  <a:lnTo>
                    <a:pt x="3027" y="1379"/>
                  </a:lnTo>
                  <a:lnTo>
                    <a:pt x="2398" y="1558"/>
                  </a:lnTo>
                  <a:lnTo>
                    <a:pt x="2907" y="1319"/>
                  </a:lnTo>
                  <a:lnTo>
                    <a:pt x="3267" y="1079"/>
                  </a:lnTo>
                  <a:lnTo>
                    <a:pt x="3387" y="989"/>
                  </a:lnTo>
                  <a:lnTo>
                    <a:pt x="3387" y="959"/>
                  </a:lnTo>
                  <a:lnTo>
                    <a:pt x="3387" y="929"/>
                  </a:lnTo>
                  <a:lnTo>
                    <a:pt x="3387" y="899"/>
                  </a:lnTo>
                  <a:lnTo>
                    <a:pt x="3207" y="899"/>
                  </a:lnTo>
                  <a:lnTo>
                    <a:pt x="2818" y="929"/>
                  </a:lnTo>
                  <a:lnTo>
                    <a:pt x="2278" y="1079"/>
                  </a:lnTo>
                  <a:lnTo>
                    <a:pt x="2278" y="1079"/>
                  </a:lnTo>
                  <a:lnTo>
                    <a:pt x="2428" y="1019"/>
                  </a:lnTo>
                  <a:lnTo>
                    <a:pt x="2728" y="839"/>
                  </a:lnTo>
                  <a:lnTo>
                    <a:pt x="2997" y="659"/>
                  </a:lnTo>
                  <a:lnTo>
                    <a:pt x="3087" y="570"/>
                  </a:lnTo>
                  <a:lnTo>
                    <a:pt x="3087" y="540"/>
                  </a:lnTo>
                  <a:lnTo>
                    <a:pt x="3087" y="510"/>
                  </a:lnTo>
                  <a:lnTo>
                    <a:pt x="3027" y="450"/>
                  </a:lnTo>
                  <a:lnTo>
                    <a:pt x="2907" y="450"/>
                  </a:lnTo>
                  <a:lnTo>
                    <a:pt x="2608" y="510"/>
                  </a:lnTo>
                  <a:lnTo>
                    <a:pt x="2188" y="629"/>
                  </a:lnTo>
                  <a:lnTo>
                    <a:pt x="2488" y="390"/>
                  </a:lnTo>
                  <a:lnTo>
                    <a:pt x="2668" y="180"/>
                  </a:lnTo>
                  <a:lnTo>
                    <a:pt x="2728" y="90"/>
                  </a:lnTo>
                  <a:lnTo>
                    <a:pt x="2728" y="30"/>
                  </a:lnTo>
                  <a:lnTo>
                    <a:pt x="266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9" name="Google Shape;1999;p108"/>
            <p:cNvSpPr/>
            <p:nvPr/>
          </p:nvSpPr>
          <p:spPr>
            <a:xfrm>
              <a:off x="-1630525" y="3354175"/>
              <a:ext cx="10500" cy="40475"/>
            </a:xfrm>
            <a:custGeom>
              <a:avLst/>
              <a:gdLst/>
              <a:ahLst/>
              <a:cxnLst/>
              <a:rect l="l" t="t" r="r" b="b"/>
              <a:pathLst>
                <a:path w="420" h="1619" extrusionOk="0">
                  <a:moveTo>
                    <a:pt x="0" y="1"/>
                  </a:moveTo>
                  <a:lnTo>
                    <a:pt x="0" y="1619"/>
                  </a:lnTo>
                  <a:lnTo>
                    <a:pt x="240" y="1529"/>
                  </a:lnTo>
                  <a:lnTo>
                    <a:pt x="420" y="1409"/>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0" name="Google Shape;2000;p108"/>
            <p:cNvSpPr/>
            <p:nvPr/>
          </p:nvSpPr>
          <p:spPr>
            <a:xfrm>
              <a:off x="-1665750" y="3382650"/>
              <a:ext cx="31500" cy="24750"/>
            </a:xfrm>
            <a:custGeom>
              <a:avLst/>
              <a:gdLst/>
              <a:ahLst/>
              <a:cxnLst/>
              <a:rect l="l" t="t" r="r" b="b"/>
              <a:pathLst>
                <a:path w="1260" h="990" extrusionOk="0">
                  <a:moveTo>
                    <a:pt x="1" y="0"/>
                  </a:moveTo>
                  <a:lnTo>
                    <a:pt x="1140" y="989"/>
                  </a:lnTo>
                  <a:lnTo>
                    <a:pt x="1259" y="779"/>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1" name="Google Shape;2001;p108"/>
            <p:cNvSpPr/>
            <p:nvPr/>
          </p:nvSpPr>
          <p:spPr>
            <a:xfrm>
              <a:off x="-1647025" y="3223825"/>
              <a:ext cx="292200" cy="292200"/>
            </a:xfrm>
            <a:custGeom>
              <a:avLst/>
              <a:gdLst/>
              <a:ahLst/>
              <a:cxnLst/>
              <a:rect l="l" t="t" r="r" b="b"/>
              <a:pathLst>
                <a:path w="11688" h="11688" extrusionOk="0">
                  <a:moveTo>
                    <a:pt x="10009" y="1"/>
                  </a:moveTo>
                  <a:lnTo>
                    <a:pt x="6234" y="8121"/>
                  </a:lnTo>
                  <a:lnTo>
                    <a:pt x="1" y="1679"/>
                  </a:lnTo>
                  <a:lnTo>
                    <a:pt x="1170" y="8571"/>
                  </a:lnTo>
                  <a:lnTo>
                    <a:pt x="1679" y="11687"/>
                  </a:lnTo>
                  <a:lnTo>
                    <a:pt x="11687" y="10009"/>
                  </a:lnTo>
                  <a:lnTo>
                    <a:pt x="10009"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2" name="Google Shape;2002;p108"/>
            <p:cNvSpPr/>
            <p:nvPr/>
          </p:nvSpPr>
          <p:spPr>
            <a:xfrm>
              <a:off x="-1608050" y="3495775"/>
              <a:ext cx="44225" cy="15000"/>
            </a:xfrm>
            <a:custGeom>
              <a:avLst/>
              <a:gdLst/>
              <a:ahLst/>
              <a:cxnLst/>
              <a:rect l="l" t="t" r="r" b="b"/>
              <a:pathLst>
                <a:path w="1769" h="600" extrusionOk="0">
                  <a:moveTo>
                    <a:pt x="1259" y="0"/>
                  </a:moveTo>
                  <a:lnTo>
                    <a:pt x="0" y="90"/>
                  </a:lnTo>
                  <a:lnTo>
                    <a:pt x="90" y="599"/>
                  </a:lnTo>
                  <a:lnTo>
                    <a:pt x="300" y="450"/>
                  </a:lnTo>
                  <a:lnTo>
                    <a:pt x="390" y="360"/>
                  </a:lnTo>
                  <a:lnTo>
                    <a:pt x="899" y="330"/>
                  </a:lnTo>
                  <a:lnTo>
                    <a:pt x="1319" y="240"/>
                  </a:lnTo>
                  <a:lnTo>
                    <a:pt x="1768" y="150"/>
                  </a:lnTo>
                  <a:lnTo>
                    <a:pt x="125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3" name="Google Shape;2003;p108"/>
            <p:cNvSpPr/>
            <p:nvPr/>
          </p:nvSpPr>
          <p:spPr>
            <a:xfrm>
              <a:off x="-2041050" y="3625375"/>
              <a:ext cx="245725" cy="329625"/>
            </a:xfrm>
            <a:custGeom>
              <a:avLst/>
              <a:gdLst/>
              <a:ahLst/>
              <a:cxnLst/>
              <a:rect l="l" t="t" r="r" b="b"/>
              <a:pathLst>
                <a:path w="9829" h="13185" extrusionOk="0">
                  <a:moveTo>
                    <a:pt x="7312" y="0"/>
                  </a:moveTo>
                  <a:lnTo>
                    <a:pt x="6323" y="6083"/>
                  </a:lnTo>
                  <a:lnTo>
                    <a:pt x="0" y="10098"/>
                  </a:lnTo>
                  <a:lnTo>
                    <a:pt x="2098" y="13185"/>
                  </a:lnTo>
                  <a:lnTo>
                    <a:pt x="9829" y="8061"/>
                  </a:lnTo>
                  <a:lnTo>
                    <a:pt x="9679" y="30"/>
                  </a:lnTo>
                  <a:lnTo>
                    <a:pt x="7312"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p108"/>
            <p:cNvSpPr/>
            <p:nvPr/>
          </p:nvSpPr>
          <p:spPr>
            <a:xfrm>
              <a:off x="-2030575" y="3813400"/>
              <a:ext cx="146100" cy="134875"/>
            </a:xfrm>
            <a:custGeom>
              <a:avLst/>
              <a:gdLst/>
              <a:ahLst/>
              <a:cxnLst/>
              <a:rect l="l" t="t" r="r" b="b"/>
              <a:pathLst>
                <a:path w="5844" h="5395" extrusionOk="0">
                  <a:moveTo>
                    <a:pt x="5784" y="0"/>
                  </a:moveTo>
                  <a:lnTo>
                    <a:pt x="750" y="3237"/>
                  </a:lnTo>
                  <a:lnTo>
                    <a:pt x="91" y="2278"/>
                  </a:lnTo>
                  <a:lnTo>
                    <a:pt x="1" y="2338"/>
                  </a:lnTo>
                  <a:lnTo>
                    <a:pt x="2068" y="5394"/>
                  </a:lnTo>
                  <a:lnTo>
                    <a:pt x="2188" y="5334"/>
                  </a:lnTo>
                  <a:lnTo>
                    <a:pt x="810" y="3327"/>
                  </a:lnTo>
                  <a:lnTo>
                    <a:pt x="5844" y="90"/>
                  </a:lnTo>
                  <a:lnTo>
                    <a:pt x="5784" y="0"/>
                  </a:lnTo>
                  <a:close/>
                </a:path>
              </a:pathLst>
            </a:cu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5" name="Google Shape;2005;p108"/>
            <p:cNvSpPr/>
            <p:nvPr/>
          </p:nvSpPr>
          <p:spPr>
            <a:xfrm>
              <a:off x="-1893475" y="3626125"/>
              <a:ext cx="98150" cy="263700"/>
            </a:xfrm>
            <a:custGeom>
              <a:avLst/>
              <a:gdLst/>
              <a:ahLst/>
              <a:cxnLst/>
              <a:rect l="l" t="t" r="r" b="b"/>
              <a:pathLst>
                <a:path w="3926" h="10548" extrusionOk="0">
                  <a:moveTo>
                    <a:pt x="1409" y="0"/>
                  </a:moveTo>
                  <a:lnTo>
                    <a:pt x="1379" y="60"/>
                  </a:lnTo>
                  <a:lnTo>
                    <a:pt x="420" y="6053"/>
                  </a:lnTo>
                  <a:lnTo>
                    <a:pt x="0" y="6323"/>
                  </a:lnTo>
                  <a:lnTo>
                    <a:pt x="120" y="10548"/>
                  </a:lnTo>
                  <a:lnTo>
                    <a:pt x="3926" y="8031"/>
                  </a:lnTo>
                  <a:lnTo>
                    <a:pt x="377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6" name="Google Shape;2006;p108"/>
            <p:cNvSpPr/>
            <p:nvPr/>
          </p:nvSpPr>
          <p:spPr>
            <a:xfrm>
              <a:off x="-1815575" y="3612625"/>
              <a:ext cx="9775" cy="58475"/>
            </a:xfrm>
            <a:custGeom>
              <a:avLst/>
              <a:gdLst/>
              <a:ahLst/>
              <a:cxnLst/>
              <a:rect l="l" t="t" r="r" b="b"/>
              <a:pathLst>
                <a:path w="391" h="2339" extrusionOk="0">
                  <a:moveTo>
                    <a:pt x="121" y="1"/>
                  </a:moveTo>
                  <a:lnTo>
                    <a:pt x="31" y="31"/>
                  </a:lnTo>
                  <a:lnTo>
                    <a:pt x="91" y="270"/>
                  </a:lnTo>
                  <a:lnTo>
                    <a:pt x="211" y="840"/>
                  </a:lnTo>
                  <a:lnTo>
                    <a:pt x="270" y="1169"/>
                  </a:lnTo>
                  <a:lnTo>
                    <a:pt x="270" y="1499"/>
                  </a:lnTo>
                  <a:lnTo>
                    <a:pt x="270" y="1799"/>
                  </a:lnTo>
                  <a:lnTo>
                    <a:pt x="240" y="1948"/>
                  </a:lnTo>
                  <a:lnTo>
                    <a:pt x="181" y="2038"/>
                  </a:lnTo>
                  <a:lnTo>
                    <a:pt x="91" y="2158"/>
                  </a:lnTo>
                  <a:lnTo>
                    <a:pt x="1" y="2218"/>
                  </a:lnTo>
                  <a:lnTo>
                    <a:pt x="31" y="2338"/>
                  </a:lnTo>
                  <a:lnTo>
                    <a:pt x="91" y="2278"/>
                  </a:lnTo>
                  <a:lnTo>
                    <a:pt x="181" y="2248"/>
                  </a:lnTo>
                  <a:lnTo>
                    <a:pt x="270" y="2098"/>
                  </a:lnTo>
                  <a:lnTo>
                    <a:pt x="330" y="1978"/>
                  </a:lnTo>
                  <a:lnTo>
                    <a:pt x="360" y="1859"/>
                  </a:lnTo>
                  <a:lnTo>
                    <a:pt x="390" y="1529"/>
                  </a:lnTo>
                  <a:lnTo>
                    <a:pt x="390" y="1199"/>
                  </a:lnTo>
                  <a:lnTo>
                    <a:pt x="330" y="840"/>
                  </a:lnTo>
                  <a:lnTo>
                    <a:pt x="211" y="270"/>
                  </a:lnTo>
                  <a:lnTo>
                    <a:pt x="121" y="1"/>
                  </a:lnTo>
                  <a:close/>
                </a:path>
              </a:pathLst>
            </a:cu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7" name="Google Shape;2007;p108"/>
            <p:cNvSpPr/>
            <p:nvPr/>
          </p:nvSpPr>
          <p:spPr>
            <a:xfrm>
              <a:off x="-2059775" y="3877825"/>
              <a:ext cx="47200" cy="52475"/>
            </a:xfrm>
            <a:custGeom>
              <a:avLst/>
              <a:gdLst/>
              <a:ahLst/>
              <a:cxnLst/>
              <a:rect l="l" t="t" r="r" b="b"/>
              <a:pathLst>
                <a:path w="1888" h="2099" extrusionOk="0">
                  <a:moveTo>
                    <a:pt x="749" y="0"/>
                  </a:moveTo>
                  <a:lnTo>
                    <a:pt x="30" y="450"/>
                  </a:lnTo>
                  <a:lnTo>
                    <a:pt x="0" y="600"/>
                  </a:lnTo>
                  <a:lnTo>
                    <a:pt x="0" y="780"/>
                  </a:lnTo>
                  <a:lnTo>
                    <a:pt x="60" y="989"/>
                  </a:lnTo>
                  <a:lnTo>
                    <a:pt x="180" y="1259"/>
                  </a:lnTo>
                  <a:lnTo>
                    <a:pt x="300" y="1379"/>
                  </a:lnTo>
                  <a:lnTo>
                    <a:pt x="420" y="1529"/>
                  </a:lnTo>
                  <a:lnTo>
                    <a:pt x="569" y="1679"/>
                  </a:lnTo>
                  <a:lnTo>
                    <a:pt x="749" y="1828"/>
                  </a:lnTo>
                  <a:lnTo>
                    <a:pt x="989" y="1978"/>
                  </a:lnTo>
                  <a:lnTo>
                    <a:pt x="1229" y="2098"/>
                  </a:lnTo>
                  <a:lnTo>
                    <a:pt x="1888" y="1679"/>
                  </a:lnTo>
                  <a:lnTo>
                    <a:pt x="74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8" name="Google Shape;2008;p108"/>
            <p:cNvSpPr/>
            <p:nvPr/>
          </p:nvSpPr>
          <p:spPr>
            <a:xfrm>
              <a:off x="-2096500" y="3889050"/>
              <a:ext cx="73450" cy="100425"/>
            </a:xfrm>
            <a:custGeom>
              <a:avLst/>
              <a:gdLst/>
              <a:ahLst/>
              <a:cxnLst/>
              <a:rect l="l" t="t" r="r" b="b"/>
              <a:pathLst>
                <a:path w="2938" h="4017" extrusionOk="0">
                  <a:moveTo>
                    <a:pt x="1499" y="1"/>
                  </a:moveTo>
                  <a:lnTo>
                    <a:pt x="1199" y="151"/>
                  </a:lnTo>
                  <a:lnTo>
                    <a:pt x="1079" y="241"/>
                  </a:lnTo>
                  <a:lnTo>
                    <a:pt x="660" y="480"/>
                  </a:lnTo>
                  <a:lnTo>
                    <a:pt x="540" y="540"/>
                  </a:lnTo>
                  <a:lnTo>
                    <a:pt x="1" y="900"/>
                  </a:lnTo>
                  <a:lnTo>
                    <a:pt x="420" y="1529"/>
                  </a:lnTo>
                  <a:lnTo>
                    <a:pt x="510" y="1619"/>
                  </a:lnTo>
                  <a:lnTo>
                    <a:pt x="2128" y="4016"/>
                  </a:lnTo>
                  <a:lnTo>
                    <a:pt x="2937" y="3986"/>
                  </a:lnTo>
                  <a:lnTo>
                    <a:pt x="2877" y="3747"/>
                  </a:lnTo>
                  <a:lnTo>
                    <a:pt x="2817" y="3537"/>
                  </a:lnTo>
                  <a:lnTo>
                    <a:pt x="2638" y="3117"/>
                  </a:lnTo>
                  <a:lnTo>
                    <a:pt x="2458" y="2728"/>
                  </a:lnTo>
                  <a:lnTo>
                    <a:pt x="2608" y="2039"/>
                  </a:lnTo>
                  <a:lnTo>
                    <a:pt x="2638" y="1889"/>
                  </a:lnTo>
                  <a:lnTo>
                    <a:pt x="2698" y="1649"/>
                  </a:lnTo>
                  <a:lnTo>
                    <a:pt x="2458" y="1529"/>
                  </a:lnTo>
                  <a:lnTo>
                    <a:pt x="2218" y="1379"/>
                  </a:lnTo>
                  <a:lnTo>
                    <a:pt x="2038" y="1230"/>
                  </a:lnTo>
                  <a:lnTo>
                    <a:pt x="1889" y="1080"/>
                  </a:lnTo>
                  <a:lnTo>
                    <a:pt x="1769" y="930"/>
                  </a:lnTo>
                  <a:lnTo>
                    <a:pt x="1649" y="810"/>
                  </a:lnTo>
                  <a:lnTo>
                    <a:pt x="1529" y="540"/>
                  </a:lnTo>
                  <a:lnTo>
                    <a:pt x="1469" y="331"/>
                  </a:lnTo>
                  <a:lnTo>
                    <a:pt x="1469" y="151"/>
                  </a:lnTo>
                  <a:lnTo>
                    <a:pt x="149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9" name="Google Shape;2009;p108"/>
            <p:cNvSpPr/>
            <p:nvPr/>
          </p:nvSpPr>
          <p:spPr>
            <a:xfrm>
              <a:off x="-2053050" y="3943000"/>
              <a:ext cx="19500" cy="15750"/>
            </a:xfrm>
            <a:custGeom>
              <a:avLst/>
              <a:gdLst/>
              <a:ahLst/>
              <a:cxnLst/>
              <a:rect l="l" t="t" r="r" b="b"/>
              <a:pathLst>
                <a:path w="780" h="630" extrusionOk="0">
                  <a:moveTo>
                    <a:pt x="210" y="150"/>
                  </a:moveTo>
                  <a:lnTo>
                    <a:pt x="270" y="180"/>
                  </a:lnTo>
                  <a:lnTo>
                    <a:pt x="360" y="240"/>
                  </a:lnTo>
                  <a:lnTo>
                    <a:pt x="570" y="480"/>
                  </a:lnTo>
                  <a:lnTo>
                    <a:pt x="570" y="480"/>
                  </a:lnTo>
                  <a:lnTo>
                    <a:pt x="330" y="420"/>
                  </a:lnTo>
                  <a:lnTo>
                    <a:pt x="210" y="390"/>
                  </a:lnTo>
                  <a:lnTo>
                    <a:pt x="151" y="330"/>
                  </a:lnTo>
                  <a:lnTo>
                    <a:pt x="151" y="300"/>
                  </a:lnTo>
                  <a:lnTo>
                    <a:pt x="151" y="210"/>
                  </a:lnTo>
                  <a:lnTo>
                    <a:pt x="181" y="180"/>
                  </a:lnTo>
                  <a:lnTo>
                    <a:pt x="210" y="150"/>
                  </a:lnTo>
                  <a:close/>
                  <a:moveTo>
                    <a:pt x="181" y="0"/>
                  </a:moveTo>
                  <a:lnTo>
                    <a:pt x="91" y="30"/>
                  </a:lnTo>
                  <a:lnTo>
                    <a:pt x="61" y="90"/>
                  </a:lnTo>
                  <a:lnTo>
                    <a:pt x="31" y="150"/>
                  </a:lnTo>
                  <a:lnTo>
                    <a:pt x="1" y="240"/>
                  </a:lnTo>
                  <a:lnTo>
                    <a:pt x="1" y="300"/>
                  </a:lnTo>
                  <a:lnTo>
                    <a:pt x="31" y="420"/>
                  </a:lnTo>
                  <a:lnTo>
                    <a:pt x="91" y="480"/>
                  </a:lnTo>
                  <a:lnTo>
                    <a:pt x="181" y="540"/>
                  </a:lnTo>
                  <a:lnTo>
                    <a:pt x="390" y="600"/>
                  </a:lnTo>
                  <a:lnTo>
                    <a:pt x="600" y="630"/>
                  </a:lnTo>
                  <a:lnTo>
                    <a:pt x="750" y="630"/>
                  </a:lnTo>
                  <a:lnTo>
                    <a:pt x="780" y="600"/>
                  </a:lnTo>
                  <a:lnTo>
                    <a:pt x="780" y="570"/>
                  </a:lnTo>
                  <a:lnTo>
                    <a:pt x="780" y="540"/>
                  </a:lnTo>
                  <a:lnTo>
                    <a:pt x="690" y="390"/>
                  </a:lnTo>
                  <a:lnTo>
                    <a:pt x="540" y="210"/>
                  </a:lnTo>
                  <a:lnTo>
                    <a:pt x="360" y="60"/>
                  </a:lnTo>
                  <a:lnTo>
                    <a:pt x="270" y="30"/>
                  </a:lnTo>
                  <a:lnTo>
                    <a:pt x="18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0" name="Google Shape;2010;p108"/>
            <p:cNvSpPr/>
            <p:nvPr/>
          </p:nvSpPr>
          <p:spPr>
            <a:xfrm>
              <a:off x="-2086000" y="3901050"/>
              <a:ext cx="6750" cy="28500"/>
            </a:xfrm>
            <a:custGeom>
              <a:avLst/>
              <a:gdLst/>
              <a:ahLst/>
              <a:cxnLst/>
              <a:rect l="l" t="t" r="r" b="b"/>
              <a:pathLst>
                <a:path w="270" h="1140" extrusionOk="0">
                  <a:moveTo>
                    <a:pt x="240" y="0"/>
                  </a:moveTo>
                  <a:lnTo>
                    <a:pt x="120" y="60"/>
                  </a:lnTo>
                  <a:lnTo>
                    <a:pt x="180" y="300"/>
                  </a:lnTo>
                  <a:lnTo>
                    <a:pt x="180" y="540"/>
                  </a:lnTo>
                  <a:lnTo>
                    <a:pt x="120" y="779"/>
                  </a:lnTo>
                  <a:lnTo>
                    <a:pt x="0" y="1049"/>
                  </a:lnTo>
                  <a:lnTo>
                    <a:pt x="90" y="1139"/>
                  </a:lnTo>
                  <a:lnTo>
                    <a:pt x="210" y="839"/>
                  </a:lnTo>
                  <a:lnTo>
                    <a:pt x="270" y="690"/>
                  </a:lnTo>
                  <a:lnTo>
                    <a:pt x="270" y="540"/>
                  </a:lnTo>
                  <a:lnTo>
                    <a:pt x="270" y="270"/>
                  </a:lnTo>
                  <a:lnTo>
                    <a:pt x="24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1" name="Google Shape;2011;p108"/>
            <p:cNvSpPr/>
            <p:nvPr/>
          </p:nvSpPr>
          <p:spPr>
            <a:xfrm>
              <a:off x="-2069525" y="3892800"/>
              <a:ext cx="38975" cy="47225"/>
            </a:xfrm>
            <a:custGeom>
              <a:avLst/>
              <a:gdLst/>
              <a:ahLst/>
              <a:cxnLst/>
              <a:rect l="l" t="t" r="r" b="b"/>
              <a:pathLst>
                <a:path w="1559" h="1889" extrusionOk="0">
                  <a:moveTo>
                    <a:pt x="120" y="1"/>
                  </a:moveTo>
                  <a:lnTo>
                    <a:pt x="0" y="91"/>
                  </a:lnTo>
                  <a:lnTo>
                    <a:pt x="30" y="330"/>
                  </a:lnTo>
                  <a:lnTo>
                    <a:pt x="90" y="570"/>
                  </a:lnTo>
                  <a:lnTo>
                    <a:pt x="180" y="780"/>
                  </a:lnTo>
                  <a:lnTo>
                    <a:pt x="270" y="990"/>
                  </a:lnTo>
                  <a:lnTo>
                    <a:pt x="420" y="1169"/>
                  </a:lnTo>
                  <a:lnTo>
                    <a:pt x="660" y="1379"/>
                  </a:lnTo>
                  <a:lnTo>
                    <a:pt x="929" y="1589"/>
                  </a:lnTo>
                  <a:lnTo>
                    <a:pt x="1229" y="1769"/>
                  </a:lnTo>
                  <a:lnTo>
                    <a:pt x="1529" y="1889"/>
                  </a:lnTo>
                  <a:lnTo>
                    <a:pt x="1559" y="1739"/>
                  </a:lnTo>
                  <a:lnTo>
                    <a:pt x="1259" y="1649"/>
                  </a:lnTo>
                  <a:lnTo>
                    <a:pt x="989" y="1499"/>
                  </a:lnTo>
                  <a:lnTo>
                    <a:pt x="720" y="1289"/>
                  </a:lnTo>
                  <a:lnTo>
                    <a:pt x="510" y="1050"/>
                  </a:lnTo>
                  <a:lnTo>
                    <a:pt x="330" y="840"/>
                  </a:lnTo>
                  <a:lnTo>
                    <a:pt x="210" y="600"/>
                  </a:lnTo>
                  <a:lnTo>
                    <a:pt x="150" y="330"/>
                  </a:lnTo>
                  <a:lnTo>
                    <a:pt x="12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2" name="Google Shape;2012;p108"/>
            <p:cNvSpPr/>
            <p:nvPr/>
          </p:nvSpPr>
          <p:spPr>
            <a:xfrm>
              <a:off x="-2047050" y="3877825"/>
              <a:ext cx="34475" cy="48725"/>
            </a:xfrm>
            <a:custGeom>
              <a:avLst/>
              <a:gdLst/>
              <a:ahLst/>
              <a:cxnLst/>
              <a:rect l="l" t="t" r="r" b="b"/>
              <a:pathLst>
                <a:path w="1379" h="1949" extrusionOk="0">
                  <a:moveTo>
                    <a:pt x="240" y="0"/>
                  </a:moveTo>
                  <a:lnTo>
                    <a:pt x="0" y="150"/>
                  </a:lnTo>
                  <a:lnTo>
                    <a:pt x="959" y="1948"/>
                  </a:lnTo>
                  <a:lnTo>
                    <a:pt x="1379" y="1679"/>
                  </a:lnTo>
                  <a:lnTo>
                    <a:pt x="24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3" name="Google Shape;2013;p108"/>
            <p:cNvSpPr/>
            <p:nvPr/>
          </p:nvSpPr>
          <p:spPr>
            <a:xfrm>
              <a:off x="-2043300" y="3987950"/>
              <a:ext cx="21750" cy="27000"/>
            </a:xfrm>
            <a:custGeom>
              <a:avLst/>
              <a:gdLst/>
              <a:ahLst/>
              <a:cxnLst/>
              <a:rect l="l" t="t" r="r" b="b"/>
              <a:pathLst>
                <a:path w="870" h="1080" extrusionOk="0">
                  <a:moveTo>
                    <a:pt x="240" y="0"/>
                  </a:moveTo>
                  <a:lnTo>
                    <a:pt x="0" y="60"/>
                  </a:lnTo>
                  <a:lnTo>
                    <a:pt x="689" y="1079"/>
                  </a:lnTo>
                  <a:lnTo>
                    <a:pt x="779" y="959"/>
                  </a:lnTo>
                  <a:lnTo>
                    <a:pt x="809" y="839"/>
                  </a:lnTo>
                  <a:lnTo>
                    <a:pt x="869" y="600"/>
                  </a:lnTo>
                  <a:lnTo>
                    <a:pt x="839" y="330"/>
                  </a:lnTo>
                  <a:lnTo>
                    <a:pt x="809" y="30"/>
                  </a:lnTo>
                  <a:lnTo>
                    <a:pt x="63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p108"/>
            <p:cNvSpPr/>
            <p:nvPr/>
          </p:nvSpPr>
          <p:spPr>
            <a:xfrm>
              <a:off x="-2037325" y="3952000"/>
              <a:ext cx="21025" cy="12750"/>
            </a:xfrm>
            <a:custGeom>
              <a:avLst/>
              <a:gdLst/>
              <a:ahLst/>
              <a:cxnLst/>
              <a:rect l="l" t="t" r="r" b="b"/>
              <a:pathLst>
                <a:path w="841" h="510" extrusionOk="0">
                  <a:moveTo>
                    <a:pt x="570" y="150"/>
                  </a:moveTo>
                  <a:lnTo>
                    <a:pt x="630" y="180"/>
                  </a:lnTo>
                  <a:lnTo>
                    <a:pt x="660" y="210"/>
                  </a:lnTo>
                  <a:lnTo>
                    <a:pt x="690" y="270"/>
                  </a:lnTo>
                  <a:lnTo>
                    <a:pt x="660" y="330"/>
                  </a:lnTo>
                  <a:lnTo>
                    <a:pt x="630" y="360"/>
                  </a:lnTo>
                  <a:lnTo>
                    <a:pt x="570" y="360"/>
                  </a:lnTo>
                  <a:lnTo>
                    <a:pt x="480" y="330"/>
                  </a:lnTo>
                  <a:lnTo>
                    <a:pt x="241" y="210"/>
                  </a:lnTo>
                  <a:lnTo>
                    <a:pt x="480" y="150"/>
                  </a:lnTo>
                  <a:close/>
                  <a:moveTo>
                    <a:pt x="540" y="0"/>
                  </a:moveTo>
                  <a:lnTo>
                    <a:pt x="331" y="30"/>
                  </a:lnTo>
                  <a:lnTo>
                    <a:pt x="151" y="90"/>
                  </a:lnTo>
                  <a:lnTo>
                    <a:pt x="31" y="150"/>
                  </a:lnTo>
                  <a:lnTo>
                    <a:pt x="1" y="150"/>
                  </a:lnTo>
                  <a:lnTo>
                    <a:pt x="1" y="210"/>
                  </a:lnTo>
                  <a:lnTo>
                    <a:pt x="1" y="240"/>
                  </a:lnTo>
                  <a:lnTo>
                    <a:pt x="31" y="270"/>
                  </a:lnTo>
                  <a:lnTo>
                    <a:pt x="271" y="390"/>
                  </a:lnTo>
                  <a:lnTo>
                    <a:pt x="421" y="479"/>
                  </a:lnTo>
                  <a:lnTo>
                    <a:pt x="600" y="509"/>
                  </a:lnTo>
                  <a:lnTo>
                    <a:pt x="720" y="479"/>
                  </a:lnTo>
                  <a:lnTo>
                    <a:pt x="780" y="420"/>
                  </a:lnTo>
                  <a:lnTo>
                    <a:pt x="810" y="360"/>
                  </a:lnTo>
                  <a:lnTo>
                    <a:pt x="840" y="270"/>
                  </a:lnTo>
                  <a:lnTo>
                    <a:pt x="810" y="180"/>
                  </a:lnTo>
                  <a:lnTo>
                    <a:pt x="810" y="120"/>
                  </a:lnTo>
                  <a:lnTo>
                    <a:pt x="720" y="60"/>
                  </a:lnTo>
                  <a:lnTo>
                    <a:pt x="6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5" name="Google Shape;2015;p108"/>
            <p:cNvSpPr/>
            <p:nvPr/>
          </p:nvSpPr>
          <p:spPr>
            <a:xfrm>
              <a:off x="-2106225" y="3911525"/>
              <a:ext cx="80175" cy="111650"/>
            </a:xfrm>
            <a:custGeom>
              <a:avLst/>
              <a:gdLst/>
              <a:ahLst/>
              <a:cxnLst/>
              <a:rect l="l" t="t" r="r" b="b"/>
              <a:pathLst>
                <a:path w="3207" h="4466" extrusionOk="0">
                  <a:moveTo>
                    <a:pt x="390" y="1"/>
                  </a:moveTo>
                  <a:lnTo>
                    <a:pt x="0" y="181"/>
                  </a:lnTo>
                  <a:lnTo>
                    <a:pt x="2937" y="4466"/>
                  </a:lnTo>
                  <a:lnTo>
                    <a:pt x="3206" y="4136"/>
                  </a:lnTo>
                  <a:lnTo>
                    <a:pt x="39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6" name="Google Shape;2016;p108"/>
            <p:cNvSpPr/>
            <p:nvPr/>
          </p:nvSpPr>
          <p:spPr>
            <a:xfrm>
              <a:off x="-1824550" y="4022400"/>
              <a:ext cx="56200" cy="29250"/>
            </a:xfrm>
            <a:custGeom>
              <a:avLst/>
              <a:gdLst/>
              <a:ahLst/>
              <a:cxnLst/>
              <a:rect l="l" t="t" r="r" b="b"/>
              <a:pathLst>
                <a:path w="2248" h="1170" extrusionOk="0">
                  <a:moveTo>
                    <a:pt x="0" y="1"/>
                  </a:moveTo>
                  <a:lnTo>
                    <a:pt x="150" y="840"/>
                  </a:lnTo>
                  <a:lnTo>
                    <a:pt x="300" y="960"/>
                  </a:lnTo>
                  <a:lnTo>
                    <a:pt x="480" y="1050"/>
                  </a:lnTo>
                  <a:lnTo>
                    <a:pt x="719" y="1109"/>
                  </a:lnTo>
                  <a:lnTo>
                    <a:pt x="1019" y="1169"/>
                  </a:lnTo>
                  <a:lnTo>
                    <a:pt x="1199" y="1169"/>
                  </a:lnTo>
                  <a:lnTo>
                    <a:pt x="1379" y="1139"/>
                  </a:lnTo>
                  <a:lnTo>
                    <a:pt x="1588" y="1080"/>
                  </a:lnTo>
                  <a:lnTo>
                    <a:pt x="1798" y="1020"/>
                  </a:lnTo>
                  <a:lnTo>
                    <a:pt x="2008" y="930"/>
                  </a:lnTo>
                  <a:lnTo>
                    <a:pt x="2248" y="780"/>
                  </a:lnTo>
                  <a:lnTo>
                    <a:pt x="203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7" name="Google Shape;2017;p108"/>
            <p:cNvSpPr/>
            <p:nvPr/>
          </p:nvSpPr>
          <p:spPr>
            <a:xfrm>
              <a:off x="-1820825" y="4041875"/>
              <a:ext cx="112400" cy="44225"/>
            </a:xfrm>
            <a:custGeom>
              <a:avLst/>
              <a:gdLst/>
              <a:ahLst/>
              <a:cxnLst/>
              <a:rect l="l" t="t" r="r" b="b"/>
              <a:pathLst>
                <a:path w="4496" h="1769" extrusionOk="0">
                  <a:moveTo>
                    <a:pt x="2099" y="1"/>
                  </a:moveTo>
                  <a:lnTo>
                    <a:pt x="1859" y="151"/>
                  </a:lnTo>
                  <a:lnTo>
                    <a:pt x="1649" y="241"/>
                  </a:lnTo>
                  <a:lnTo>
                    <a:pt x="1439" y="301"/>
                  </a:lnTo>
                  <a:lnTo>
                    <a:pt x="1230" y="360"/>
                  </a:lnTo>
                  <a:lnTo>
                    <a:pt x="1050" y="390"/>
                  </a:lnTo>
                  <a:lnTo>
                    <a:pt x="870" y="390"/>
                  </a:lnTo>
                  <a:lnTo>
                    <a:pt x="570" y="330"/>
                  </a:lnTo>
                  <a:lnTo>
                    <a:pt x="331" y="271"/>
                  </a:lnTo>
                  <a:lnTo>
                    <a:pt x="151" y="181"/>
                  </a:lnTo>
                  <a:lnTo>
                    <a:pt x="1" y="61"/>
                  </a:lnTo>
                  <a:lnTo>
                    <a:pt x="61" y="390"/>
                  </a:lnTo>
                  <a:lnTo>
                    <a:pt x="91" y="510"/>
                  </a:lnTo>
                  <a:lnTo>
                    <a:pt x="211" y="1020"/>
                  </a:lnTo>
                  <a:lnTo>
                    <a:pt x="211" y="1140"/>
                  </a:lnTo>
                  <a:lnTo>
                    <a:pt x="361" y="1769"/>
                  </a:lnTo>
                  <a:lnTo>
                    <a:pt x="4226" y="1769"/>
                  </a:lnTo>
                  <a:lnTo>
                    <a:pt x="4496" y="1110"/>
                  </a:lnTo>
                  <a:lnTo>
                    <a:pt x="3986" y="960"/>
                  </a:lnTo>
                  <a:lnTo>
                    <a:pt x="3507" y="870"/>
                  </a:lnTo>
                  <a:lnTo>
                    <a:pt x="3057" y="810"/>
                  </a:lnTo>
                  <a:lnTo>
                    <a:pt x="2428" y="271"/>
                  </a:lnTo>
                  <a:lnTo>
                    <a:pt x="2308" y="181"/>
                  </a:lnTo>
                  <a:lnTo>
                    <a:pt x="209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8" name="Google Shape;2018;p108"/>
            <p:cNvSpPr/>
            <p:nvPr/>
          </p:nvSpPr>
          <p:spPr>
            <a:xfrm>
              <a:off x="-1763125" y="4059875"/>
              <a:ext cx="20250" cy="13500"/>
            </a:xfrm>
            <a:custGeom>
              <a:avLst/>
              <a:gdLst/>
              <a:ahLst/>
              <a:cxnLst/>
              <a:rect l="l" t="t" r="r" b="b"/>
              <a:pathLst>
                <a:path w="810" h="540" extrusionOk="0">
                  <a:moveTo>
                    <a:pt x="630" y="150"/>
                  </a:moveTo>
                  <a:lnTo>
                    <a:pt x="510" y="300"/>
                  </a:lnTo>
                  <a:lnTo>
                    <a:pt x="450" y="360"/>
                  </a:lnTo>
                  <a:lnTo>
                    <a:pt x="360" y="390"/>
                  </a:lnTo>
                  <a:lnTo>
                    <a:pt x="270" y="390"/>
                  </a:lnTo>
                  <a:lnTo>
                    <a:pt x="210" y="330"/>
                  </a:lnTo>
                  <a:lnTo>
                    <a:pt x="150" y="270"/>
                  </a:lnTo>
                  <a:lnTo>
                    <a:pt x="150" y="240"/>
                  </a:lnTo>
                  <a:lnTo>
                    <a:pt x="210" y="210"/>
                  </a:lnTo>
                  <a:lnTo>
                    <a:pt x="300" y="180"/>
                  </a:lnTo>
                  <a:lnTo>
                    <a:pt x="630" y="150"/>
                  </a:lnTo>
                  <a:close/>
                  <a:moveTo>
                    <a:pt x="600" y="0"/>
                  </a:moveTo>
                  <a:lnTo>
                    <a:pt x="360" y="30"/>
                  </a:lnTo>
                  <a:lnTo>
                    <a:pt x="150" y="90"/>
                  </a:lnTo>
                  <a:lnTo>
                    <a:pt x="60" y="120"/>
                  </a:lnTo>
                  <a:lnTo>
                    <a:pt x="30" y="180"/>
                  </a:lnTo>
                  <a:lnTo>
                    <a:pt x="0" y="240"/>
                  </a:lnTo>
                  <a:lnTo>
                    <a:pt x="0" y="300"/>
                  </a:lnTo>
                  <a:lnTo>
                    <a:pt x="90" y="420"/>
                  </a:lnTo>
                  <a:lnTo>
                    <a:pt x="240" y="509"/>
                  </a:lnTo>
                  <a:lnTo>
                    <a:pt x="330" y="539"/>
                  </a:lnTo>
                  <a:lnTo>
                    <a:pt x="390" y="539"/>
                  </a:lnTo>
                  <a:lnTo>
                    <a:pt x="480" y="509"/>
                  </a:lnTo>
                  <a:lnTo>
                    <a:pt x="570" y="450"/>
                  </a:lnTo>
                  <a:lnTo>
                    <a:pt x="690" y="330"/>
                  </a:lnTo>
                  <a:lnTo>
                    <a:pt x="779" y="180"/>
                  </a:lnTo>
                  <a:lnTo>
                    <a:pt x="809" y="120"/>
                  </a:lnTo>
                  <a:lnTo>
                    <a:pt x="809" y="60"/>
                  </a:lnTo>
                  <a:lnTo>
                    <a:pt x="7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9" name="Google Shape;2019;p108"/>
            <p:cNvSpPr/>
            <p:nvPr/>
          </p:nvSpPr>
          <p:spPr>
            <a:xfrm>
              <a:off x="-1815575" y="4067350"/>
              <a:ext cx="27000" cy="18750"/>
            </a:xfrm>
            <a:custGeom>
              <a:avLst/>
              <a:gdLst/>
              <a:ahLst/>
              <a:cxnLst/>
              <a:rect l="l" t="t" r="r" b="b"/>
              <a:pathLst>
                <a:path w="1080" h="750" extrusionOk="0">
                  <a:moveTo>
                    <a:pt x="1" y="1"/>
                  </a:moveTo>
                  <a:lnTo>
                    <a:pt x="1" y="121"/>
                  </a:lnTo>
                  <a:lnTo>
                    <a:pt x="240" y="210"/>
                  </a:lnTo>
                  <a:lnTo>
                    <a:pt x="480" y="330"/>
                  </a:lnTo>
                  <a:lnTo>
                    <a:pt x="720" y="540"/>
                  </a:lnTo>
                  <a:lnTo>
                    <a:pt x="960" y="750"/>
                  </a:lnTo>
                  <a:lnTo>
                    <a:pt x="1080" y="750"/>
                  </a:lnTo>
                  <a:lnTo>
                    <a:pt x="810" y="480"/>
                  </a:lnTo>
                  <a:lnTo>
                    <a:pt x="540" y="240"/>
                  </a:lnTo>
                  <a:lnTo>
                    <a:pt x="270" y="91"/>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0" name="Google Shape;2020;p108"/>
            <p:cNvSpPr/>
            <p:nvPr/>
          </p:nvSpPr>
          <p:spPr>
            <a:xfrm>
              <a:off x="-1819325" y="4046375"/>
              <a:ext cx="59225" cy="15750"/>
            </a:xfrm>
            <a:custGeom>
              <a:avLst/>
              <a:gdLst/>
              <a:ahLst/>
              <a:cxnLst/>
              <a:rect l="l" t="t" r="r" b="b"/>
              <a:pathLst>
                <a:path w="2369" h="630" extrusionOk="0">
                  <a:moveTo>
                    <a:pt x="2248" y="1"/>
                  </a:moveTo>
                  <a:lnTo>
                    <a:pt x="2158" y="91"/>
                  </a:lnTo>
                  <a:lnTo>
                    <a:pt x="2039" y="180"/>
                  </a:lnTo>
                  <a:lnTo>
                    <a:pt x="1769" y="330"/>
                  </a:lnTo>
                  <a:lnTo>
                    <a:pt x="1499" y="420"/>
                  </a:lnTo>
                  <a:lnTo>
                    <a:pt x="1200" y="480"/>
                  </a:lnTo>
                  <a:lnTo>
                    <a:pt x="900" y="510"/>
                  </a:lnTo>
                  <a:lnTo>
                    <a:pt x="630" y="450"/>
                  </a:lnTo>
                  <a:lnTo>
                    <a:pt x="331" y="360"/>
                  </a:lnTo>
                  <a:lnTo>
                    <a:pt x="1" y="210"/>
                  </a:lnTo>
                  <a:lnTo>
                    <a:pt x="31" y="330"/>
                  </a:lnTo>
                  <a:lnTo>
                    <a:pt x="301" y="480"/>
                  </a:lnTo>
                  <a:lnTo>
                    <a:pt x="540" y="540"/>
                  </a:lnTo>
                  <a:lnTo>
                    <a:pt x="780" y="600"/>
                  </a:lnTo>
                  <a:lnTo>
                    <a:pt x="1050" y="630"/>
                  </a:lnTo>
                  <a:lnTo>
                    <a:pt x="1259" y="600"/>
                  </a:lnTo>
                  <a:lnTo>
                    <a:pt x="1559" y="540"/>
                  </a:lnTo>
                  <a:lnTo>
                    <a:pt x="1859" y="450"/>
                  </a:lnTo>
                  <a:lnTo>
                    <a:pt x="2158" y="300"/>
                  </a:lnTo>
                  <a:lnTo>
                    <a:pt x="2248" y="210"/>
                  </a:lnTo>
                  <a:lnTo>
                    <a:pt x="2368" y="91"/>
                  </a:lnTo>
                  <a:lnTo>
                    <a:pt x="2248"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1" name="Google Shape;2021;p108"/>
            <p:cNvSpPr/>
            <p:nvPr/>
          </p:nvSpPr>
          <p:spPr>
            <a:xfrm>
              <a:off x="-1824550" y="4022400"/>
              <a:ext cx="53950" cy="12775"/>
            </a:xfrm>
            <a:custGeom>
              <a:avLst/>
              <a:gdLst/>
              <a:ahLst/>
              <a:cxnLst/>
              <a:rect l="l" t="t" r="r" b="b"/>
              <a:pathLst>
                <a:path w="2158" h="511" extrusionOk="0">
                  <a:moveTo>
                    <a:pt x="0" y="1"/>
                  </a:moveTo>
                  <a:lnTo>
                    <a:pt x="30" y="270"/>
                  </a:lnTo>
                  <a:lnTo>
                    <a:pt x="2158" y="510"/>
                  </a:lnTo>
                  <a:lnTo>
                    <a:pt x="203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2" name="Google Shape;2022;p108"/>
            <p:cNvSpPr/>
            <p:nvPr/>
          </p:nvSpPr>
          <p:spPr>
            <a:xfrm>
              <a:off x="-1715175" y="4069600"/>
              <a:ext cx="31475" cy="16500"/>
            </a:xfrm>
            <a:custGeom>
              <a:avLst/>
              <a:gdLst/>
              <a:ahLst/>
              <a:cxnLst/>
              <a:rect l="l" t="t" r="r" b="b"/>
              <a:pathLst>
                <a:path w="1259" h="660" extrusionOk="0">
                  <a:moveTo>
                    <a:pt x="270" y="1"/>
                  </a:moveTo>
                  <a:lnTo>
                    <a:pt x="180" y="120"/>
                  </a:lnTo>
                  <a:lnTo>
                    <a:pt x="90" y="270"/>
                  </a:lnTo>
                  <a:lnTo>
                    <a:pt x="30" y="450"/>
                  </a:lnTo>
                  <a:lnTo>
                    <a:pt x="0" y="660"/>
                  </a:lnTo>
                  <a:lnTo>
                    <a:pt x="1259" y="660"/>
                  </a:lnTo>
                  <a:lnTo>
                    <a:pt x="1169" y="540"/>
                  </a:lnTo>
                  <a:lnTo>
                    <a:pt x="1079" y="450"/>
                  </a:lnTo>
                  <a:lnTo>
                    <a:pt x="839" y="270"/>
                  </a:lnTo>
                  <a:lnTo>
                    <a:pt x="569" y="120"/>
                  </a:lnTo>
                  <a:lnTo>
                    <a:pt x="27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3" name="Google Shape;2023;p108"/>
            <p:cNvSpPr/>
            <p:nvPr/>
          </p:nvSpPr>
          <p:spPr>
            <a:xfrm>
              <a:off x="-1746650" y="4046375"/>
              <a:ext cx="14250" cy="17250"/>
            </a:xfrm>
            <a:custGeom>
              <a:avLst/>
              <a:gdLst/>
              <a:ahLst/>
              <a:cxnLst/>
              <a:rect l="l" t="t" r="r" b="b"/>
              <a:pathLst>
                <a:path w="570" h="690" extrusionOk="0">
                  <a:moveTo>
                    <a:pt x="270" y="150"/>
                  </a:moveTo>
                  <a:lnTo>
                    <a:pt x="330" y="180"/>
                  </a:lnTo>
                  <a:lnTo>
                    <a:pt x="420" y="210"/>
                  </a:lnTo>
                  <a:lnTo>
                    <a:pt x="420" y="270"/>
                  </a:lnTo>
                  <a:lnTo>
                    <a:pt x="420" y="330"/>
                  </a:lnTo>
                  <a:lnTo>
                    <a:pt x="330" y="390"/>
                  </a:lnTo>
                  <a:lnTo>
                    <a:pt x="150" y="510"/>
                  </a:lnTo>
                  <a:lnTo>
                    <a:pt x="180" y="300"/>
                  </a:lnTo>
                  <a:lnTo>
                    <a:pt x="180" y="210"/>
                  </a:lnTo>
                  <a:lnTo>
                    <a:pt x="240" y="150"/>
                  </a:lnTo>
                  <a:close/>
                  <a:moveTo>
                    <a:pt x="210" y="1"/>
                  </a:moveTo>
                  <a:lnTo>
                    <a:pt x="150" y="31"/>
                  </a:lnTo>
                  <a:lnTo>
                    <a:pt x="90" y="91"/>
                  </a:lnTo>
                  <a:lnTo>
                    <a:pt x="61" y="150"/>
                  </a:lnTo>
                  <a:lnTo>
                    <a:pt x="1" y="330"/>
                  </a:lnTo>
                  <a:lnTo>
                    <a:pt x="1" y="510"/>
                  </a:lnTo>
                  <a:lnTo>
                    <a:pt x="1" y="630"/>
                  </a:lnTo>
                  <a:lnTo>
                    <a:pt x="61" y="690"/>
                  </a:lnTo>
                  <a:lnTo>
                    <a:pt x="120" y="690"/>
                  </a:lnTo>
                  <a:lnTo>
                    <a:pt x="210" y="660"/>
                  </a:lnTo>
                  <a:lnTo>
                    <a:pt x="360" y="570"/>
                  </a:lnTo>
                  <a:lnTo>
                    <a:pt x="510" y="450"/>
                  </a:lnTo>
                  <a:lnTo>
                    <a:pt x="570" y="360"/>
                  </a:lnTo>
                  <a:lnTo>
                    <a:pt x="570" y="300"/>
                  </a:lnTo>
                  <a:lnTo>
                    <a:pt x="570" y="210"/>
                  </a:lnTo>
                  <a:lnTo>
                    <a:pt x="540" y="150"/>
                  </a:lnTo>
                  <a:lnTo>
                    <a:pt x="510" y="91"/>
                  </a:lnTo>
                  <a:lnTo>
                    <a:pt x="420" y="61"/>
                  </a:lnTo>
                  <a:lnTo>
                    <a:pt x="33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4" name="Google Shape;2024;p108"/>
            <p:cNvSpPr/>
            <p:nvPr/>
          </p:nvSpPr>
          <p:spPr>
            <a:xfrm>
              <a:off x="-1811825" y="4086075"/>
              <a:ext cx="134125" cy="10525"/>
            </a:xfrm>
            <a:custGeom>
              <a:avLst/>
              <a:gdLst/>
              <a:ahLst/>
              <a:cxnLst/>
              <a:rect l="l" t="t" r="r" b="b"/>
              <a:pathLst>
                <a:path w="5365" h="421" extrusionOk="0">
                  <a:moveTo>
                    <a:pt x="1" y="1"/>
                  </a:moveTo>
                  <a:lnTo>
                    <a:pt x="90" y="420"/>
                  </a:lnTo>
                  <a:lnTo>
                    <a:pt x="5364" y="420"/>
                  </a:lnTo>
                  <a:lnTo>
                    <a:pt x="51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5" name="Google Shape;2025;p108"/>
            <p:cNvSpPr/>
            <p:nvPr/>
          </p:nvSpPr>
          <p:spPr>
            <a:xfrm>
              <a:off x="-1927950" y="3625375"/>
              <a:ext cx="197800" cy="397050"/>
            </a:xfrm>
            <a:custGeom>
              <a:avLst/>
              <a:gdLst/>
              <a:ahLst/>
              <a:cxnLst/>
              <a:rect l="l" t="t" r="r" b="b"/>
              <a:pathLst>
                <a:path w="7912" h="15882" extrusionOk="0">
                  <a:moveTo>
                    <a:pt x="61" y="0"/>
                  </a:moveTo>
                  <a:lnTo>
                    <a:pt x="1" y="330"/>
                  </a:lnTo>
                  <a:lnTo>
                    <a:pt x="1" y="659"/>
                  </a:lnTo>
                  <a:lnTo>
                    <a:pt x="1" y="1079"/>
                  </a:lnTo>
                  <a:lnTo>
                    <a:pt x="61" y="1319"/>
                  </a:lnTo>
                  <a:lnTo>
                    <a:pt x="91" y="1558"/>
                  </a:lnTo>
                  <a:lnTo>
                    <a:pt x="181" y="1768"/>
                  </a:lnTo>
                  <a:lnTo>
                    <a:pt x="271" y="2008"/>
                  </a:lnTo>
                  <a:lnTo>
                    <a:pt x="420" y="2248"/>
                  </a:lnTo>
                  <a:lnTo>
                    <a:pt x="570" y="2457"/>
                  </a:lnTo>
                  <a:lnTo>
                    <a:pt x="780" y="2637"/>
                  </a:lnTo>
                  <a:lnTo>
                    <a:pt x="1020" y="2817"/>
                  </a:lnTo>
                  <a:lnTo>
                    <a:pt x="4136" y="15882"/>
                  </a:lnTo>
                  <a:lnTo>
                    <a:pt x="7912" y="15882"/>
                  </a:lnTo>
                  <a:lnTo>
                    <a:pt x="4256" y="30"/>
                  </a:lnTo>
                  <a:lnTo>
                    <a:pt x="36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6" name="Google Shape;2026;p108"/>
            <p:cNvSpPr/>
            <p:nvPr/>
          </p:nvSpPr>
          <p:spPr>
            <a:xfrm>
              <a:off x="-1927950" y="3625375"/>
              <a:ext cx="195550" cy="388075"/>
            </a:xfrm>
            <a:custGeom>
              <a:avLst/>
              <a:gdLst/>
              <a:ahLst/>
              <a:cxnLst/>
              <a:rect l="l" t="t" r="r" b="b"/>
              <a:pathLst>
                <a:path w="7822" h="15523" extrusionOk="0">
                  <a:moveTo>
                    <a:pt x="1" y="330"/>
                  </a:moveTo>
                  <a:lnTo>
                    <a:pt x="1" y="450"/>
                  </a:lnTo>
                  <a:lnTo>
                    <a:pt x="540" y="450"/>
                  </a:lnTo>
                  <a:lnTo>
                    <a:pt x="810" y="1768"/>
                  </a:lnTo>
                  <a:lnTo>
                    <a:pt x="780" y="1858"/>
                  </a:lnTo>
                  <a:lnTo>
                    <a:pt x="750" y="1918"/>
                  </a:lnTo>
                  <a:lnTo>
                    <a:pt x="690" y="1978"/>
                  </a:lnTo>
                  <a:lnTo>
                    <a:pt x="600" y="2008"/>
                  </a:lnTo>
                  <a:lnTo>
                    <a:pt x="271" y="2008"/>
                  </a:lnTo>
                  <a:lnTo>
                    <a:pt x="331" y="2098"/>
                  </a:lnTo>
                  <a:lnTo>
                    <a:pt x="600" y="2098"/>
                  </a:lnTo>
                  <a:lnTo>
                    <a:pt x="750" y="2068"/>
                  </a:lnTo>
                  <a:lnTo>
                    <a:pt x="840" y="2008"/>
                  </a:lnTo>
                  <a:lnTo>
                    <a:pt x="900" y="1858"/>
                  </a:lnTo>
                  <a:lnTo>
                    <a:pt x="900" y="1738"/>
                  </a:lnTo>
                  <a:lnTo>
                    <a:pt x="630" y="330"/>
                  </a:lnTo>
                  <a:close/>
                  <a:moveTo>
                    <a:pt x="1619" y="0"/>
                  </a:moveTo>
                  <a:lnTo>
                    <a:pt x="5005" y="15402"/>
                  </a:lnTo>
                  <a:lnTo>
                    <a:pt x="4016" y="15402"/>
                  </a:lnTo>
                  <a:lnTo>
                    <a:pt x="4016" y="15522"/>
                  </a:lnTo>
                  <a:lnTo>
                    <a:pt x="7822" y="15522"/>
                  </a:lnTo>
                  <a:lnTo>
                    <a:pt x="7792" y="15402"/>
                  </a:lnTo>
                  <a:lnTo>
                    <a:pt x="5125" y="15402"/>
                  </a:lnTo>
                  <a:lnTo>
                    <a:pt x="2128" y="1768"/>
                  </a:lnTo>
                  <a:lnTo>
                    <a:pt x="2278" y="1708"/>
                  </a:lnTo>
                  <a:lnTo>
                    <a:pt x="2398" y="1588"/>
                  </a:lnTo>
                  <a:lnTo>
                    <a:pt x="2488" y="1438"/>
                  </a:lnTo>
                  <a:lnTo>
                    <a:pt x="2518" y="1259"/>
                  </a:lnTo>
                  <a:lnTo>
                    <a:pt x="2548" y="1049"/>
                  </a:lnTo>
                  <a:lnTo>
                    <a:pt x="2518" y="839"/>
                  </a:lnTo>
                  <a:lnTo>
                    <a:pt x="2488" y="390"/>
                  </a:lnTo>
                  <a:lnTo>
                    <a:pt x="2398" y="0"/>
                  </a:lnTo>
                  <a:lnTo>
                    <a:pt x="2278" y="0"/>
                  </a:lnTo>
                  <a:lnTo>
                    <a:pt x="2368" y="390"/>
                  </a:lnTo>
                  <a:lnTo>
                    <a:pt x="2428" y="809"/>
                  </a:lnTo>
                  <a:lnTo>
                    <a:pt x="2428" y="1019"/>
                  </a:lnTo>
                  <a:lnTo>
                    <a:pt x="2398" y="1229"/>
                  </a:lnTo>
                  <a:lnTo>
                    <a:pt x="2368" y="1379"/>
                  </a:lnTo>
                  <a:lnTo>
                    <a:pt x="2308" y="1528"/>
                  </a:lnTo>
                  <a:lnTo>
                    <a:pt x="2218" y="1618"/>
                  </a:lnTo>
                  <a:lnTo>
                    <a:pt x="2099" y="1648"/>
                  </a:lnTo>
                  <a:lnTo>
                    <a:pt x="1739" y="0"/>
                  </a:lnTo>
                  <a:close/>
                </a:path>
              </a:pathLst>
            </a:cu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7" name="Google Shape;2027;p108"/>
            <p:cNvSpPr/>
            <p:nvPr/>
          </p:nvSpPr>
          <p:spPr>
            <a:xfrm>
              <a:off x="-1942925" y="3443325"/>
              <a:ext cx="145350" cy="182825"/>
            </a:xfrm>
            <a:custGeom>
              <a:avLst/>
              <a:gdLst/>
              <a:ahLst/>
              <a:cxnLst/>
              <a:rect l="l" t="t" r="r" b="b"/>
              <a:pathLst>
                <a:path w="5814" h="7313" extrusionOk="0">
                  <a:moveTo>
                    <a:pt x="2218" y="1"/>
                  </a:moveTo>
                  <a:lnTo>
                    <a:pt x="2638" y="630"/>
                  </a:lnTo>
                  <a:lnTo>
                    <a:pt x="1109" y="750"/>
                  </a:lnTo>
                  <a:lnTo>
                    <a:pt x="510" y="4256"/>
                  </a:lnTo>
                  <a:lnTo>
                    <a:pt x="1" y="7312"/>
                  </a:lnTo>
                  <a:lnTo>
                    <a:pt x="5754" y="7312"/>
                  </a:lnTo>
                  <a:lnTo>
                    <a:pt x="5814" y="1109"/>
                  </a:lnTo>
                  <a:lnTo>
                    <a:pt x="5784" y="989"/>
                  </a:lnTo>
                  <a:lnTo>
                    <a:pt x="5754" y="870"/>
                  </a:lnTo>
                  <a:lnTo>
                    <a:pt x="5724" y="750"/>
                  </a:lnTo>
                  <a:lnTo>
                    <a:pt x="5634" y="660"/>
                  </a:lnTo>
                  <a:lnTo>
                    <a:pt x="5544" y="570"/>
                  </a:lnTo>
                  <a:lnTo>
                    <a:pt x="5454" y="510"/>
                  </a:lnTo>
                  <a:lnTo>
                    <a:pt x="5334" y="450"/>
                  </a:lnTo>
                  <a:lnTo>
                    <a:pt x="5215" y="420"/>
                  </a:lnTo>
                  <a:lnTo>
                    <a:pt x="221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8" name="Google Shape;2028;p108"/>
            <p:cNvSpPr/>
            <p:nvPr/>
          </p:nvSpPr>
          <p:spPr>
            <a:xfrm>
              <a:off x="-1885250" y="3441075"/>
              <a:ext cx="89175" cy="169325"/>
            </a:xfrm>
            <a:custGeom>
              <a:avLst/>
              <a:gdLst/>
              <a:ahLst/>
              <a:cxnLst/>
              <a:rect l="l" t="t" r="r" b="b"/>
              <a:pathLst>
                <a:path w="3567" h="6773" extrusionOk="0">
                  <a:moveTo>
                    <a:pt x="1" y="1"/>
                  </a:moveTo>
                  <a:lnTo>
                    <a:pt x="3477" y="6773"/>
                  </a:lnTo>
                  <a:lnTo>
                    <a:pt x="3567" y="1109"/>
                  </a:lnTo>
                  <a:lnTo>
                    <a:pt x="3567" y="990"/>
                  </a:lnTo>
                  <a:lnTo>
                    <a:pt x="3537" y="870"/>
                  </a:lnTo>
                  <a:lnTo>
                    <a:pt x="3477" y="750"/>
                  </a:lnTo>
                  <a:lnTo>
                    <a:pt x="3417" y="660"/>
                  </a:lnTo>
                  <a:lnTo>
                    <a:pt x="3327" y="570"/>
                  </a:lnTo>
                  <a:lnTo>
                    <a:pt x="3207" y="510"/>
                  </a:lnTo>
                  <a:lnTo>
                    <a:pt x="3117" y="450"/>
                  </a:lnTo>
                  <a:lnTo>
                    <a:pt x="2998" y="420"/>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9" name="Google Shape;2029;p108"/>
            <p:cNvSpPr/>
            <p:nvPr/>
          </p:nvSpPr>
          <p:spPr>
            <a:xfrm>
              <a:off x="-1926450" y="3606650"/>
              <a:ext cx="128125" cy="19500"/>
            </a:xfrm>
            <a:custGeom>
              <a:avLst/>
              <a:gdLst/>
              <a:ahLst/>
              <a:cxnLst/>
              <a:rect l="l" t="t" r="r" b="b"/>
              <a:pathLst>
                <a:path w="5125" h="780" extrusionOk="0">
                  <a:moveTo>
                    <a:pt x="121" y="0"/>
                  </a:moveTo>
                  <a:lnTo>
                    <a:pt x="1" y="749"/>
                  </a:lnTo>
                  <a:lnTo>
                    <a:pt x="5095" y="779"/>
                  </a:lnTo>
                  <a:lnTo>
                    <a:pt x="5125" y="150"/>
                  </a:lnTo>
                  <a:lnTo>
                    <a:pt x="12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0" name="Google Shape;2030;p108"/>
            <p:cNvSpPr/>
            <p:nvPr/>
          </p:nvSpPr>
          <p:spPr>
            <a:xfrm>
              <a:off x="-1899475" y="3494275"/>
              <a:ext cx="101900" cy="121375"/>
            </a:xfrm>
            <a:custGeom>
              <a:avLst/>
              <a:gdLst/>
              <a:ahLst/>
              <a:cxnLst/>
              <a:rect l="l" t="t" r="r" b="b"/>
              <a:pathLst>
                <a:path w="4076" h="4855" extrusionOk="0">
                  <a:moveTo>
                    <a:pt x="1" y="0"/>
                  </a:moveTo>
                  <a:lnTo>
                    <a:pt x="4046" y="4855"/>
                  </a:lnTo>
                  <a:lnTo>
                    <a:pt x="4076" y="3117"/>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1" name="Google Shape;2031;p108"/>
            <p:cNvSpPr/>
            <p:nvPr/>
          </p:nvSpPr>
          <p:spPr>
            <a:xfrm>
              <a:off x="-1649250" y="3453075"/>
              <a:ext cx="96650" cy="55450"/>
            </a:xfrm>
            <a:custGeom>
              <a:avLst/>
              <a:gdLst/>
              <a:ahLst/>
              <a:cxnLst/>
              <a:rect l="l" t="t" r="r" b="b"/>
              <a:pathLst>
                <a:path w="3866" h="2218" extrusionOk="0">
                  <a:moveTo>
                    <a:pt x="2457" y="0"/>
                  </a:moveTo>
                  <a:lnTo>
                    <a:pt x="1978" y="30"/>
                  </a:lnTo>
                  <a:lnTo>
                    <a:pt x="1468" y="120"/>
                  </a:lnTo>
                  <a:lnTo>
                    <a:pt x="1229" y="180"/>
                  </a:lnTo>
                  <a:lnTo>
                    <a:pt x="959" y="270"/>
                  </a:lnTo>
                  <a:lnTo>
                    <a:pt x="539" y="420"/>
                  </a:lnTo>
                  <a:lnTo>
                    <a:pt x="0" y="659"/>
                  </a:lnTo>
                  <a:lnTo>
                    <a:pt x="749" y="2218"/>
                  </a:lnTo>
                  <a:lnTo>
                    <a:pt x="1289" y="2218"/>
                  </a:lnTo>
                  <a:lnTo>
                    <a:pt x="1528" y="2158"/>
                  </a:lnTo>
                  <a:lnTo>
                    <a:pt x="1678" y="2098"/>
                  </a:lnTo>
                  <a:lnTo>
                    <a:pt x="1918" y="1948"/>
                  </a:lnTo>
                  <a:lnTo>
                    <a:pt x="1978" y="1888"/>
                  </a:lnTo>
                  <a:lnTo>
                    <a:pt x="2787" y="1888"/>
                  </a:lnTo>
                  <a:lnTo>
                    <a:pt x="3326" y="1858"/>
                  </a:lnTo>
                  <a:lnTo>
                    <a:pt x="3506" y="1828"/>
                  </a:lnTo>
                  <a:lnTo>
                    <a:pt x="3566" y="1798"/>
                  </a:lnTo>
                  <a:lnTo>
                    <a:pt x="3566" y="1768"/>
                  </a:lnTo>
                  <a:lnTo>
                    <a:pt x="3566" y="1738"/>
                  </a:lnTo>
                  <a:lnTo>
                    <a:pt x="3536" y="1708"/>
                  </a:lnTo>
                  <a:lnTo>
                    <a:pt x="3386" y="1648"/>
                  </a:lnTo>
                  <a:lnTo>
                    <a:pt x="2937" y="1528"/>
                  </a:lnTo>
                  <a:lnTo>
                    <a:pt x="2277" y="1438"/>
                  </a:lnTo>
                  <a:lnTo>
                    <a:pt x="2997" y="1438"/>
                  </a:lnTo>
                  <a:lnTo>
                    <a:pt x="3476" y="1408"/>
                  </a:lnTo>
                  <a:lnTo>
                    <a:pt x="3626" y="1379"/>
                  </a:lnTo>
                  <a:lnTo>
                    <a:pt x="3656" y="1349"/>
                  </a:lnTo>
                  <a:lnTo>
                    <a:pt x="3686" y="1319"/>
                  </a:lnTo>
                  <a:lnTo>
                    <a:pt x="3656" y="1289"/>
                  </a:lnTo>
                  <a:lnTo>
                    <a:pt x="3626" y="1259"/>
                  </a:lnTo>
                  <a:lnTo>
                    <a:pt x="3476" y="1169"/>
                  </a:lnTo>
                  <a:lnTo>
                    <a:pt x="3057" y="1079"/>
                  </a:lnTo>
                  <a:lnTo>
                    <a:pt x="2427" y="959"/>
                  </a:lnTo>
                  <a:lnTo>
                    <a:pt x="2637" y="959"/>
                  </a:lnTo>
                  <a:lnTo>
                    <a:pt x="3116" y="929"/>
                  </a:lnTo>
                  <a:lnTo>
                    <a:pt x="3596" y="899"/>
                  </a:lnTo>
                  <a:lnTo>
                    <a:pt x="3776" y="839"/>
                  </a:lnTo>
                  <a:lnTo>
                    <a:pt x="3806" y="809"/>
                  </a:lnTo>
                  <a:lnTo>
                    <a:pt x="3806" y="779"/>
                  </a:lnTo>
                  <a:lnTo>
                    <a:pt x="3806" y="749"/>
                  </a:lnTo>
                  <a:lnTo>
                    <a:pt x="3746" y="719"/>
                  </a:lnTo>
                  <a:lnTo>
                    <a:pt x="3596" y="659"/>
                  </a:lnTo>
                  <a:lnTo>
                    <a:pt x="3146" y="569"/>
                  </a:lnTo>
                  <a:lnTo>
                    <a:pt x="2517" y="510"/>
                  </a:lnTo>
                  <a:lnTo>
                    <a:pt x="3176" y="420"/>
                  </a:lnTo>
                  <a:lnTo>
                    <a:pt x="3656" y="360"/>
                  </a:lnTo>
                  <a:lnTo>
                    <a:pt x="3806" y="300"/>
                  </a:lnTo>
                  <a:lnTo>
                    <a:pt x="3836" y="270"/>
                  </a:lnTo>
                  <a:lnTo>
                    <a:pt x="3866" y="240"/>
                  </a:lnTo>
                  <a:lnTo>
                    <a:pt x="3836" y="210"/>
                  </a:lnTo>
                  <a:lnTo>
                    <a:pt x="3776" y="180"/>
                  </a:lnTo>
                  <a:lnTo>
                    <a:pt x="3596" y="120"/>
                  </a:lnTo>
                  <a:lnTo>
                    <a:pt x="3296" y="60"/>
                  </a:lnTo>
                  <a:lnTo>
                    <a:pt x="290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2" name="Google Shape;2032;p108"/>
            <p:cNvSpPr/>
            <p:nvPr/>
          </p:nvSpPr>
          <p:spPr>
            <a:xfrm>
              <a:off x="-1665750" y="3469550"/>
              <a:ext cx="35250" cy="47975"/>
            </a:xfrm>
            <a:custGeom>
              <a:avLst/>
              <a:gdLst/>
              <a:ahLst/>
              <a:cxnLst/>
              <a:rect l="l" t="t" r="r" b="b"/>
              <a:pathLst>
                <a:path w="1410" h="1919" extrusionOk="0">
                  <a:moveTo>
                    <a:pt x="660" y="0"/>
                  </a:moveTo>
                  <a:lnTo>
                    <a:pt x="1" y="330"/>
                  </a:lnTo>
                  <a:lnTo>
                    <a:pt x="960" y="1918"/>
                  </a:lnTo>
                  <a:lnTo>
                    <a:pt x="1409" y="1559"/>
                  </a:lnTo>
                  <a:lnTo>
                    <a:pt x="66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3" name="Google Shape;2033;p108"/>
            <p:cNvSpPr/>
            <p:nvPr/>
          </p:nvSpPr>
          <p:spPr>
            <a:xfrm>
              <a:off x="-1656750" y="3482275"/>
              <a:ext cx="20250" cy="35250"/>
            </a:xfrm>
            <a:custGeom>
              <a:avLst/>
              <a:gdLst/>
              <a:ahLst/>
              <a:cxnLst/>
              <a:rect l="l" t="t" r="r" b="b"/>
              <a:pathLst>
                <a:path w="810" h="1410" extrusionOk="0">
                  <a:moveTo>
                    <a:pt x="0" y="1"/>
                  </a:moveTo>
                  <a:lnTo>
                    <a:pt x="600" y="1409"/>
                  </a:lnTo>
                  <a:lnTo>
                    <a:pt x="809" y="1259"/>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4" name="Google Shape;2034;p108"/>
            <p:cNvSpPr/>
            <p:nvPr/>
          </p:nvSpPr>
          <p:spPr>
            <a:xfrm>
              <a:off x="-1885250" y="3441075"/>
              <a:ext cx="89175" cy="169325"/>
            </a:xfrm>
            <a:custGeom>
              <a:avLst/>
              <a:gdLst/>
              <a:ahLst/>
              <a:cxnLst/>
              <a:rect l="l" t="t" r="r" b="b"/>
              <a:pathLst>
                <a:path w="3567" h="6773" extrusionOk="0">
                  <a:moveTo>
                    <a:pt x="1" y="1"/>
                  </a:moveTo>
                  <a:lnTo>
                    <a:pt x="3477" y="6773"/>
                  </a:lnTo>
                  <a:lnTo>
                    <a:pt x="3567" y="1109"/>
                  </a:lnTo>
                  <a:lnTo>
                    <a:pt x="3567" y="990"/>
                  </a:lnTo>
                  <a:lnTo>
                    <a:pt x="3537" y="870"/>
                  </a:lnTo>
                  <a:lnTo>
                    <a:pt x="3477" y="750"/>
                  </a:lnTo>
                  <a:lnTo>
                    <a:pt x="3417" y="660"/>
                  </a:lnTo>
                  <a:lnTo>
                    <a:pt x="3327" y="570"/>
                  </a:lnTo>
                  <a:lnTo>
                    <a:pt x="3207" y="510"/>
                  </a:lnTo>
                  <a:lnTo>
                    <a:pt x="3117" y="450"/>
                  </a:lnTo>
                  <a:lnTo>
                    <a:pt x="2998" y="420"/>
                  </a:lnTo>
                  <a:lnTo>
                    <a:pt x="1" y="1"/>
                  </a:lnTo>
                  <a:close/>
                </a:path>
              </a:pathLst>
            </a:custGeom>
            <a:solidFill>
              <a:srgbClr val="1D0D00">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5" name="Google Shape;2035;p108"/>
            <p:cNvSpPr/>
            <p:nvPr/>
          </p:nvSpPr>
          <p:spPr>
            <a:xfrm>
              <a:off x="-1869500" y="3357175"/>
              <a:ext cx="89175" cy="79425"/>
            </a:xfrm>
            <a:custGeom>
              <a:avLst/>
              <a:gdLst/>
              <a:ahLst/>
              <a:cxnLst/>
              <a:rect l="l" t="t" r="r" b="b"/>
              <a:pathLst>
                <a:path w="3567" h="3177" extrusionOk="0">
                  <a:moveTo>
                    <a:pt x="1469" y="1"/>
                  </a:moveTo>
                  <a:lnTo>
                    <a:pt x="1079" y="60"/>
                  </a:lnTo>
                  <a:lnTo>
                    <a:pt x="809" y="120"/>
                  </a:lnTo>
                  <a:lnTo>
                    <a:pt x="600" y="240"/>
                  </a:lnTo>
                  <a:lnTo>
                    <a:pt x="480" y="360"/>
                  </a:lnTo>
                  <a:lnTo>
                    <a:pt x="390" y="510"/>
                  </a:lnTo>
                  <a:lnTo>
                    <a:pt x="360" y="660"/>
                  </a:lnTo>
                  <a:lnTo>
                    <a:pt x="330" y="810"/>
                  </a:lnTo>
                  <a:lnTo>
                    <a:pt x="330" y="929"/>
                  </a:lnTo>
                  <a:lnTo>
                    <a:pt x="360" y="1019"/>
                  </a:lnTo>
                  <a:lnTo>
                    <a:pt x="180" y="1109"/>
                  </a:lnTo>
                  <a:lnTo>
                    <a:pt x="90" y="1229"/>
                  </a:lnTo>
                  <a:lnTo>
                    <a:pt x="30" y="1379"/>
                  </a:lnTo>
                  <a:lnTo>
                    <a:pt x="0" y="1529"/>
                  </a:lnTo>
                  <a:lnTo>
                    <a:pt x="30" y="1709"/>
                  </a:lnTo>
                  <a:lnTo>
                    <a:pt x="60" y="1888"/>
                  </a:lnTo>
                  <a:lnTo>
                    <a:pt x="210" y="2248"/>
                  </a:lnTo>
                  <a:lnTo>
                    <a:pt x="420" y="2608"/>
                  </a:lnTo>
                  <a:lnTo>
                    <a:pt x="630" y="2907"/>
                  </a:lnTo>
                  <a:lnTo>
                    <a:pt x="839" y="3177"/>
                  </a:lnTo>
                  <a:lnTo>
                    <a:pt x="899" y="1589"/>
                  </a:lnTo>
                  <a:lnTo>
                    <a:pt x="1019" y="1798"/>
                  </a:lnTo>
                  <a:lnTo>
                    <a:pt x="1109" y="1858"/>
                  </a:lnTo>
                  <a:lnTo>
                    <a:pt x="1169" y="1858"/>
                  </a:lnTo>
                  <a:lnTo>
                    <a:pt x="1199" y="1769"/>
                  </a:lnTo>
                  <a:lnTo>
                    <a:pt x="1229" y="1559"/>
                  </a:lnTo>
                  <a:lnTo>
                    <a:pt x="1229" y="1439"/>
                  </a:lnTo>
                  <a:lnTo>
                    <a:pt x="1349" y="1409"/>
                  </a:lnTo>
                  <a:lnTo>
                    <a:pt x="1439" y="1349"/>
                  </a:lnTo>
                  <a:lnTo>
                    <a:pt x="1588" y="1229"/>
                  </a:lnTo>
                  <a:lnTo>
                    <a:pt x="1678" y="1079"/>
                  </a:lnTo>
                  <a:lnTo>
                    <a:pt x="1708" y="1019"/>
                  </a:lnTo>
                  <a:lnTo>
                    <a:pt x="1948" y="1199"/>
                  </a:lnTo>
                  <a:lnTo>
                    <a:pt x="2188" y="1319"/>
                  </a:lnTo>
                  <a:lnTo>
                    <a:pt x="2368" y="1409"/>
                  </a:lnTo>
                  <a:lnTo>
                    <a:pt x="2577" y="1439"/>
                  </a:lnTo>
                  <a:lnTo>
                    <a:pt x="2907" y="1439"/>
                  </a:lnTo>
                  <a:lnTo>
                    <a:pt x="3057" y="1379"/>
                  </a:lnTo>
                  <a:lnTo>
                    <a:pt x="3177" y="1319"/>
                  </a:lnTo>
                  <a:lnTo>
                    <a:pt x="3296" y="1229"/>
                  </a:lnTo>
                  <a:lnTo>
                    <a:pt x="3386" y="1139"/>
                  </a:lnTo>
                  <a:lnTo>
                    <a:pt x="3506" y="929"/>
                  </a:lnTo>
                  <a:lnTo>
                    <a:pt x="3566" y="720"/>
                  </a:lnTo>
                  <a:lnTo>
                    <a:pt x="3566" y="540"/>
                  </a:lnTo>
                  <a:lnTo>
                    <a:pt x="3536" y="450"/>
                  </a:lnTo>
                  <a:lnTo>
                    <a:pt x="3446" y="360"/>
                  </a:lnTo>
                  <a:lnTo>
                    <a:pt x="3326" y="270"/>
                  </a:lnTo>
                  <a:lnTo>
                    <a:pt x="3177" y="210"/>
                  </a:lnTo>
                  <a:lnTo>
                    <a:pt x="2787" y="90"/>
                  </a:lnTo>
                  <a:lnTo>
                    <a:pt x="2368" y="31"/>
                  </a:lnTo>
                  <a:lnTo>
                    <a:pt x="19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6" name="Google Shape;2036;p108"/>
            <p:cNvSpPr/>
            <p:nvPr/>
          </p:nvSpPr>
          <p:spPr>
            <a:xfrm>
              <a:off x="-1869500" y="3357175"/>
              <a:ext cx="89175" cy="79425"/>
            </a:xfrm>
            <a:custGeom>
              <a:avLst/>
              <a:gdLst/>
              <a:ahLst/>
              <a:cxnLst/>
              <a:rect l="l" t="t" r="r" b="b"/>
              <a:pathLst>
                <a:path w="3567" h="3177" fill="none" extrusionOk="0">
                  <a:moveTo>
                    <a:pt x="839" y="3177"/>
                  </a:moveTo>
                  <a:lnTo>
                    <a:pt x="839" y="3177"/>
                  </a:lnTo>
                  <a:lnTo>
                    <a:pt x="630" y="2907"/>
                  </a:lnTo>
                  <a:lnTo>
                    <a:pt x="420" y="2608"/>
                  </a:lnTo>
                  <a:lnTo>
                    <a:pt x="210" y="2248"/>
                  </a:lnTo>
                  <a:lnTo>
                    <a:pt x="60" y="1888"/>
                  </a:lnTo>
                  <a:lnTo>
                    <a:pt x="30" y="1709"/>
                  </a:lnTo>
                  <a:lnTo>
                    <a:pt x="0" y="1529"/>
                  </a:lnTo>
                  <a:lnTo>
                    <a:pt x="30" y="1379"/>
                  </a:lnTo>
                  <a:lnTo>
                    <a:pt x="90" y="1229"/>
                  </a:lnTo>
                  <a:lnTo>
                    <a:pt x="180" y="1109"/>
                  </a:lnTo>
                  <a:lnTo>
                    <a:pt x="360" y="1019"/>
                  </a:lnTo>
                  <a:lnTo>
                    <a:pt x="360" y="1019"/>
                  </a:lnTo>
                  <a:lnTo>
                    <a:pt x="330" y="929"/>
                  </a:lnTo>
                  <a:lnTo>
                    <a:pt x="330" y="810"/>
                  </a:lnTo>
                  <a:lnTo>
                    <a:pt x="360" y="660"/>
                  </a:lnTo>
                  <a:lnTo>
                    <a:pt x="390" y="510"/>
                  </a:lnTo>
                  <a:lnTo>
                    <a:pt x="480" y="360"/>
                  </a:lnTo>
                  <a:lnTo>
                    <a:pt x="600" y="240"/>
                  </a:lnTo>
                  <a:lnTo>
                    <a:pt x="809" y="120"/>
                  </a:lnTo>
                  <a:lnTo>
                    <a:pt x="809" y="120"/>
                  </a:lnTo>
                  <a:lnTo>
                    <a:pt x="1079" y="60"/>
                  </a:lnTo>
                  <a:lnTo>
                    <a:pt x="1469" y="1"/>
                  </a:lnTo>
                  <a:lnTo>
                    <a:pt x="1918" y="1"/>
                  </a:lnTo>
                  <a:lnTo>
                    <a:pt x="2368" y="31"/>
                  </a:lnTo>
                  <a:lnTo>
                    <a:pt x="2787" y="90"/>
                  </a:lnTo>
                  <a:lnTo>
                    <a:pt x="3177" y="210"/>
                  </a:lnTo>
                  <a:lnTo>
                    <a:pt x="3326" y="270"/>
                  </a:lnTo>
                  <a:lnTo>
                    <a:pt x="3446" y="360"/>
                  </a:lnTo>
                  <a:lnTo>
                    <a:pt x="3536" y="450"/>
                  </a:lnTo>
                  <a:lnTo>
                    <a:pt x="3566" y="540"/>
                  </a:lnTo>
                  <a:lnTo>
                    <a:pt x="3566" y="540"/>
                  </a:lnTo>
                  <a:lnTo>
                    <a:pt x="3566" y="720"/>
                  </a:lnTo>
                  <a:lnTo>
                    <a:pt x="3506" y="929"/>
                  </a:lnTo>
                  <a:lnTo>
                    <a:pt x="3386" y="1139"/>
                  </a:lnTo>
                  <a:lnTo>
                    <a:pt x="3296" y="1229"/>
                  </a:lnTo>
                  <a:lnTo>
                    <a:pt x="3177" y="1319"/>
                  </a:lnTo>
                  <a:lnTo>
                    <a:pt x="3057" y="1379"/>
                  </a:lnTo>
                  <a:lnTo>
                    <a:pt x="2907" y="1439"/>
                  </a:lnTo>
                  <a:lnTo>
                    <a:pt x="2757" y="1439"/>
                  </a:lnTo>
                  <a:lnTo>
                    <a:pt x="2577" y="1439"/>
                  </a:lnTo>
                  <a:lnTo>
                    <a:pt x="2368" y="1409"/>
                  </a:lnTo>
                  <a:lnTo>
                    <a:pt x="2188" y="1319"/>
                  </a:lnTo>
                  <a:lnTo>
                    <a:pt x="1948" y="1199"/>
                  </a:lnTo>
                  <a:lnTo>
                    <a:pt x="1708" y="1019"/>
                  </a:lnTo>
                  <a:lnTo>
                    <a:pt x="1708" y="1019"/>
                  </a:lnTo>
                  <a:lnTo>
                    <a:pt x="1678" y="1079"/>
                  </a:lnTo>
                  <a:lnTo>
                    <a:pt x="1588" y="1229"/>
                  </a:lnTo>
                  <a:lnTo>
                    <a:pt x="1439" y="1349"/>
                  </a:lnTo>
                  <a:lnTo>
                    <a:pt x="1349" y="1409"/>
                  </a:lnTo>
                  <a:lnTo>
                    <a:pt x="1229" y="1439"/>
                  </a:lnTo>
                  <a:lnTo>
                    <a:pt x="1229" y="1439"/>
                  </a:lnTo>
                  <a:lnTo>
                    <a:pt x="1229" y="1559"/>
                  </a:lnTo>
                  <a:lnTo>
                    <a:pt x="1199" y="1769"/>
                  </a:lnTo>
                  <a:lnTo>
                    <a:pt x="1169" y="1858"/>
                  </a:lnTo>
                  <a:lnTo>
                    <a:pt x="1139" y="1858"/>
                  </a:lnTo>
                  <a:lnTo>
                    <a:pt x="1109" y="1858"/>
                  </a:lnTo>
                  <a:lnTo>
                    <a:pt x="1019" y="1798"/>
                  </a:lnTo>
                  <a:lnTo>
                    <a:pt x="899" y="1589"/>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7" name="Google Shape;2037;p108"/>
            <p:cNvSpPr/>
            <p:nvPr/>
          </p:nvSpPr>
          <p:spPr>
            <a:xfrm>
              <a:off x="-1854525" y="3408875"/>
              <a:ext cx="35225" cy="51700"/>
            </a:xfrm>
            <a:custGeom>
              <a:avLst/>
              <a:gdLst/>
              <a:ahLst/>
              <a:cxnLst/>
              <a:rect l="l" t="t" r="r" b="b"/>
              <a:pathLst>
                <a:path w="1409" h="2068" extrusionOk="0">
                  <a:moveTo>
                    <a:pt x="240" y="0"/>
                  </a:moveTo>
                  <a:lnTo>
                    <a:pt x="150" y="450"/>
                  </a:lnTo>
                  <a:lnTo>
                    <a:pt x="1" y="1379"/>
                  </a:lnTo>
                  <a:lnTo>
                    <a:pt x="1" y="1498"/>
                  </a:lnTo>
                  <a:lnTo>
                    <a:pt x="31" y="1618"/>
                  </a:lnTo>
                  <a:lnTo>
                    <a:pt x="60" y="1708"/>
                  </a:lnTo>
                  <a:lnTo>
                    <a:pt x="120" y="1798"/>
                  </a:lnTo>
                  <a:lnTo>
                    <a:pt x="210" y="1888"/>
                  </a:lnTo>
                  <a:lnTo>
                    <a:pt x="300" y="1948"/>
                  </a:lnTo>
                  <a:lnTo>
                    <a:pt x="510" y="2038"/>
                  </a:lnTo>
                  <a:lnTo>
                    <a:pt x="750" y="2068"/>
                  </a:lnTo>
                  <a:lnTo>
                    <a:pt x="870" y="2038"/>
                  </a:lnTo>
                  <a:lnTo>
                    <a:pt x="959" y="2008"/>
                  </a:lnTo>
                  <a:lnTo>
                    <a:pt x="1049" y="1978"/>
                  </a:lnTo>
                  <a:lnTo>
                    <a:pt x="1109" y="1888"/>
                  </a:lnTo>
                  <a:lnTo>
                    <a:pt x="1169" y="1798"/>
                  </a:lnTo>
                  <a:lnTo>
                    <a:pt x="1229" y="1708"/>
                  </a:lnTo>
                  <a:lnTo>
                    <a:pt x="1379" y="989"/>
                  </a:lnTo>
                  <a:lnTo>
                    <a:pt x="1409" y="899"/>
                  </a:lnTo>
                  <a:lnTo>
                    <a:pt x="24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8" name="Google Shape;2038;p108"/>
            <p:cNvSpPr/>
            <p:nvPr/>
          </p:nvSpPr>
          <p:spPr>
            <a:xfrm>
              <a:off x="-1847025" y="3418600"/>
              <a:ext cx="26975" cy="27750"/>
            </a:xfrm>
            <a:custGeom>
              <a:avLst/>
              <a:gdLst/>
              <a:ahLst/>
              <a:cxnLst/>
              <a:rect l="l" t="t" r="r" b="b"/>
              <a:pathLst>
                <a:path w="1079" h="1110" extrusionOk="0">
                  <a:moveTo>
                    <a:pt x="0" y="1"/>
                  </a:moveTo>
                  <a:lnTo>
                    <a:pt x="60" y="240"/>
                  </a:lnTo>
                  <a:lnTo>
                    <a:pt x="120" y="420"/>
                  </a:lnTo>
                  <a:lnTo>
                    <a:pt x="240" y="630"/>
                  </a:lnTo>
                  <a:lnTo>
                    <a:pt x="390" y="780"/>
                  </a:lnTo>
                  <a:lnTo>
                    <a:pt x="540" y="900"/>
                  </a:lnTo>
                  <a:lnTo>
                    <a:pt x="689" y="990"/>
                  </a:lnTo>
                  <a:lnTo>
                    <a:pt x="839" y="1079"/>
                  </a:lnTo>
                  <a:lnTo>
                    <a:pt x="959" y="1109"/>
                  </a:lnTo>
                  <a:lnTo>
                    <a:pt x="1079" y="570"/>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9" name="Google Shape;2039;p108"/>
            <p:cNvSpPr/>
            <p:nvPr/>
          </p:nvSpPr>
          <p:spPr>
            <a:xfrm>
              <a:off x="-1848525" y="3375150"/>
              <a:ext cx="53200" cy="65950"/>
            </a:xfrm>
            <a:custGeom>
              <a:avLst/>
              <a:gdLst/>
              <a:ahLst/>
              <a:cxnLst/>
              <a:rect l="l" t="t" r="r" b="b"/>
              <a:pathLst>
                <a:path w="2128" h="2638" extrusionOk="0">
                  <a:moveTo>
                    <a:pt x="959" y="1"/>
                  </a:moveTo>
                  <a:lnTo>
                    <a:pt x="749" y="31"/>
                  </a:lnTo>
                  <a:lnTo>
                    <a:pt x="540" y="121"/>
                  </a:lnTo>
                  <a:lnTo>
                    <a:pt x="390" y="270"/>
                  </a:lnTo>
                  <a:lnTo>
                    <a:pt x="240" y="420"/>
                  </a:lnTo>
                  <a:lnTo>
                    <a:pt x="120" y="630"/>
                  </a:lnTo>
                  <a:lnTo>
                    <a:pt x="60" y="870"/>
                  </a:lnTo>
                  <a:lnTo>
                    <a:pt x="0" y="1169"/>
                  </a:lnTo>
                  <a:lnTo>
                    <a:pt x="0" y="1439"/>
                  </a:lnTo>
                  <a:lnTo>
                    <a:pt x="60" y="1709"/>
                  </a:lnTo>
                  <a:lnTo>
                    <a:pt x="150" y="1919"/>
                  </a:lnTo>
                  <a:lnTo>
                    <a:pt x="270" y="2128"/>
                  </a:lnTo>
                  <a:lnTo>
                    <a:pt x="450" y="2308"/>
                  </a:lnTo>
                  <a:lnTo>
                    <a:pt x="630" y="2458"/>
                  </a:lnTo>
                  <a:lnTo>
                    <a:pt x="839" y="2578"/>
                  </a:lnTo>
                  <a:lnTo>
                    <a:pt x="1049" y="2638"/>
                  </a:lnTo>
                  <a:lnTo>
                    <a:pt x="1169" y="2638"/>
                  </a:lnTo>
                  <a:lnTo>
                    <a:pt x="1289" y="2608"/>
                  </a:lnTo>
                  <a:lnTo>
                    <a:pt x="1379" y="2578"/>
                  </a:lnTo>
                  <a:lnTo>
                    <a:pt x="1499" y="2518"/>
                  </a:lnTo>
                  <a:lnTo>
                    <a:pt x="1678" y="2308"/>
                  </a:lnTo>
                  <a:lnTo>
                    <a:pt x="1828" y="2038"/>
                  </a:lnTo>
                  <a:lnTo>
                    <a:pt x="1948" y="1739"/>
                  </a:lnTo>
                  <a:lnTo>
                    <a:pt x="2038" y="1379"/>
                  </a:lnTo>
                  <a:lnTo>
                    <a:pt x="2098" y="1020"/>
                  </a:lnTo>
                  <a:lnTo>
                    <a:pt x="2128" y="690"/>
                  </a:lnTo>
                  <a:lnTo>
                    <a:pt x="2128" y="510"/>
                  </a:lnTo>
                  <a:lnTo>
                    <a:pt x="2098" y="360"/>
                  </a:lnTo>
                  <a:lnTo>
                    <a:pt x="2038" y="240"/>
                  </a:lnTo>
                  <a:lnTo>
                    <a:pt x="1948" y="181"/>
                  </a:lnTo>
                  <a:lnTo>
                    <a:pt x="1828" y="121"/>
                  </a:lnTo>
                  <a:lnTo>
                    <a:pt x="1648" y="91"/>
                  </a:lnTo>
                  <a:lnTo>
                    <a:pt x="1229" y="31"/>
                  </a:lnTo>
                  <a:lnTo>
                    <a:pt x="95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0" name="Google Shape;2040;p108"/>
            <p:cNvSpPr/>
            <p:nvPr/>
          </p:nvSpPr>
          <p:spPr>
            <a:xfrm>
              <a:off x="-1812575" y="3405125"/>
              <a:ext cx="13500" cy="6775"/>
            </a:xfrm>
            <a:custGeom>
              <a:avLst/>
              <a:gdLst/>
              <a:ahLst/>
              <a:cxnLst/>
              <a:rect l="l" t="t" r="r" b="b"/>
              <a:pathLst>
                <a:path w="540" h="271" extrusionOk="0">
                  <a:moveTo>
                    <a:pt x="210" y="0"/>
                  </a:moveTo>
                  <a:lnTo>
                    <a:pt x="120" y="30"/>
                  </a:lnTo>
                  <a:lnTo>
                    <a:pt x="61" y="90"/>
                  </a:lnTo>
                  <a:lnTo>
                    <a:pt x="1" y="150"/>
                  </a:lnTo>
                  <a:lnTo>
                    <a:pt x="120" y="240"/>
                  </a:lnTo>
                  <a:lnTo>
                    <a:pt x="270" y="270"/>
                  </a:lnTo>
                  <a:lnTo>
                    <a:pt x="420" y="240"/>
                  </a:lnTo>
                  <a:lnTo>
                    <a:pt x="480" y="240"/>
                  </a:lnTo>
                  <a:lnTo>
                    <a:pt x="540" y="180"/>
                  </a:lnTo>
                  <a:lnTo>
                    <a:pt x="510" y="120"/>
                  </a:lnTo>
                  <a:lnTo>
                    <a:pt x="450" y="60"/>
                  </a:lnTo>
                  <a:lnTo>
                    <a:pt x="36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1" name="Google Shape;2041;p108"/>
            <p:cNvSpPr/>
            <p:nvPr/>
          </p:nvSpPr>
          <p:spPr>
            <a:xfrm>
              <a:off x="-1808825" y="3405125"/>
              <a:ext cx="9750" cy="6775"/>
            </a:xfrm>
            <a:custGeom>
              <a:avLst/>
              <a:gdLst/>
              <a:ahLst/>
              <a:cxnLst/>
              <a:rect l="l" t="t" r="r" b="b"/>
              <a:pathLst>
                <a:path w="390" h="271" extrusionOk="0">
                  <a:moveTo>
                    <a:pt x="30" y="0"/>
                  </a:moveTo>
                  <a:lnTo>
                    <a:pt x="0" y="90"/>
                  </a:lnTo>
                  <a:lnTo>
                    <a:pt x="0" y="180"/>
                  </a:lnTo>
                  <a:lnTo>
                    <a:pt x="30" y="240"/>
                  </a:lnTo>
                  <a:lnTo>
                    <a:pt x="120" y="270"/>
                  </a:lnTo>
                  <a:lnTo>
                    <a:pt x="270" y="240"/>
                  </a:lnTo>
                  <a:lnTo>
                    <a:pt x="330" y="240"/>
                  </a:lnTo>
                  <a:lnTo>
                    <a:pt x="390" y="180"/>
                  </a:lnTo>
                  <a:lnTo>
                    <a:pt x="360" y="120"/>
                  </a:lnTo>
                  <a:lnTo>
                    <a:pt x="300" y="60"/>
                  </a:lnTo>
                  <a:lnTo>
                    <a:pt x="21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2" name="Google Shape;2042;p108"/>
            <p:cNvSpPr/>
            <p:nvPr/>
          </p:nvSpPr>
          <p:spPr>
            <a:xfrm>
              <a:off x="-1858275" y="3395375"/>
              <a:ext cx="18000" cy="15025"/>
            </a:xfrm>
            <a:custGeom>
              <a:avLst/>
              <a:gdLst/>
              <a:ahLst/>
              <a:cxnLst/>
              <a:rect l="l" t="t" r="r" b="b"/>
              <a:pathLst>
                <a:path w="720" h="601" extrusionOk="0">
                  <a:moveTo>
                    <a:pt x="270" y="1"/>
                  </a:moveTo>
                  <a:lnTo>
                    <a:pt x="151" y="31"/>
                  </a:lnTo>
                  <a:lnTo>
                    <a:pt x="61" y="91"/>
                  </a:lnTo>
                  <a:lnTo>
                    <a:pt x="1" y="211"/>
                  </a:lnTo>
                  <a:lnTo>
                    <a:pt x="1" y="330"/>
                  </a:lnTo>
                  <a:lnTo>
                    <a:pt x="61" y="450"/>
                  </a:lnTo>
                  <a:lnTo>
                    <a:pt x="151" y="510"/>
                  </a:lnTo>
                  <a:lnTo>
                    <a:pt x="300" y="570"/>
                  </a:lnTo>
                  <a:lnTo>
                    <a:pt x="450" y="600"/>
                  </a:lnTo>
                  <a:lnTo>
                    <a:pt x="570" y="570"/>
                  </a:lnTo>
                  <a:lnTo>
                    <a:pt x="660" y="540"/>
                  </a:lnTo>
                  <a:lnTo>
                    <a:pt x="720" y="450"/>
                  </a:lnTo>
                  <a:lnTo>
                    <a:pt x="720" y="390"/>
                  </a:lnTo>
                  <a:lnTo>
                    <a:pt x="690" y="330"/>
                  </a:lnTo>
                  <a:lnTo>
                    <a:pt x="600" y="211"/>
                  </a:lnTo>
                  <a:lnTo>
                    <a:pt x="450" y="61"/>
                  </a:lnTo>
                  <a:lnTo>
                    <a:pt x="27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3" name="Google Shape;2043;p108"/>
            <p:cNvSpPr/>
            <p:nvPr/>
          </p:nvSpPr>
          <p:spPr>
            <a:xfrm>
              <a:off x="-1854525" y="3398375"/>
              <a:ext cx="6775" cy="7525"/>
            </a:xfrm>
            <a:custGeom>
              <a:avLst/>
              <a:gdLst/>
              <a:ahLst/>
              <a:cxnLst/>
              <a:rect l="l" t="t" r="r" b="b"/>
              <a:pathLst>
                <a:path w="271" h="301" extrusionOk="0">
                  <a:moveTo>
                    <a:pt x="31" y="1"/>
                  </a:moveTo>
                  <a:lnTo>
                    <a:pt x="1" y="31"/>
                  </a:lnTo>
                  <a:lnTo>
                    <a:pt x="1" y="61"/>
                  </a:lnTo>
                  <a:lnTo>
                    <a:pt x="31" y="91"/>
                  </a:lnTo>
                  <a:lnTo>
                    <a:pt x="120" y="91"/>
                  </a:lnTo>
                  <a:lnTo>
                    <a:pt x="180" y="121"/>
                  </a:lnTo>
                  <a:lnTo>
                    <a:pt x="210" y="180"/>
                  </a:lnTo>
                  <a:lnTo>
                    <a:pt x="210" y="240"/>
                  </a:lnTo>
                  <a:lnTo>
                    <a:pt x="210" y="270"/>
                  </a:lnTo>
                  <a:lnTo>
                    <a:pt x="240" y="300"/>
                  </a:lnTo>
                  <a:lnTo>
                    <a:pt x="270" y="270"/>
                  </a:lnTo>
                  <a:lnTo>
                    <a:pt x="270" y="150"/>
                  </a:lnTo>
                  <a:lnTo>
                    <a:pt x="240" y="61"/>
                  </a:lnTo>
                  <a:lnTo>
                    <a:pt x="15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4" name="Google Shape;2044;p108"/>
            <p:cNvSpPr/>
            <p:nvPr/>
          </p:nvSpPr>
          <p:spPr>
            <a:xfrm>
              <a:off x="-1818575" y="3401375"/>
              <a:ext cx="5275" cy="18750"/>
            </a:xfrm>
            <a:custGeom>
              <a:avLst/>
              <a:gdLst/>
              <a:ahLst/>
              <a:cxnLst/>
              <a:rect l="l" t="t" r="r" b="b"/>
              <a:pathLst>
                <a:path w="211" h="750" extrusionOk="0">
                  <a:moveTo>
                    <a:pt x="151" y="1"/>
                  </a:moveTo>
                  <a:lnTo>
                    <a:pt x="121" y="30"/>
                  </a:lnTo>
                  <a:lnTo>
                    <a:pt x="91" y="180"/>
                  </a:lnTo>
                  <a:lnTo>
                    <a:pt x="121" y="360"/>
                  </a:lnTo>
                  <a:lnTo>
                    <a:pt x="121" y="480"/>
                  </a:lnTo>
                  <a:lnTo>
                    <a:pt x="121" y="600"/>
                  </a:lnTo>
                  <a:lnTo>
                    <a:pt x="91" y="630"/>
                  </a:lnTo>
                  <a:lnTo>
                    <a:pt x="61" y="660"/>
                  </a:lnTo>
                  <a:lnTo>
                    <a:pt x="31" y="660"/>
                  </a:lnTo>
                  <a:lnTo>
                    <a:pt x="1" y="720"/>
                  </a:lnTo>
                  <a:lnTo>
                    <a:pt x="31" y="750"/>
                  </a:lnTo>
                  <a:lnTo>
                    <a:pt x="61" y="750"/>
                  </a:lnTo>
                  <a:lnTo>
                    <a:pt x="151" y="720"/>
                  </a:lnTo>
                  <a:lnTo>
                    <a:pt x="181" y="630"/>
                  </a:lnTo>
                  <a:lnTo>
                    <a:pt x="211" y="570"/>
                  </a:lnTo>
                  <a:lnTo>
                    <a:pt x="211" y="480"/>
                  </a:lnTo>
                  <a:lnTo>
                    <a:pt x="211" y="330"/>
                  </a:lnTo>
                  <a:lnTo>
                    <a:pt x="181" y="180"/>
                  </a:lnTo>
                  <a:lnTo>
                    <a:pt x="211" y="30"/>
                  </a:lnTo>
                  <a:lnTo>
                    <a:pt x="2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5" name="Google Shape;2045;p108"/>
            <p:cNvSpPr/>
            <p:nvPr/>
          </p:nvSpPr>
          <p:spPr>
            <a:xfrm>
              <a:off x="-1827550" y="3415600"/>
              <a:ext cx="11250" cy="10525"/>
            </a:xfrm>
            <a:custGeom>
              <a:avLst/>
              <a:gdLst/>
              <a:ahLst/>
              <a:cxnLst/>
              <a:rect l="l" t="t" r="r" b="b"/>
              <a:pathLst>
                <a:path w="450" h="421" extrusionOk="0">
                  <a:moveTo>
                    <a:pt x="30" y="1"/>
                  </a:moveTo>
                  <a:lnTo>
                    <a:pt x="0" y="31"/>
                  </a:lnTo>
                  <a:lnTo>
                    <a:pt x="0" y="61"/>
                  </a:lnTo>
                  <a:lnTo>
                    <a:pt x="30" y="211"/>
                  </a:lnTo>
                  <a:lnTo>
                    <a:pt x="120" y="301"/>
                  </a:lnTo>
                  <a:lnTo>
                    <a:pt x="270" y="390"/>
                  </a:lnTo>
                  <a:lnTo>
                    <a:pt x="390" y="420"/>
                  </a:lnTo>
                  <a:lnTo>
                    <a:pt x="420" y="420"/>
                  </a:lnTo>
                  <a:lnTo>
                    <a:pt x="450" y="390"/>
                  </a:lnTo>
                  <a:lnTo>
                    <a:pt x="450" y="360"/>
                  </a:lnTo>
                  <a:lnTo>
                    <a:pt x="450" y="330"/>
                  </a:lnTo>
                  <a:lnTo>
                    <a:pt x="420" y="330"/>
                  </a:lnTo>
                  <a:lnTo>
                    <a:pt x="300" y="301"/>
                  </a:lnTo>
                  <a:lnTo>
                    <a:pt x="180" y="241"/>
                  </a:lnTo>
                  <a:lnTo>
                    <a:pt x="120" y="151"/>
                  </a:lnTo>
                  <a:lnTo>
                    <a:pt x="90" y="31"/>
                  </a:lnTo>
                  <a:lnTo>
                    <a:pt x="6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6" name="Google Shape;2046;p108"/>
            <p:cNvSpPr/>
            <p:nvPr/>
          </p:nvSpPr>
          <p:spPr>
            <a:xfrm>
              <a:off x="-1835050" y="3398375"/>
              <a:ext cx="16500" cy="7525"/>
            </a:xfrm>
            <a:custGeom>
              <a:avLst/>
              <a:gdLst/>
              <a:ahLst/>
              <a:cxnLst/>
              <a:rect l="l" t="t" r="r" b="b"/>
              <a:pathLst>
                <a:path w="660" h="301" extrusionOk="0">
                  <a:moveTo>
                    <a:pt x="180" y="1"/>
                  </a:moveTo>
                  <a:lnTo>
                    <a:pt x="91" y="31"/>
                  </a:lnTo>
                  <a:lnTo>
                    <a:pt x="1" y="91"/>
                  </a:lnTo>
                  <a:lnTo>
                    <a:pt x="150" y="210"/>
                  </a:lnTo>
                  <a:lnTo>
                    <a:pt x="300" y="270"/>
                  </a:lnTo>
                  <a:lnTo>
                    <a:pt x="480" y="300"/>
                  </a:lnTo>
                  <a:lnTo>
                    <a:pt x="660" y="270"/>
                  </a:lnTo>
                  <a:lnTo>
                    <a:pt x="600" y="180"/>
                  </a:lnTo>
                  <a:lnTo>
                    <a:pt x="540" y="121"/>
                  </a:lnTo>
                  <a:lnTo>
                    <a:pt x="480" y="61"/>
                  </a:lnTo>
                  <a:lnTo>
                    <a:pt x="390" y="31"/>
                  </a:lnTo>
                  <a:lnTo>
                    <a:pt x="27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7" name="Google Shape;2047;p108"/>
            <p:cNvSpPr/>
            <p:nvPr/>
          </p:nvSpPr>
          <p:spPr>
            <a:xfrm>
              <a:off x="-1829800" y="3398375"/>
              <a:ext cx="11250" cy="7525"/>
            </a:xfrm>
            <a:custGeom>
              <a:avLst/>
              <a:gdLst/>
              <a:ahLst/>
              <a:cxnLst/>
              <a:rect l="l" t="t" r="r" b="b"/>
              <a:pathLst>
                <a:path w="450" h="301" extrusionOk="0">
                  <a:moveTo>
                    <a:pt x="60" y="1"/>
                  </a:moveTo>
                  <a:lnTo>
                    <a:pt x="0" y="61"/>
                  </a:lnTo>
                  <a:lnTo>
                    <a:pt x="0" y="150"/>
                  </a:lnTo>
                  <a:lnTo>
                    <a:pt x="30" y="270"/>
                  </a:lnTo>
                  <a:lnTo>
                    <a:pt x="120" y="300"/>
                  </a:lnTo>
                  <a:lnTo>
                    <a:pt x="330" y="300"/>
                  </a:lnTo>
                  <a:lnTo>
                    <a:pt x="450" y="270"/>
                  </a:lnTo>
                  <a:lnTo>
                    <a:pt x="390" y="180"/>
                  </a:lnTo>
                  <a:lnTo>
                    <a:pt x="330" y="121"/>
                  </a:lnTo>
                  <a:lnTo>
                    <a:pt x="270" y="61"/>
                  </a:lnTo>
                  <a:lnTo>
                    <a:pt x="180" y="31"/>
                  </a:lnTo>
                  <a:lnTo>
                    <a:pt x="6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8" name="Google Shape;2048;p108"/>
            <p:cNvSpPr/>
            <p:nvPr/>
          </p:nvSpPr>
          <p:spPr>
            <a:xfrm>
              <a:off x="-1810325" y="3397625"/>
              <a:ext cx="11250" cy="5275"/>
            </a:xfrm>
            <a:custGeom>
              <a:avLst/>
              <a:gdLst/>
              <a:ahLst/>
              <a:cxnLst/>
              <a:rect l="l" t="t" r="r" b="b"/>
              <a:pathLst>
                <a:path w="450" h="211" extrusionOk="0">
                  <a:moveTo>
                    <a:pt x="150" y="1"/>
                  </a:moveTo>
                  <a:lnTo>
                    <a:pt x="30" y="31"/>
                  </a:lnTo>
                  <a:lnTo>
                    <a:pt x="1" y="61"/>
                  </a:lnTo>
                  <a:lnTo>
                    <a:pt x="1" y="91"/>
                  </a:lnTo>
                  <a:lnTo>
                    <a:pt x="30" y="121"/>
                  </a:lnTo>
                  <a:lnTo>
                    <a:pt x="60" y="121"/>
                  </a:lnTo>
                  <a:lnTo>
                    <a:pt x="150" y="91"/>
                  </a:lnTo>
                  <a:lnTo>
                    <a:pt x="240" y="121"/>
                  </a:lnTo>
                  <a:lnTo>
                    <a:pt x="300" y="151"/>
                  </a:lnTo>
                  <a:lnTo>
                    <a:pt x="360" y="210"/>
                  </a:lnTo>
                  <a:lnTo>
                    <a:pt x="420" y="210"/>
                  </a:lnTo>
                  <a:lnTo>
                    <a:pt x="450" y="180"/>
                  </a:lnTo>
                  <a:lnTo>
                    <a:pt x="450" y="151"/>
                  </a:lnTo>
                  <a:lnTo>
                    <a:pt x="360" y="61"/>
                  </a:lnTo>
                  <a:lnTo>
                    <a:pt x="240" y="31"/>
                  </a:lnTo>
                  <a:lnTo>
                    <a:pt x="15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9" name="Google Shape;2049;p108"/>
            <p:cNvSpPr/>
            <p:nvPr/>
          </p:nvSpPr>
          <p:spPr>
            <a:xfrm>
              <a:off x="-1830550" y="3390150"/>
              <a:ext cx="15000" cy="6750"/>
            </a:xfrm>
            <a:custGeom>
              <a:avLst/>
              <a:gdLst/>
              <a:ahLst/>
              <a:cxnLst/>
              <a:rect l="l" t="t" r="r" b="b"/>
              <a:pathLst>
                <a:path w="600" h="270" extrusionOk="0">
                  <a:moveTo>
                    <a:pt x="30" y="0"/>
                  </a:moveTo>
                  <a:lnTo>
                    <a:pt x="0" y="30"/>
                  </a:lnTo>
                  <a:lnTo>
                    <a:pt x="0" y="60"/>
                  </a:lnTo>
                  <a:lnTo>
                    <a:pt x="0" y="90"/>
                  </a:lnTo>
                  <a:lnTo>
                    <a:pt x="180" y="90"/>
                  </a:lnTo>
                  <a:lnTo>
                    <a:pt x="300" y="120"/>
                  </a:lnTo>
                  <a:lnTo>
                    <a:pt x="420" y="180"/>
                  </a:lnTo>
                  <a:lnTo>
                    <a:pt x="540" y="270"/>
                  </a:lnTo>
                  <a:lnTo>
                    <a:pt x="600" y="270"/>
                  </a:lnTo>
                  <a:lnTo>
                    <a:pt x="600" y="240"/>
                  </a:lnTo>
                  <a:lnTo>
                    <a:pt x="600" y="210"/>
                  </a:lnTo>
                  <a:lnTo>
                    <a:pt x="480" y="90"/>
                  </a:lnTo>
                  <a:lnTo>
                    <a:pt x="330" y="30"/>
                  </a:lnTo>
                  <a:lnTo>
                    <a:pt x="18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0" name="Google Shape;2050;p108"/>
            <p:cNvSpPr/>
            <p:nvPr/>
          </p:nvSpPr>
          <p:spPr>
            <a:xfrm>
              <a:off x="-1849275" y="3369900"/>
              <a:ext cx="69700" cy="33750"/>
            </a:xfrm>
            <a:custGeom>
              <a:avLst/>
              <a:gdLst/>
              <a:ahLst/>
              <a:cxnLst/>
              <a:rect l="l" t="t" r="r" b="b"/>
              <a:pathLst>
                <a:path w="2788" h="1350" extrusionOk="0">
                  <a:moveTo>
                    <a:pt x="1139" y="1"/>
                  </a:moveTo>
                  <a:lnTo>
                    <a:pt x="719" y="61"/>
                  </a:lnTo>
                  <a:lnTo>
                    <a:pt x="390" y="121"/>
                  </a:lnTo>
                  <a:lnTo>
                    <a:pt x="270" y="151"/>
                  </a:lnTo>
                  <a:lnTo>
                    <a:pt x="180" y="211"/>
                  </a:lnTo>
                  <a:lnTo>
                    <a:pt x="90" y="361"/>
                  </a:lnTo>
                  <a:lnTo>
                    <a:pt x="30" y="480"/>
                  </a:lnTo>
                  <a:lnTo>
                    <a:pt x="0" y="630"/>
                  </a:lnTo>
                  <a:lnTo>
                    <a:pt x="0" y="780"/>
                  </a:lnTo>
                  <a:lnTo>
                    <a:pt x="60" y="990"/>
                  </a:lnTo>
                  <a:lnTo>
                    <a:pt x="90" y="1080"/>
                  </a:lnTo>
                  <a:lnTo>
                    <a:pt x="210" y="1289"/>
                  </a:lnTo>
                  <a:lnTo>
                    <a:pt x="300" y="1349"/>
                  </a:lnTo>
                  <a:lnTo>
                    <a:pt x="360" y="1349"/>
                  </a:lnTo>
                  <a:lnTo>
                    <a:pt x="390" y="1260"/>
                  </a:lnTo>
                  <a:lnTo>
                    <a:pt x="420" y="1050"/>
                  </a:lnTo>
                  <a:lnTo>
                    <a:pt x="420" y="930"/>
                  </a:lnTo>
                  <a:lnTo>
                    <a:pt x="540" y="900"/>
                  </a:lnTo>
                  <a:lnTo>
                    <a:pt x="630" y="840"/>
                  </a:lnTo>
                  <a:lnTo>
                    <a:pt x="779" y="720"/>
                  </a:lnTo>
                  <a:lnTo>
                    <a:pt x="869" y="570"/>
                  </a:lnTo>
                  <a:lnTo>
                    <a:pt x="899" y="510"/>
                  </a:lnTo>
                  <a:lnTo>
                    <a:pt x="1139" y="690"/>
                  </a:lnTo>
                  <a:lnTo>
                    <a:pt x="1379" y="810"/>
                  </a:lnTo>
                  <a:lnTo>
                    <a:pt x="1588" y="900"/>
                  </a:lnTo>
                  <a:lnTo>
                    <a:pt x="1768" y="960"/>
                  </a:lnTo>
                  <a:lnTo>
                    <a:pt x="2128" y="960"/>
                  </a:lnTo>
                  <a:lnTo>
                    <a:pt x="2278" y="930"/>
                  </a:lnTo>
                  <a:lnTo>
                    <a:pt x="2398" y="870"/>
                  </a:lnTo>
                  <a:lnTo>
                    <a:pt x="2517" y="780"/>
                  </a:lnTo>
                  <a:lnTo>
                    <a:pt x="2607" y="690"/>
                  </a:lnTo>
                  <a:lnTo>
                    <a:pt x="2697" y="600"/>
                  </a:lnTo>
                  <a:lnTo>
                    <a:pt x="2727" y="480"/>
                  </a:lnTo>
                  <a:lnTo>
                    <a:pt x="2787" y="361"/>
                  </a:lnTo>
                  <a:lnTo>
                    <a:pt x="2787" y="241"/>
                  </a:lnTo>
                  <a:lnTo>
                    <a:pt x="2787" y="151"/>
                  </a:lnTo>
                  <a:lnTo>
                    <a:pt x="2757" y="31"/>
                  </a:lnTo>
                  <a:lnTo>
                    <a:pt x="239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1" name="Google Shape;2051;p108"/>
            <p:cNvSpPr/>
            <p:nvPr/>
          </p:nvSpPr>
          <p:spPr>
            <a:xfrm>
              <a:off x="-1915950" y="3441075"/>
              <a:ext cx="275700" cy="152100"/>
            </a:xfrm>
            <a:custGeom>
              <a:avLst/>
              <a:gdLst/>
              <a:ahLst/>
              <a:cxnLst/>
              <a:rect l="l" t="t" r="r" b="b"/>
              <a:pathLst>
                <a:path w="11028" h="6084" extrusionOk="0">
                  <a:moveTo>
                    <a:pt x="929" y="1"/>
                  </a:moveTo>
                  <a:lnTo>
                    <a:pt x="720" y="61"/>
                  </a:lnTo>
                  <a:lnTo>
                    <a:pt x="510" y="151"/>
                  </a:lnTo>
                  <a:lnTo>
                    <a:pt x="360" y="300"/>
                  </a:lnTo>
                  <a:lnTo>
                    <a:pt x="210" y="450"/>
                  </a:lnTo>
                  <a:lnTo>
                    <a:pt x="120" y="630"/>
                  </a:lnTo>
                  <a:lnTo>
                    <a:pt x="60" y="810"/>
                  </a:lnTo>
                  <a:lnTo>
                    <a:pt x="0" y="990"/>
                  </a:lnTo>
                  <a:lnTo>
                    <a:pt x="0" y="1169"/>
                  </a:lnTo>
                  <a:lnTo>
                    <a:pt x="30" y="1379"/>
                  </a:lnTo>
                  <a:lnTo>
                    <a:pt x="120" y="1559"/>
                  </a:lnTo>
                  <a:lnTo>
                    <a:pt x="210" y="1739"/>
                  </a:lnTo>
                  <a:lnTo>
                    <a:pt x="360" y="1918"/>
                  </a:lnTo>
                  <a:lnTo>
                    <a:pt x="4555" y="5125"/>
                  </a:lnTo>
                  <a:lnTo>
                    <a:pt x="4735" y="5245"/>
                  </a:lnTo>
                  <a:lnTo>
                    <a:pt x="5364" y="5724"/>
                  </a:lnTo>
                  <a:lnTo>
                    <a:pt x="5634" y="5874"/>
                  </a:lnTo>
                  <a:lnTo>
                    <a:pt x="5904" y="5994"/>
                  </a:lnTo>
                  <a:lnTo>
                    <a:pt x="6203" y="6054"/>
                  </a:lnTo>
                  <a:lnTo>
                    <a:pt x="6503" y="6084"/>
                  </a:lnTo>
                  <a:lnTo>
                    <a:pt x="6773" y="6054"/>
                  </a:lnTo>
                  <a:lnTo>
                    <a:pt x="7012" y="5994"/>
                  </a:lnTo>
                  <a:lnTo>
                    <a:pt x="7282" y="5904"/>
                  </a:lnTo>
                  <a:lnTo>
                    <a:pt x="7522" y="5784"/>
                  </a:lnTo>
                  <a:lnTo>
                    <a:pt x="10848" y="3567"/>
                  </a:lnTo>
                  <a:lnTo>
                    <a:pt x="10968" y="3477"/>
                  </a:lnTo>
                  <a:lnTo>
                    <a:pt x="11028" y="3327"/>
                  </a:lnTo>
                  <a:lnTo>
                    <a:pt x="11028" y="3177"/>
                  </a:lnTo>
                  <a:lnTo>
                    <a:pt x="10968" y="3057"/>
                  </a:lnTo>
                  <a:lnTo>
                    <a:pt x="10009" y="1469"/>
                  </a:lnTo>
                  <a:lnTo>
                    <a:pt x="6443" y="3327"/>
                  </a:lnTo>
                  <a:lnTo>
                    <a:pt x="5874" y="2937"/>
                  </a:lnTo>
                  <a:lnTo>
                    <a:pt x="5334" y="2548"/>
                  </a:lnTo>
                  <a:lnTo>
                    <a:pt x="5214" y="2488"/>
                  </a:lnTo>
                  <a:lnTo>
                    <a:pt x="1738" y="180"/>
                  </a:lnTo>
                  <a:lnTo>
                    <a:pt x="1559" y="61"/>
                  </a:lnTo>
                  <a:lnTo>
                    <a:pt x="134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52" name="Google Shape;2052;p108"/>
          <p:cNvSpPr/>
          <p:nvPr/>
        </p:nvSpPr>
        <p:spPr>
          <a:xfrm>
            <a:off x="1977652" y="870097"/>
            <a:ext cx="71999" cy="71999"/>
          </a:xfrm>
          <a:custGeom>
            <a:avLst/>
            <a:gdLst/>
            <a:ahLst/>
            <a:cxnLst/>
            <a:rect l="l" t="t" r="r" b="b"/>
            <a:pathLst>
              <a:path w="3747" h="3747" extrusionOk="0">
                <a:moveTo>
                  <a:pt x="1889" y="1"/>
                </a:moveTo>
                <a:lnTo>
                  <a:pt x="1679" y="31"/>
                </a:lnTo>
                <a:lnTo>
                  <a:pt x="1499" y="60"/>
                </a:lnTo>
                <a:lnTo>
                  <a:pt x="1319" y="90"/>
                </a:lnTo>
                <a:lnTo>
                  <a:pt x="1140" y="150"/>
                </a:lnTo>
                <a:lnTo>
                  <a:pt x="840" y="330"/>
                </a:lnTo>
                <a:lnTo>
                  <a:pt x="570" y="570"/>
                </a:lnTo>
                <a:lnTo>
                  <a:pt x="330" y="840"/>
                </a:lnTo>
                <a:lnTo>
                  <a:pt x="151" y="1169"/>
                </a:lnTo>
                <a:lnTo>
                  <a:pt x="91" y="1319"/>
                </a:lnTo>
                <a:lnTo>
                  <a:pt x="61" y="1499"/>
                </a:lnTo>
                <a:lnTo>
                  <a:pt x="31" y="1679"/>
                </a:lnTo>
                <a:lnTo>
                  <a:pt x="1" y="1888"/>
                </a:lnTo>
                <a:lnTo>
                  <a:pt x="31" y="2068"/>
                </a:lnTo>
                <a:lnTo>
                  <a:pt x="61" y="2248"/>
                </a:lnTo>
                <a:lnTo>
                  <a:pt x="91" y="2428"/>
                </a:lnTo>
                <a:lnTo>
                  <a:pt x="151" y="2608"/>
                </a:lnTo>
                <a:lnTo>
                  <a:pt x="330" y="2937"/>
                </a:lnTo>
                <a:lnTo>
                  <a:pt x="570" y="3207"/>
                </a:lnTo>
                <a:lnTo>
                  <a:pt x="840" y="3447"/>
                </a:lnTo>
                <a:lnTo>
                  <a:pt x="1140" y="3596"/>
                </a:lnTo>
                <a:lnTo>
                  <a:pt x="1319" y="3656"/>
                </a:lnTo>
                <a:lnTo>
                  <a:pt x="1499" y="3716"/>
                </a:lnTo>
                <a:lnTo>
                  <a:pt x="1679" y="3746"/>
                </a:lnTo>
                <a:lnTo>
                  <a:pt x="2068" y="3746"/>
                </a:lnTo>
                <a:lnTo>
                  <a:pt x="2248" y="3716"/>
                </a:lnTo>
                <a:lnTo>
                  <a:pt x="2428" y="3656"/>
                </a:lnTo>
                <a:lnTo>
                  <a:pt x="2608" y="3596"/>
                </a:lnTo>
                <a:lnTo>
                  <a:pt x="2937" y="3447"/>
                </a:lnTo>
                <a:lnTo>
                  <a:pt x="3207" y="3207"/>
                </a:lnTo>
                <a:lnTo>
                  <a:pt x="3417" y="2937"/>
                </a:lnTo>
                <a:lnTo>
                  <a:pt x="3597" y="2608"/>
                </a:lnTo>
                <a:lnTo>
                  <a:pt x="3657" y="2428"/>
                </a:lnTo>
                <a:lnTo>
                  <a:pt x="3717" y="2248"/>
                </a:lnTo>
                <a:lnTo>
                  <a:pt x="3747" y="2068"/>
                </a:lnTo>
                <a:lnTo>
                  <a:pt x="3747" y="1888"/>
                </a:lnTo>
                <a:lnTo>
                  <a:pt x="3747" y="1679"/>
                </a:lnTo>
                <a:lnTo>
                  <a:pt x="3717" y="1499"/>
                </a:lnTo>
                <a:lnTo>
                  <a:pt x="3657" y="1319"/>
                </a:lnTo>
                <a:lnTo>
                  <a:pt x="3597" y="1169"/>
                </a:lnTo>
                <a:lnTo>
                  <a:pt x="3417" y="840"/>
                </a:lnTo>
                <a:lnTo>
                  <a:pt x="3207" y="570"/>
                </a:lnTo>
                <a:lnTo>
                  <a:pt x="2937" y="330"/>
                </a:lnTo>
                <a:lnTo>
                  <a:pt x="2608" y="150"/>
                </a:lnTo>
                <a:lnTo>
                  <a:pt x="2428" y="90"/>
                </a:lnTo>
                <a:lnTo>
                  <a:pt x="2248" y="60"/>
                </a:lnTo>
                <a:lnTo>
                  <a:pt x="2068" y="31"/>
                </a:lnTo>
                <a:lnTo>
                  <a:pt x="18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53" name="Google Shape;2053;p108"/>
          <p:cNvCxnSpPr/>
          <p:nvPr/>
        </p:nvCxnSpPr>
        <p:spPr>
          <a:xfrm>
            <a:off x="-193162" y="4604000"/>
            <a:ext cx="2314800" cy="0"/>
          </a:xfrm>
          <a:prstGeom prst="straightConnector1">
            <a:avLst/>
          </a:prstGeom>
          <a:noFill/>
          <a:ln w="9525" cap="flat" cmpd="sng">
            <a:solidFill>
              <a:schemeClr val="dk1"/>
            </a:solidFill>
            <a:prstDash val="solid"/>
            <a:round/>
            <a:headEnd type="none" w="sm" len="sm"/>
            <a:tailEnd type="none" w="sm" len="sm"/>
          </a:ln>
        </p:spPr>
      </p:cxnSp>
      <p:cxnSp>
        <p:nvCxnSpPr>
          <p:cNvPr id="2054" name="Google Shape;2054;p108"/>
          <p:cNvCxnSpPr/>
          <p:nvPr/>
        </p:nvCxnSpPr>
        <p:spPr>
          <a:xfrm>
            <a:off x="7234488" y="4604000"/>
            <a:ext cx="2314800" cy="0"/>
          </a:xfrm>
          <a:prstGeom prst="straightConnector1">
            <a:avLst/>
          </a:prstGeom>
          <a:noFill/>
          <a:ln w="9525" cap="flat" cmpd="sng">
            <a:solidFill>
              <a:schemeClr val="dk1"/>
            </a:solidFill>
            <a:prstDash val="solid"/>
            <a:round/>
            <a:headEnd type="none" w="sm" len="sm"/>
            <a:tailEnd type="none" w="sm" len="sm"/>
          </a:ln>
        </p:spPr>
      </p:cxnSp>
      <p:sp>
        <p:nvSpPr>
          <p:cNvPr id="2055" name="Google Shape;2055;p108"/>
          <p:cNvSpPr/>
          <p:nvPr/>
        </p:nvSpPr>
        <p:spPr>
          <a:xfrm>
            <a:off x="7099852" y="1501897"/>
            <a:ext cx="71999" cy="71999"/>
          </a:xfrm>
          <a:custGeom>
            <a:avLst/>
            <a:gdLst/>
            <a:ahLst/>
            <a:cxnLst/>
            <a:rect l="l" t="t" r="r" b="b"/>
            <a:pathLst>
              <a:path w="3747" h="3747" extrusionOk="0">
                <a:moveTo>
                  <a:pt x="1889" y="1"/>
                </a:moveTo>
                <a:lnTo>
                  <a:pt x="1679" y="31"/>
                </a:lnTo>
                <a:lnTo>
                  <a:pt x="1499" y="60"/>
                </a:lnTo>
                <a:lnTo>
                  <a:pt x="1319" y="90"/>
                </a:lnTo>
                <a:lnTo>
                  <a:pt x="1140" y="150"/>
                </a:lnTo>
                <a:lnTo>
                  <a:pt x="840" y="330"/>
                </a:lnTo>
                <a:lnTo>
                  <a:pt x="570" y="570"/>
                </a:lnTo>
                <a:lnTo>
                  <a:pt x="330" y="840"/>
                </a:lnTo>
                <a:lnTo>
                  <a:pt x="151" y="1169"/>
                </a:lnTo>
                <a:lnTo>
                  <a:pt x="91" y="1319"/>
                </a:lnTo>
                <a:lnTo>
                  <a:pt x="61" y="1499"/>
                </a:lnTo>
                <a:lnTo>
                  <a:pt x="31" y="1679"/>
                </a:lnTo>
                <a:lnTo>
                  <a:pt x="1" y="1888"/>
                </a:lnTo>
                <a:lnTo>
                  <a:pt x="31" y="2068"/>
                </a:lnTo>
                <a:lnTo>
                  <a:pt x="61" y="2248"/>
                </a:lnTo>
                <a:lnTo>
                  <a:pt x="91" y="2428"/>
                </a:lnTo>
                <a:lnTo>
                  <a:pt x="151" y="2608"/>
                </a:lnTo>
                <a:lnTo>
                  <a:pt x="330" y="2937"/>
                </a:lnTo>
                <a:lnTo>
                  <a:pt x="570" y="3207"/>
                </a:lnTo>
                <a:lnTo>
                  <a:pt x="840" y="3447"/>
                </a:lnTo>
                <a:lnTo>
                  <a:pt x="1140" y="3596"/>
                </a:lnTo>
                <a:lnTo>
                  <a:pt x="1319" y="3656"/>
                </a:lnTo>
                <a:lnTo>
                  <a:pt x="1499" y="3716"/>
                </a:lnTo>
                <a:lnTo>
                  <a:pt x="1679" y="3746"/>
                </a:lnTo>
                <a:lnTo>
                  <a:pt x="2068" y="3746"/>
                </a:lnTo>
                <a:lnTo>
                  <a:pt x="2248" y="3716"/>
                </a:lnTo>
                <a:lnTo>
                  <a:pt x="2428" y="3656"/>
                </a:lnTo>
                <a:lnTo>
                  <a:pt x="2608" y="3596"/>
                </a:lnTo>
                <a:lnTo>
                  <a:pt x="2937" y="3447"/>
                </a:lnTo>
                <a:lnTo>
                  <a:pt x="3207" y="3207"/>
                </a:lnTo>
                <a:lnTo>
                  <a:pt x="3417" y="2937"/>
                </a:lnTo>
                <a:lnTo>
                  <a:pt x="3597" y="2608"/>
                </a:lnTo>
                <a:lnTo>
                  <a:pt x="3657" y="2428"/>
                </a:lnTo>
                <a:lnTo>
                  <a:pt x="3717" y="2248"/>
                </a:lnTo>
                <a:lnTo>
                  <a:pt x="3747" y="2068"/>
                </a:lnTo>
                <a:lnTo>
                  <a:pt x="3747" y="1888"/>
                </a:lnTo>
                <a:lnTo>
                  <a:pt x="3747" y="1679"/>
                </a:lnTo>
                <a:lnTo>
                  <a:pt x="3717" y="1499"/>
                </a:lnTo>
                <a:lnTo>
                  <a:pt x="3657" y="1319"/>
                </a:lnTo>
                <a:lnTo>
                  <a:pt x="3597" y="1169"/>
                </a:lnTo>
                <a:lnTo>
                  <a:pt x="3417" y="840"/>
                </a:lnTo>
                <a:lnTo>
                  <a:pt x="3207" y="570"/>
                </a:lnTo>
                <a:lnTo>
                  <a:pt x="2937" y="330"/>
                </a:lnTo>
                <a:lnTo>
                  <a:pt x="2608" y="150"/>
                </a:lnTo>
                <a:lnTo>
                  <a:pt x="2428" y="90"/>
                </a:lnTo>
                <a:lnTo>
                  <a:pt x="2248" y="60"/>
                </a:lnTo>
                <a:lnTo>
                  <a:pt x="2068" y="31"/>
                </a:lnTo>
                <a:lnTo>
                  <a:pt x="1889"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6" name="Google Shape;2056;p108"/>
          <p:cNvSpPr/>
          <p:nvPr/>
        </p:nvSpPr>
        <p:spPr>
          <a:xfrm>
            <a:off x="1977652" y="3495812"/>
            <a:ext cx="5122200" cy="921300"/>
          </a:xfrm>
          <a:prstGeom prst="rect">
            <a:avLst/>
          </a:prstGeom>
          <a:solidFill>
            <a:srgbClr val="FDFAE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Animated Intro for Social Media Platforms by Slidesgo">
  <a:themeElements>
    <a:clrScheme name="Animated Intro for Social Media Platforms">
      <a:dk1>
        <a:srgbClr val="241B5F"/>
      </a:dk1>
      <a:lt1>
        <a:srgbClr val="FDFAE1"/>
      </a:lt1>
      <a:dk2>
        <a:srgbClr val="4A4DE9"/>
      </a:dk2>
      <a:lt2>
        <a:srgbClr val="FFB400"/>
      </a:lt2>
      <a:accent1>
        <a:srgbClr val="FF5A00"/>
      </a:accent1>
      <a:accent2>
        <a:srgbClr val="FF6273"/>
      </a:accent2>
      <a:accent3>
        <a:srgbClr val="FF95A1"/>
      </a:accent3>
      <a:accent4>
        <a:srgbClr val="F3DCC6"/>
      </a:accent4>
      <a:accent5>
        <a:srgbClr val="FFFFFF"/>
      </a:accent5>
      <a:accent6>
        <a:srgbClr val="FFFFFF"/>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TotalTime>
  <Words>3341</Words>
  <Application>Microsoft Office PowerPoint</Application>
  <PresentationFormat>Peragaan Layar (16:9)</PresentationFormat>
  <Paragraphs>1137</Paragraphs>
  <Slides>55</Slides>
  <Notes>55</Notes>
  <HiddenSlides>0</HiddenSlides>
  <MMClips>0</MMClips>
  <ScaleCrop>false</ScaleCrop>
  <HeadingPairs>
    <vt:vector size="6" baseType="variant">
      <vt:variant>
        <vt:lpstr>Font Dipakai</vt:lpstr>
      </vt:variant>
      <vt:variant>
        <vt:i4>15</vt:i4>
      </vt:variant>
      <vt:variant>
        <vt:lpstr>Tema</vt:lpstr>
      </vt:variant>
      <vt:variant>
        <vt:i4>1</vt:i4>
      </vt:variant>
      <vt:variant>
        <vt:lpstr>Judul Slide</vt:lpstr>
      </vt:variant>
      <vt:variant>
        <vt:i4>55</vt:i4>
      </vt:variant>
    </vt:vector>
  </HeadingPairs>
  <TitlesOfParts>
    <vt:vector size="71" baseType="lpstr">
      <vt:lpstr>Arial</vt:lpstr>
      <vt:lpstr>Calibri</vt:lpstr>
      <vt:lpstr>Fira Sans</vt:lpstr>
      <vt:lpstr>Urbanist</vt:lpstr>
      <vt:lpstr>Bebas Neue</vt:lpstr>
      <vt:lpstr>Chivo</vt:lpstr>
      <vt:lpstr>DM Sans SemiBold</vt:lpstr>
      <vt:lpstr>DM Sans Medium</vt:lpstr>
      <vt:lpstr>Tahoma</vt:lpstr>
      <vt:lpstr>Cambria Math</vt:lpstr>
      <vt:lpstr>Times New Roman</vt:lpstr>
      <vt:lpstr>DM Sans</vt:lpstr>
      <vt:lpstr>Chivo Medium</vt:lpstr>
      <vt:lpstr>Questrial</vt:lpstr>
      <vt:lpstr>DM Serif Display</vt:lpstr>
      <vt:lpstr>Animated Intro for Social Media Platforms by Slidesgo</vt:lpstr>
      <vt:lpstr>ANALISIs SENTIMEN ULASAN APLIKASI KALENDER BALI MENGGUNAKAN METODE K-NEAREST NEIGHBOR (KNN) serta balancing data menggunakan Tomek links</vt:lpstr>
      <vt:lpstr>outline</vt:lpstr>
      <vt:lpstr>pendahuluan</vt:lpstr>
      <vt:lpstr>Latar belakang</vt:lpstr>
      <vt:lpstr>Rumusan masalah</vt:lpstr>
      <vt:lpstr>Batasan masalah</vt:lpstr>
      <vt:lpstr>Manfaat Penelitian</vt:lpstr>
      <vt:lpstr>Tinjuan pustaka</vt:lpstr>
      <vt:lpstr>Hasil publikasi</vt:lpstr>
      <vt:lpstr>Tinjauan teoritis</vt:lpstr>
      <vt:lpstr>Kalender bali</vt:lpstr>
      <vt:lpstr>ANALISIS  SENTIMEN</vt:lpstr>
      <vt:lpstr>K-NEAREST NEIGHBOR</vt:lpstr>
      <vt:lpstr>Presentasi PowerPoint</vt:lpstr>
      <vt:lpstr>PRE-processing</vt:lpstr>
      <vt:lpstr>PEMBOBOTAN KATA</vt:lpstr>
      <vt:lpstr>Confusion matrix</vt:lpstr>
      <vt:lpstr>Metodologi penelitian</vt:lpstr>
      <vt:lpstr>Sumber data</vt:lpstr>
      <vt:lpstr>Gambaran  umum  penelitian</vt:lpstr>
      <vt:lpstr>TahapaN penelitian</vt:lpstr>
      <vt:lpstr>Pengumpulan data</vt:lpstr>
      <vt:lpstr>Pengumpulan data</vt:lpstr>
      <vt:lpstr>Pre-processing</vt:lpstr>
      <vt:lpstr>labelling</vt:lpstr>
      <vt:lpstr>labelling</vt:lpstr>
      <vt:lpstr>Case Folding dan Cleaning</vt:lpstr>
      <vt:lpstr>Case Folding dan Cleaning</vt:lpstr>
      <vt:lpstr>Tokenizing</vt:lpstr>
      <vt:lpstr>Tokenizing</vt:lpstr>
      <vt:lpstr>Normalization</vt:lpstr>
      <vt:lpstr>Normalization</vt:lpstr>
      <vt:lpstr>Stemming</vt:lpstr>
      <vt:lpstr>Stemming</vt:lpstr>
      <vt:lpstr>Stopword Removal</vt:lpstr>
      <vt:lpstr>Stopword Removal</vt:lpstr>
      <vt:lpstr>Pembagian rentang waktu data</vt:lpstr>
      <vt:lpstr>Pembagian rentang waktu data</vt:lpstr>
      <vt:lpstr>Pembobotan Kata</vt:lpstr>
      <vt:lpstr>Pembobotan Kata</vt:lpstr>
      <vt:lpstr>Pembagian Data</vt:lpstr>
      <vt:lpstr>Klasifikasi</vt:lpstr>
      <vt:lpstr>Klasifikasi</vt:lpstr>
      <vt:lpstr>Balancing data UNTUK RENTANG WAKTU DATA SETELAH COVID</vt:lpstr>
      <vt:lpstr>Klasifikasi menggunakan  balanced dataSET</vt:lpstr>
      <vt:lpstr>evaluasi</vt:lpstr>
      <vt:lpstr>Skenario Pengujian</vt:lpstr>
      <vt:lpstr>Kebutuhan hardware dan software</vt:lpstr>
      <vt:lpstr>Implementasi hasil dan analisis hasil</vt:lpstr>
      <vt:lpstr>Implementasi hasil dan analisis hasil</vt:lpstr>
      <vt:lpstr>Demo perogram</vt:lpstr>
      <vt:lpstr>Kesimpulan dan saran</vt:lpstr>
      <vt:lpstr>Kesimpulan</vt:lpstr>
      <vt:lpstr>saran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SENTIMEN ULASAN APLIKASI KALENDER BALI MENGGUNAKAN METODE K-NEAREST NEIGHBOR (KNN) serta balancing data menggunakan Tomek links</dc:title>
  <dc:creator>CALVIN ROOYEN</dc:creator>
  <cp:lastModifiedBy>Ni Made Dina Aprilianti</cp:lastModifiedBy>
  <cp:revision>13</cp:revision>
  <dcterms:created xsi:type="dcterms:W3CDTF">2021-10-12T08:06:43Z</dcterms:created>
  <dcterms:modified xsi:type="dcterms:W3CDTF">2024-01-15T17:54:35Z</dcterms:modified>
</cp:coreProperties>
</file>